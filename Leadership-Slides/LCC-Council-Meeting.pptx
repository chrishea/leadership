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0"/>
  </p:notesMasterIdLst>
  <p:sldIdLst>
    <p:sldId id="272" r:id="rId2"/>
    <p:sldId id="258" r:id="rId3"/>
    <p:sldId id="259" r:id="rId4"/>
    <p:sldId id="260" r:id="rId5"/>
    <p:sldId id="261" r:id="rId6"/>
    <p:sldId id="268" r:id="rId7"/>
    <p:sldId id="269" r:id="rId8"/>
    <p:sldId id="271" r:id="rId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9243"/>
    <p:restoredTop sz="94658"/>
  </p:normalViewPr>
  <p:slideViewPr>
    <p:cSldViewPr snapToGrid="0">
      <p:cViewPr varScale="1">
        <p:scale>
          <a:sx n="99" d="100"/>
          <a:sy n="99" d="100"/>
        </p:scale>
        <p:origin x="192" y="63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4A8466E-D1F9-294D-AAEB-AB3C3BE256E2}" type="datetimeFigureOut">
              <a:rPr lang="en-US" smtClean="0"/>
              <a:t>5/18/25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2443F98-68CB-FF42-94A5-053D0410514A}" type="slidenum">
              <a:rPr lang="en-US" smtClean="0"/>
              <a:t>‹#›</a:t>
            </a:fld>
            <a:endParaRPr lang="en-US"/>
          </a:p>
        </p:txBody>
      </p:sp>
    </p:spTree>
    <p:extLst>
      <p:ext uri="{BB962C8B-B14F-4D97-AF65-F5344CB8AC3E}">
        <p14:creationId xmlns:p14="http://schemas.microsoft.com/office/powerpoint/2010/main" val="118090175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Cloudcroft relies heavily on volunteers for essential roles in various areas such as government, school board, library, fire department, and community committees. However, there is no formal system in place to identify or train these leaders, leading to unprepared volunteers, oversights, and burnout. Additionally, there is weak networking across different groups, exacerbating these issues.</a:t>
            </a:r>
          </a:p>
        </p:txBody>
      </p:sp>
      <p:sp>
        <p:nvSpPr>
          <p:cNvPr id="4" name="Slide Number Placeholder 3"/>
          <p:cNvSpPr>
            <a:spLocks noGrp="1"/>
          </p:cNvSpPr>
          <p:nvPr>
            <p:ph type="sldNum" sz="quarter" idx="5"/>
          </p:nvPr>
        </p:nvSpPr>
        <p:spPr/>
        <p:txBody>
          <a:bodyPr/>
          <a:lstStyle/>
          <a:p>
            <a:fld id="{52443F98-68CB-FF42-94A5-053D0410514A}" type="slidenum">
              <a:rPr lang="en-US" smtClean="0"/>
              <a:t>2</a:t>
            </a:fld>
            <a:endParaRPr lang="en-US"/>
          </a:p>
        </p:txBody>
      </p:sp>
    </p:spTree>
    <p:extLst>
      <p:ext uri="{BB962C8B-B14F-4D97-AF65-F5344CB8AC3E}">
        <p14:creationId xmlns:p14="http://schemas.microsoft.com/office/powerpoint/2010/main" val="42781346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 Leadership Cloudcroft Mission aims to identify and prepare leaders for volunteer, civic, business, and community roles. It seeks to equip participants with practical knowledge of local issues and foster a network of informed and engaged community members. This initiative encourages active participation and empowers individuals to make a positive impact in their communities.</a:t>
            </a:r>
          </a:p>
        </p:txBody>
      </p:sp>
      <p:sp>
        <p:nvSpPr>
          <p:cNvPr id="4" name="Slide Number Placeholder 3"/>
          <p:cNvSpPr>
            <a:spLocks noGrp="1"/>
          </p:cNvSpPr>
          <p:nvPr>
            <p:ph type="sldNum" sz="quarter" idx="5"/>
          </p:nvPr>
        </p:nvSpPr>
        <p:spPr/>
        <p:txBody>
          <a:bodyPr/>
          <a:lstStyle/>
          <a:p>
            <a:fld id="{52443F98-68CB-FF42-94A5-053D0410514A}" type="slidenum">
              <a:rPr lang="en-US" smtClean="0"/>
              <a:t>3</a:t>
            </a:fld>
            <a:endParaRPr lang="en-US"/>
          </a:p>
        </p:txBody>
      </p:sp>
    </p:spTree>
    <p:extLst>
      <p:ext uri="{BB962C8B-B14F-4D97-AF65-F5344CB8AC3E}">
        <p14:creationId xmlns:p14="http://schemas.microsoft.com/office/powerpoint/2010/main" val="337263089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This program runs from June to October 2025 and includes six full-day classes, one per month. The format features interactive discussions, expert speakers, site visits, and group projects. Sessions will be held at a central venue in Cloudcroft, providing an engaging and immersive learning experience for all participants.</a:t>
            </a:r>
          </a:p>
        </p:txBody>
      </p:sp>
      <p:sp>
        <p:nvSpPr>
          <p:cNvPr id="4" name="Slide Number Placeholder 3"/>
          <p:cNvSpPr>
            <a:spLocks noGrp="1"/>
          </p:cNvSpPr>
          <p:nvPr>
            <p:ph type="sldNum" sz="quarter" idx="5"/>
          </p:nvPr>
        </p:nvSpPr>
        <p:spPr/>
        <p:txBody>
          <a:bodyPr/>
          <a:lstStyle/>
          <a:p>
            <a:fld id="{52443F98-68CB-FF42-94A5-053D0410514A}" type="slidenum">
              <a:rPr lang="en-US" smtClean="0"/>
              <a:t>4</a:t>
            </a:fld>
            <a:endParaRPr lang="en-US"/>
          </a:p>
        </p:txBody>
      </p:sp>
    </p:spTree>
    <p:extLst>
      <p:ext uri="{BB962C8B-B14F-4D97-AF65-F5344CB8AC3E}">
        <p14:creationId xmlns:p14="http://schemas.microsoft.com/office/powerpoint/2010/main" val="71875761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An in-depth look into key curriculum topics including Governance, Infrastructure, Fire Safety, Economic Development, Healthcare, and Education.</a:t>
            </a:r>
          </a:p>
        </p:txBody>
      </p:sp>
      <p:sp>
        <p:nvSpPr>
          <p:cNvPr id="4" name="Slide Number Placeholder 3"/>
          <p:cNvSpPr>
            <a:spLocks noGrp="1"/>
          </p:cNvSpPr>
          <p:nvPr>
            <p:ph type="sldNum" sz="quarter" idx="5"/>
          </p:nvPr>
        </p:nvSpPr>
        <p:spPr/>
        <p:txBody>
          <a:bodyPr/>
          <a:lstStyle/>
          <a:p>
            <a:fld id="{52443F98-68CB-FF42-94A5-053D0410514A}" type="slidenum">
              <a:rPr lang="en-US" smtClean="0"/>
              <a:t>5</a:t>
            </a:fld>
            <a:endParaRPr lang="en-US"/>
          </a:p>
        </p:txBody>
      </p:sp>
    </p:spTree>
    <p:extLst>
      <p:ext uri="{BB962C8B-B14F-4D97-AF65-F5344CB8AC3E}">
        <p14:creationId xmlns:p14="http://schemas.microsoft.com/office/powerpoint/2010/main" val="199569750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To apply for the Leadership Cloudcroft 2025 Class, you need to submit your application by May 28, 2025. Applications can be submitted online through the Leadership Cloudcroft 2025 Class Application portal. The class will consist of approximately 12 participants. For any inquiries, please contact us at ideas@leadershipcloudcroft.com.</a:t>
            </a:r>
          </a:p>
        </p:txBody>
      </p:sp>
      <p:sp>
        <p:nvSpPr>
          <p:cNvPr id="4" name="Slide Number Placeholder 3"/>
          <p:cNvSpPr>
            <a:spLocks noGrp="1"/>
          </p:cNvSpPr>
          <p:nvPr>
            <p:ph type="sldNum" sz="quarter" idx="5"/>
          </p:nvPr>
        </p:nvSpPr>
        <p:spPr/>
        <p:txBody>
          <a:bodyPr/>
          <a:lstStyle/>
          <a:p>
            <a:fld id="{52443F98-68CB-FF42-94A5-053D0410514A}" type="slidenum">
              <a:rPr lang="en-US" smtClean="0"/>
              <a:t>6</a:t>
            </a:fld>
            <a:endParaRPr lang="en-US"/>
          </a:p>
        </p:txBody>
      </p:sp>
    </p:spTree>
    <p:extLst>
      <p:ext uri="{BB962C8B-B14F-4D97-AF65-F5344CB8AC3E}">
        <p14:creationId xmlns:p14="http://schemas.microsoft.com/office/powerpoint/2010/main" val="43760434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Our leadership team consists of experienced and dedicated individuals who guide our organization. The Advisory Board includes Trustee Gail McCoy, Mayor Tim King, and Chris Hearne. Our Executive Director, Hannah Dean, leads with vision and commitment. This presentation is produced by Cloudcroft Reader, showcasing our team's capabilities and achievements.</a:t>
            </a:r>
          </a:p>
        </p:txBody>
      </p:sp>
      <p:sp>
        <p:nvSpPr>
          <p:cNvPr id="4" name="Slide Number Placeholder 3"/>
          <p:cNvSpPr>
            <a:spLocks noGrp="1"/>
          </p:cNvSpPr>
          <p:nvPr>
            <p:ph type="sldNum" sz="quarter" idx="5"/>
          </p:nvPr>
        </p:nvSpPr>
        <p:spPr/>
        <p:txBody>
          <a:bodyPr/>
          <a:lstStyle/>
          <a:p>
            <a:fld id="{52443F98-68CB-FF42-94A5-053D0410514A}" type="slidenum">
              <a:rPr lang="en-US" smtClean="0"/>
              <a:t>7</a:t>
            </a:fld>
            <a:endParaRPr lang="en-US"/>
          </a:p>
        </p:txBody>
      </p:sp>
    </p:spTree>
    <p:extLst>
      <p:ext uri="{BB962C8B-B14F-4D97-AF65-F5344CB8AC3E}">
        <p14:creationId xmlns:p14="http://schemas.microsoft.com/office/powerpoint/2010/main" val="141856102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For inquiries or further information, please reach out to us via email at hello@leadershipcloudcroft.com. You can also visit our website at www.leadershipcloudcroft.com for more details about our programs and activities.</a:t>
            </a:r>
          </a:p>
        </p:txBody>
      </p:sp>
      <p:sp>
        <p:nvSpPr>
          <p:cNvPr id="4" name="Slide Number Placeholder 3"/>
          <p:cNvSpPr>
            <a:spLocks noGrp="1"/>
          </p:cNvSpPr>
          <p:nvPr>
            <p:ph type="sldNum" sz="quarter" idx="5"/>
          </p:nvPr>
        </p:nvSpPr>
        <p:spPr/>
        <p:txBody>
          <a:bodyPr/>
          <a:lstStyle/>
          <a:p>
            <a:fld id="{52443F98-68CB-FF42-94A5-053D0410514A}" type="slidenum">
              <a:rPr lang="en-US" smtClean="0"/>
              <a:t>8</a:t>
            </a:fld>
            <a:endParaRPr lang="en-US"/>
          </a:p>
        </p:txBody>
      </p:sp>
    </p:spTree>
    <p:extLst>
      <p:ext uri="{BB962C8B-B14F-4D97-AF65-F5344CB8AC3E}">
        <p14:creationId xmlns:p14="http://schemas.microsoft.com/office/powerpoint/2010/main" val="242101307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C508A3-48F0-B458-C720-F04996BE26DB}"/>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B61BC8DD-8C1F-4CD4-CE43-C6B3BF4F7BA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D24B1609-7287-6E12-417C-DC37B61A34B3}"/>
              </a:ext>
            </a:extLst>
          </p:cNvPr>
          <p:cNvSpPr>
            <a:spLocks noGrp="1"/>
          </p:cNvSpPr>
          <p:nvPr>
            <p:ph type="dt" sz="half" idx="10"/>
          </p:nvPr>
        </p:nvSpPr>
        <p:spPr/>
        <p:txBody>
          <a:bodyPr/>
          <a:lstStyle/>
          <a:p>
            <a:fld id="{6AAB38F8-1E73-5742-91C5-75320E773644}" type="datetimeFigureOut">
              <a:rPr lang="en-US" smtClean="0"/>
              <a:t>5/18/25</a:t>
            </a:fld>
            <a:endParaRPr lang="en-US"/>
          </a:p>
        </p:txBody>
      </p:sp>
      <p:sp>
        <p:nvSpPr>
          <p:cNvPr id="5" name="Footer Placeholder 4">
            <a:extLst>
              <a:ext uri="{FF2B5EF4-FFF2-40B4-BE49-F238E27FC236}">
                <a16:creationId xmlns:a16="http://schemas.microsoft.com/office/drawing/2014/main" id="{05685503-E12F-44F3-3353-B6620BAEE36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F2FBDD6-D761-4A1C-06DE-300A1D3EA8B1}"/>
              </a:ext>
            </a:extLst>
          </p:cNvPr>
          <p:cNvSpPr>
            <a:spLocks noGrp="1"/>
          </p:cNvSpPr>
          <p:nvPr>
            <p:ph type="sldNum" sz="quarter" idx="12"/>
          </p:nvPr>
        </p:nvSpPr>
        <p:spPr/>
        <p:txBody>
          <a:bodyPr/>
          <a:lstStyle/>
          <a:p>
            <a:fld id="{ED7E0288-D36C-564F-B9DE-1E7AE4A14CC6}" type="slidenum">
              <a:rPr lang="en-US" smtClean="0"/>
              <a:t>‹#›</a:t>
            </a:fld>
            <a:endParaRPr lang="en-US"/>
          </a:p>
        </p:txBody>
      </p:sp>
    </p:spTree>
    <p:extLst>
      <p:ext uri="{BB962C8B-B14F-4D97-AF65-F5344CB8AC3E}">
        <p14:creationId xmlns:p14="http://schemas.microsoft.com/office/powerpoint/2010/main" val="421594804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04654B-F4EA-F398-E1A2-F5D3253C96FC}"/>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35ADF22-754D-22FD-635A-493CE014A4D5}"/>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A3BF181-A230-4B6F-335A-8620DA885F5E}"/>
              </a:ext>
            </a:extLst>
          </p:cNvPr>
          <p:cNvSpPr>
            <a:spLocks noGrp="1"/>
          </p:cNvSpPr>
          <p:nvPr>
            <p:ph type="dt" sz="half" idx="10"/>
          </p:nvPr>
        </p:nvSpPr>
        <p:spPr/>
        <p:txBody>
          <a:bodyPr/>
          <a:lstStyle/>
          <a:p>
            <a:fld id="{6AAB38F8-1E73-5742-91C5-75320E773644}" type="datetimeFigureOut">
              <a:rPr lang="en-US" smtClean="0"/>
              <a:t>5/18/25</a:t>
            </a:fld>
            <a:endParaRPr lang="en-US"/>
          </a:p>
        </p:txBody>
      </p:sp>
      <p:sp>
        <p:nvSpPr>
          <p:cNvPr id="5" name="Footer Placeholder 4">
            <a:extLst>
              <a:ext uri="{FF2B5EF4-FFF2-40B4-BE49-F238E27FC236}">
                <a16:creationId xmlns:a16="http://schemas.microsoft.com/office/drawing/2014/main" id="{2EF46F15-002B-20C5-4D25-63DAC5544E7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F1EB72F-C690-60A7-E963-1632D0812870}"/>
              </a:ext>
            </a:extLst>
          </p:cNvPr>
          <p:cNvSpPr>
            <a:spLocks noGrp="1"/>
          </p:cNvSpPr>
          <p:nvPr>
            <p:ph type="sldNum" sz="quarter" idx="12"/>
          </p:nvPr>
        </p:nvSpPr>
        <p:spPr/>
        <p:txBody>
          <a:bodyPr/>
          <a:lstStyle/>
          <a:p>
            <a:fld id="{ED7E0288-D36C-564F-B9DE-1E7AE4A14CC6}" type="slidenum">
              <a:rPr lang="en-US" smtClean="0"/>
              <a:t>‹#›</a:t>
            </a:fld>
            <a:endParaRPr lang="en-US"/>
          </a:p>
        </p:txBody>
      </p:sp>
    </p:spTree>
    <p:extLst>
      <p:ext uri="{BB962C8B-B14F-4D97-AF65-F5344CB8AC3E}">
        <p14:creationId xmlns:p14="http://schemas.microsoft.com/office/powerpoint/2010/main" val="5214156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84CFDD-53EA-E0D0-D4A0-5E0B53CE7A89}"/>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2F32532F-0CF1-9ED8-0BCC-38F908E2681E}"/>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E71CEFB5-3AE5-E1E3-D475-9E7237B1F6F9}"/>
              </a:ext>
            </a:extLst>
          </p:cNvPr>
          <p:cNvSpPr>
            <a:spLocks noGrp="1"/>
          </p:cNvSpPr>
          <p:nvPr>
            <p:ph type="dt" sz="half" idx="10"/>
          </p:nvPr>
        </p:nvSpPr>
        <p:spPr/>
        <p:txBody>
          <a:bodyPr/>
          <a:lstStyle/>
          <a:p>
            <a:fld id="{6AAB38F8-1E73-5742-91C5-75320E773644}" type="datetimeFigureOut">
              <a:rPr lang="en-US" smtClean="0"/>
              <a:t>5/18/25</a:t>
            </a:fld>
            <a:endParaRPr lang="en-US"/>
          </a:p>
        </p:txBody>
      </p:sp>
      <p:sp>
        <p:nvSpPr>
          <p:cNvPr id="5" name="Footer Placeholder 4">
            <a:extLst>
              <a:ext uri="{FF2B5EF4-FFF2-40B4-BE49-F238E27FC236}">
                <a16:creationId xmlns:a16="http://schemas.microsoft.com/office/drawing/2014/main" id="{0E49A926-90DB-FAE7-259B-2BEB4C7FBD8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10B9E7F-B9D8-0551-1548-7BB42FB0C324}"/>
              </a:ext>
            </a:extLst>
          </p:cNvPr>
          <p:cNvSpPr>
            <a:spLocks noGrp="1"/>
          </p:cNvSpPr>
          <p:nvPr>
            <p:ph type="sldNum" sz="quarter" idx="12"/>
          </p:nvPr>
        </p:nvSpPr>
        <p:spPr/>
        <p:txBody>
          <a:bodyPr/>
          <a:lstStyle/>
          <a:p>
            <a:fld id="{ED7E0288-D36C-564F-B9DE-1E7AE4A14CC6}" type="slidenum">
              <a:rPr lang="en-US" smtClean="0"/>
              <a:t>‹#›</a:t>
            </a:fld>
            <a:endParaRPr lang="en-US"/>
          </a:p>
        </p:txBody>
      </p:sp>
    </p:spTree>
    <p:extLst>
      <p:ext uri="{BB962C8B-B14F-4D97-AF65-F5344CB8AC3E}">
        <p14:creationId xmlns:p14="http://schemas.microsoft.com/office/powerpoint/2010/main" val="217119613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753649-F93F-8D72-0DCA-ED9BA5F3161C}"/>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50FDE91-3A85-9743-5046-518E021A057D}"/>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7800C31B-78FF-AE02-4267-AA38A6810286}"/>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798E1509-234B-CF4F-1DE2-E1D18FB06FBB}"/>
              </a:ext>
            </a:extLst>
          </p:cNvPr>
          <p:cNvSpPr>
            <a:spLocks noGrp="1"/>
          </p:cNvSpPr>
          <p:nvPr>
            <p:ph type="dt" sz="half" idx="10"/>
          </p:nvPr>
        </p:nvSpPr>
        <p:spPr/>
        <p:txBody>
          <a:bodyPr/>
          <a:lstStyle/>
          <a:p>
            <a:fld id="{6AAB38F8-1E73-5742-91C5-75320E773644}" type="datetimeFigureOut">
              <a:rPr lang="en-US" smtClean="0"/>
              <a:t>5/18/25</a:t>
            </a:fld>
            <a:endParaRPr lang="en-US"/>
          </a:p>
        </p:txBody>
      </p:sp>
      <p:sp>
        <p:nvSpPr>
          <p:cNvPr id="6" name="Footer Placeholder 5">
            <a:extLst>
              <a:ext uri="{FF2B5EF4-FFF2-40B4-BE49-F238E27FC236}">
                <a16:creationId xmlns:a16="http://schemas.microsoft.com/office/drawing/2014/main" id="{2D1DD0D1-666C-B9EF-F762-047D0B66EAE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99EB326-DBE1-48B5-876F-A8855B0EA53E}"/>
              </a:ext>
            </a:extLst>
          </p:cNvPr>
          <p:cNvSpPr>
            <a:spLocks noGrp="1"/>
          </p:cNvSpPr>
          <p:nvPr>
            <p:ph type="sldNum" sz="quarter" idx="12"/>
          </p:nvPr>
        </p:nvSpPr>
        <p:spPr/>
        <p:txBody>
          <a:bodyPr/>
          <a:lstStyle/>
          <a:p>
            <a:fld id="{ED7E0288-D36C-564F-B9DE-1E7AE4A14CC6}" type="slidenum">
              <a:rPr lang="en-US" smtClean="0"/>
              <a:t>‹#›</a:t>
            </a:fld>
            <a:endParaRPr lang="en-US"/>
          </a:p>
        </p:txBody>
      </p:sp>
    </p:spTree>
    <p:extLst>
      <p:ext uri="{BB962C8B-B14F-4D97-AF65-F5344CB8AC3E}">
        <p14:creationId xmlns:p14="http://schemas.microsoft.com/office/powerpoint/2010/main" val="424339772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4FD224-419F-ACC4-22FB-A14D03BFB28A}"/>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75C11904-E32D-5F8C-C2E3-7F82112FF86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F82F391C-6E06-EFFB-C995-FE35520242BB}"/>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73DE02BC-5AE9-86F3-4B1D-4429CAD74AF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9DDFA8E8-092C-B189-245B-4229810CBFC0}"/>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8C368CA8-0492-D39F-CC12-63F713B17CA8}"/>
              </a:ext>
            </a:extLst>
          </p:cNvPr>
          <p:cNvSpPr>
            <a:spLocks noGrp="1"/>
          </p:cNvSpPr>
          <p:nvPr>
            <p:ph type="dt" sz="half" idx="10"/>
          </p:nvPr>
        </p:nvSpPr>
        <p:spPr/>
        <p:txBody>
          <a:bodyPr/>
          <a:lstStyle/>
          <a:p>
            <a:fld id="{6AAB38F8-1E73-5742-91C5-75320E773644}" type="datetimeFigureOut">
              <a:rPr lang="en-US" smtClean="0"/>
              <a:t>5/18/25</a:t>
            </a:fld>
            <a:endParaRPr lang="en-US"/>
          </a:p>
        </p:txBody>
      </p:sp>
      <p:sp>
        <p:nvSpPr>
          <p:cNvPr id="8" name="Footer Placeholder 7">
            <a:extLst>
              <a:ext uri="{FF2B5EF4-FFF2-40B4-BE49-F238E27FC236}">
                <a16:creationId xmlns:a16="http://schemas.microsoft.com/office/drawing/2014/main" id="{A7DEC202-7685-43B0-674C-843A020ED670}"/>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86260283-E018-0285-89E3-75CB3F40F3FE}"/>
              </a:ext>
            </a:extLst>
          </p:cNvPr>
          <p:cNvSpPr>
            <a:spLocks noGrp="1"/>
          </p:cNvSpPr>
          <p:nvPr>
            <p:ph type="sldNum" sz="quarter" idx="12"/>
          </p:nvPr>
        </p:nvSpPr>
        <p:spPr/>
        <p:txBody>
          <a:bodyPr/>
          <a:lstStyle/>
          <a:p>
            <a:fld id="{ED7E0288-D36C-564F-B9DE-1E7AE4A14CC6}" type="slidenum">
              <a:rPr lang="en-US" smtClean="0"/>
              <a:t>‹#›</a:t>
            </a:fld>
            <a:endParaRPr lang="en-US"/>
          </a:p>
        </p:txBody>
      </p:sp>
    </p:spTree>
    <p:extLst>
      <p:ext uri="{BB962C8B-B14F-4D97-AF65-F5344CB8AC3E}">
        <p14:creationId xmlns:p14="http://schemas.microsoft.com/office/powerpoint/2010/main" val="372667700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1173DD-A732-E0C3-C013-C4F9DF547AEA}"/>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075191E9-0411-1EBA-054E-A058C1D965E7}"/>
              </a:ext>
            </a:extLst>
          </p:cNvPr>
          <p:cNvSpPr>
            <a:spLocks noGrp="1"/>
          </p:cNvSpPr>
          <p:nvPr>
            <p:ph type="dt" sz="half" idx="10"/>
          </p:nvPr>
        </p:nvSpPr>
        <p:spPr/>
        <p:txBody>
          <a:bodyPr/>
          <a:lstStyle/>
          <a:p>
            <a:fld id="{6AAB38F8-1E73-5742-91C5-75320E773644}" type="datetimeFigureOut">
              <a:rPr lang="en-US" smtClean="0"/>
              <a:t>5/18/25</a:t>
            </a:fld>
            <a:endParaRPr lang="en-US"/>
          </a:p>
        </p:txBody>
      </p:sp>
      <p:sp>
        <p:nvSpPr>
          <p:cNvPr id="4" name="Footer Placeholder 3">
            <a:extLst>
              <a:ext uri="{FF2B5EF4-FFF2-40B4-BE49-F238E27FC236}">
                <a16:creationId xmlns:a16="http://schemas.microsoft.com/office/drawing/2014/main" id="{179B7051-0970-353C-B227-ECAD259722C6}"/>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EAC080DF-B081-9F15-7D21-31950C531DC5}"/>
              </a:ext>
            </a:extLst>
          </p:cNvPr>
          <p:cNvSpPr>
            <a:spLocks noGrp="1"/>
          </p:cNvSpPr>
          <p:nvPr>
            <p:ph type="sldNum" sz="quarter" idx="12"/>
          </p:nvPr>
        </p:nvSpPr>
        <p:spPr/>
        <p:txBody>
          <a:bodyPr/>
          <a:lstStyle/>
          <a:p>
            <a:fld id="{ED7E0288-D36C-564F-B9DE-1E7AE4A14CC6}" type="slidenum">
              <a:rPr lang="en-US" smtClean="0"/>
              <a:t>‹#›</a:t>
            </a:fld>
            <a:endParaRPr lang="en-US"/>
          </a:p>
        </p:txBody>
      </p:sp>
    </p:spTree>
    <p:extLst>
      <p:ext uri="{BB962C8B-B14F-4D97-AF65-F5344CB8AC3E}">
        <p14:creationId xmlns:p14="http://schemas.microsoft.com/office/powerpoint/2010/main" val="42628363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9DC9480-0A24-8ECA-1745-40EDB951B1C5}"/>
              </a:ext>
            </a:extLst>
          </p:cNvPr>
          <p:cNvSpPr>
            <a:spLocks noGrp="1"/>
          </p:cNvSpPr>
          <p:nvPr>
            <p:ph type="dt" sz="half" idx="10"/>
          </p:nvPr>
        </p:nvSpPr>
        <p:spPr/>
        <p:txBody>
          <a:bodyPr/>
          <a:lstStyle/>
          <a:p>
            <a:fld id="{6AAB38F8-1E73-5742-91C5-75320E773644}" type="datetimeFigureOut">
              <a:rPr lang="en-US" smtClean="0"/>
              <a:t>5/18/25</a:t>
            </a:fld>
            <a:endParaRPr lang="en-US"/>
          </a:p>
        </p:txBody>
      </p:sp>
      <p:sp>
        <p:nvSpPr>
          <p:cNvPr id="3" name="Footer Placeholder 2">
            <a:extLst>
              <a:ext uri="{FF2B5EF4-FFF2-40B4-BE49-F238E27FC236}">
                <a16:creationId xmlns:a16="http://schemas.microsoft.com/office/drawing/2014/main" id="{DB7CF981-AA9B-0B11-FB23-BB353190297C}"/>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166F7911-98C9-77CB-8485-0574074DF417}"/>
              </a:ext>
            </a:extLst>
          </p:cNvPr>
          <p:cNvSpPr>
            <a:spLocks noGrp="1"/>
          </p:cNvSpPr>
          <p:nvPr>
            <p:ph type="sldNum" sz="quarter" idx="12"/>
          </p:nvPr>
        </p:nvSpPr>
        <p:spPr/>
        <p:txBody>
          <a:bodyPr/>
          <a:lstStyle/>
          <a:p>
            <a:fld id="{ED7E0288-D36C-564F-B9DE-1E7AE4A14CC6}" type="slidenum">
              <a:rPr lang="en-US" smtClean="0"/>
              <a:t>‹#›</a:t>
            </a:fld>
            <a:endParaRPr lang="en-US"/>
          </a:p>
        </p:txBody>
      </p:sp>
    </p:spTree>
    <p:extLst>
      <p:ext uri="{BB962C8B-B14F-4D97-AF65-F5344CB8AC3E}">
        <p14:creationId xmlns:p14="http://schemas.microsoft.com/office/powerpoint/2010/main" val="68021185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FD1050-463D-F11B-ED51-9F9B136C6A9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7032C926-737F-7C25-1F9E-260402AC3B0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74BA9013-1B19-A241-2F1F-C758EA946FD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22A6A02-EEC2-337F-2A52-AE9F8288E5BE}"/>
              </a:ext>
            </a:extLst>
          </p:cNvPr>
          <p:cNvSpPr>
            <a:spLocks noGrp="1"/>
          </p:cNvSpPr>
          <p:nvPr>
            <p:ph type="dt" sz="half" idx="10"/>
          </p:nvPr>
        </p:nvSpPr>
        <p:spPr/>
        <p:txBody>
          <a:bodyPr/>
          <a:lstStyle/>
          <a:p>
            <a:fld id="{6AAB38F8-1E73-5742-91C5-75320E773644}" type="datetimeFigureOut">
              <a:rPr lang="en-US" smtClean="0"/>
              <a:t>5/18/25</a:t>
            </a:fld>
            <a:endParaRPr lang="en-US"/>
          </a:p>
        </p:txBody>
      </p:sp>
      <p:sp>
        <p:nvSpPr>
          <p:cNvPr id="6" name="Footer Placeholder 5">
            <a:extLst>
              <a:ext uri="{FF2B5EF4-FFF2-40B4-BE49-F238E27FC236}">
                <a16:creationId xmlns:a16="http://schemas.microsoft.com/office/drawing/2014/main" id="{9E39BFDC-814F-F876-0C36-D809760A3DA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FC338D4-BCCA-026C-A809-2AEA3F6F9DBA}"/>
              </a:ext>
            </a:extLst>
          </p:cNvPr>
          <p:cNvSpPr>
            <a:spLocks noGrp="1"/>
          </p:cNvSpPr>
          <p:nvPr>
            <p:ph type="sldNum" sz="quarter" idx="12"/>
          </p:nvPr>
        </p:nvSpPr>
        <p:spPr/>
        <p:txBody>
          <a:bodyPr/>
          <a:lstStyle/>
          <a:p>
            <a:fld id="{ED7E0288-D36C-564F-B9DE-1E7AE4A14CC6}" type="slidenum">
              <a:rPr lang="en-US" smtClean="0"/>
              <a:t>‹#›</a:t>
            </a:fld>
            <a:endParaRPr lang="en-US"/>
          </a:p>
        </p:txBody>
      </p:sp>
    </p:spTree>
    <p:extLst>
      <p:ext uri="{BB962C8B-B14F-4D97-AF65-F5344CB8AC3E}">
        <p14:creationId xmlns:p14="http://schemas.microsoft.com/office/powerpoint/2010/main" val="115195786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71E3FB-99D5-3E88-4EC7-780A1A67265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04C17571-C5F6-BD19-A3DF-932866C2DE5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FBA0F5AE-A3BF-8FDB-EC44-3CB889A0110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2A3FD2C-265E-3CFA-594B-BF33E0D41848}"/>
              </a:ext>
            </a:extLst>
          </p:cNvPr>
          <p:cNvSpPr>
            <a:spLocks noGrp="1"/>
          </p:cNvSpPr>
          <p:nvPr>
            <p:ph type="dt" sz="half" idx="10"/>
          </p:nvPr>
        </p:nvSpPr>
        <p:spPr/>
        <p:txBody>
          <a:bodyPr/>
          <a:lstStyle/>
          <a:p>
            <a:fld id="{6AAB38F8-1E73-5742-91C5-75320E773644}" type="datetimeFigureOut">
              <a:rPr lang="en-US" smtClean="0"/>
              <a:t>5/18/25</a:t>
            </a:fld>
            <a:endParaRPr lang="en-US"/>
          </a:p>
        </p:txBody>
      </p:sp>
      <p:sp>
        <p:nvSpPr>
          <p:cNvPr id="6" name="Footer Placeholder 5">
            <a:extLst>
              <a:ext uri="{FF2B5EF4-FFF2-40B4-BE49-F238E27FC236}">
                <a16:creationId xmlns:a16="http://schemas.microsoft.com/office/drawing/2014/main" id="{EDB2610B-37AC-75D0-C98A-DAA2AA1DBBA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76B7EFC-A1B3-3D84-7A77-E27B0129A1DB}"/>
              </a:ext>
            </a:extLst>
          </p:cNvPr>
          <p:cNvSpPr>
            <a:spLocks noGrp="1"/>
          </p:cNvSpPr>
          <p:nvPr>
            <p:ph type="sldNum" sz="quarter" idx="12"/>
          </p:nvPr>
        </p:nvSpPr>
        <p:spPr/>
        <p:txBody>
          <a:bodyPr/>
          <a:lstStyle/>
          <a:p>
            <a:fld id="{ED7E0288-D36C-564F-B9DE-1E7AE4A14CC6}" type="slidenum">
              <a:rPr lang="en-US" smtClean="0"/>
              <a:t>‹#›</a:t>
            </a:fld>
            <a:endParaRPr lang="en-US"/>
          </a:p>
        </p:txBody>
      </p:sp>
    </p:spTree>
    <p:extLst>
      <p:ext uri="{BB962C8B-B14F-4D97-AF65-F5344CB8AC3E}">
        <p14:creationId xmlns:p14="http://schemas.microsoft.com/office/powerpoint/2010/main" val="329710583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1A540A-A9F3-A4CF-EA71-B490907ED5D0}"/>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795A115B-9E93-42F4-ECBE-2461A979F8D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D5AF3D3-5B59-82F7-C04C-3D2D37F83668}"/>
              </a:ext>
            </a:extLst>
          </p:cNvPr>
          <p:cNvSpPr>
            <a:spLocks noGrp="1"/>
          </p:cNvSpPr>
          <p:nvPr>
            <p:ph type="dt" sz="half" idx="10"/>
          </p:nvPr>
        </p:nvSpPr>
        <p:spPr/>
        <p:txBody>
          <a:bodyPr/>
          <a:lstStyle/>
          <a:p>
            <a:fld id="{6AAB38F8-1E73-5742-91C5-75320E773644}" type="datetimeFigureOut">
              <a:rPr lang="en-US" smtClean="0"/>
              <a:t>5/18/25</a:t>
            </a:fld>
            <a:endParaRPr lang="en-US"/>
          </a:p>
        </p:txBody>
      </p:sp>
      <p:sp>
        <p:nvSpPr>
          <p:cNvPr id="5" name="Footer Placeholder 4">
            <a:extLst>
              <a:ext uri="{FF2B5EF4-FFF2-40B4-BE49-F238E27FC236}">
                <a16:creationId xmlns:a16="http://schemas.microsoft.com/office/drawing/2014/main" id="{A7FF524B-6139-79C6-8431-EACE8045538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5AD81BB-D38D-0011-8AA1-EBD4F10963EB}"/>
              </a:ext>
            </a:extLst>
          </p:cNvPr>
          <p:cNvSpPr>
            <a:spLocks noGrp="1"/>
          </p:cNvSpPr>
          <p:nvPr>
            <p:ph type="sldNum" sz="quarter" idx="12"/>
          </p:nvPr>
        </p:nvSpPr>
        <p:spPr/>
        <p:txBody>
          <a:bodyPr/>
          <a:lstStyle/>
          <a:p>
            <a:fld id="{ED7E0288-D36C-564F-B9DE-1E7AE4A14CC6}" type="slidenum">
              <a:rPr lang="en-US" smtClean="0"/>
              <a:t>‹#›</a:t>
            </a:fld>
            <a:endParaRPr lang="en-US"/>
          </a:p>
        </p:txBody>
      </p:sp>
    </p:spTree>
    <p:extLst>
      <p:ext uri="{BB962C8B-B14F-4D97-AF65-F5344CB8AC3E}">
        <p14:creationId xmlns:p14="http://schemas.microsoft.com/office/powerpoint/2010/main" val="131208653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07035F9-4CF1-9558-A3DA-160C4A6614F5}"/>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879B520E-8119-CA6E-0863-BB79DD6D01F3}"/>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63913E6-D5A3-8F5A-2864-274DA2C9C24C}"/>
              </a:ext>
            </a:extLst>
          </p:cNvPr>
          <p:cNvSpPr>
            <a:spLocks noGrp="1"/>
          </p:cNvSpPr>
          <p:nvPr>
            <p:ph type="dt" sz="half" idx="10"/>
          </p:nvPr>
        </p:nvSpPr>
        <p:spPr/>
        <p:txBody>
          <a:bodyPr/>
          <a:lstStyle/>
          <a:p>
            <a:fld id="{6AAB38F8-1E73-5742-91C5-75320E773644}" type="datetimeFigureOut">
              <a:rPr lang="en-US" smtClean="0"/>
              <a:t>5/18/25</a:t>
            </a:fld>
            <a:endParaRPr lang="en-US"/>
          </a:p>
        </p:txBody>
      </p:sp>
      <p:sp>
        <p:nvSpPr>
          <p:cNvPr id="5" name="Footer Placeholder 4">
            <a:extLst>
              <a:ext uri="{FF2B5EF4-FFF2-40B4-BE49-F238E27FC236}">
                <a16:creationId xmlns:a16="http://schemas.microsoft.com/office/drawing/2014/main" id="{93EF413B-B7CE-DE22-3259-C0F9C990C37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88812DF-4D50-2C39-7347-E673D4DB9C2B}"/>
              </a:ext>
            </a:extLst>
          </p:cNvPr>
          <p:cNvSpPr>
            <a:spLocks noGrp="1"/>
          </p:cNvSpPr>
          <p:nvPr>
            <p:ph type="sldNum" sz="quarter" idx="12"/>
          </p:nvPr>
        </p:nvSpPr>
        <p:spPr/>
        <p:txBody>
          <a:bodyPr/>
          <a:lstStyle/>
          <a:p>
            <a:fld id="{ED7E0288-D36C-564F-B9DE-1E7AE4A14CC6}" type="slidenum">
              <a:rPr lang="en-US" smtClean="0"/>
              <a:t>‹#›</a:t>
            </a:fld>
            <a:endParaRPr lang="en-US"/>
          </a:p>
        </p:txBody>
      </p:sp>
    </p:spTree>
    <p:extLst>
      <p:ext uri="{BB962C8B-B14F-4D97-AF65-F5344CB8AC3E}">
        <p14:creationId xmlns:p14="http://schemas.microsoft.com/office/powerpoint/2010/main" val="290202100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C47E7C0-6B02-28B4-F464-EBD22B3630B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2A9DCA9B-436E-CCBD-80CB-6D6488C26EB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16A3B45-9C32-6985-9E29-4CF5B8B1BA1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6AAB38F8-1E73-5742-91C5-75320E773644}" type="datetimeFigureOut">
              <a:rPr lang="en-US" smtClean="0"/>
              <a:t>5/18/25</a:t>
            </a:fld>
            <a:endParaRPr lang="en-US"/>
          </a:p>
        </p:txBody>
      </p:sp>
      <p:sp>
        <p:nvSpPr>
          <p:cNvPr id="5" name="Footer Placeholder 4">
            <a:extLst>
              <a:ext uri="{FF2B5EF4-FFF2-40B4-BE49-F238E27FC236}">
                <a16:creationId xmlns:a16="http://schemas.microsoft.com/office/drawing/2014/main" id="{5B441A4F-CAC2-6305-3CEF-AA128F1C955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7A226F12-0053-20BD-E555-4033B1F52A4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ED7E0288-D36C-564F-B9DE-1E7AE4A14CC6}" type="slidenum">
              <a:rPr lang="en-US" smtClean="0"/>
              <a:t>‹#›</a:t>
            </a:fld>
            <a:endParaRPr lang="en-US"/>
          </a:p>
        </p:txBody>
      </p:sp>
    </p:spTree>
    <p:extLst>
      <p:ext uri="{BB962C8B-B14F-4D97-AF65-F5344CB8AC3E}">
        <p14:creationId xmlns:p14="http://schemas.microsoft.com/office/powerpoint/2010/main" val="105992351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3.xml"/><Relationship Id="rId1" Type="http://schemas.openxmlformats.org/officeDocument/2006/relationships/slideLayout" Target="../slideLayouts/slideLayout4.xml"/><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6.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6.xml"/><Relationship Id="rId1" Type="http://schemas.openxmlformats.org/officeDocument/2006/relationships/slideLayout" Target="../slideLayouts/slideLayout4.xml"/><Relationship Id="rId4" Type="http://schemas.openxmlformats.org/officeDocument/2006/relationships/image" Target="../media/image10.png"/></Relationships>
</file>

<file path=ppt/slides/_rels/slide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7.xml"/><Relationship Id="rId1" Type="http://schemas.openxmlformats.org/officeDocument/2006/relationships/slideLayout" Target="../slideLayouts/slideLayout4.xml"/><Relationship Id="rId4" Type="http://schemas.microsoft.com/office/2007/relationships/hdphoto" Target="../media/hdphoto1.wdp"/></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0DBF1ABE-8590-450D-BB49-BDDCCF3EEA9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695" cy="6858000"/>
          </a:xfrm>
          <a:prstGeom prst="rect">
            <a:avLst/>
          </a:prstGeom>
          <a:solidFill>
            <a:schemeClr val="bg2">
              <a:tint val="95000"/>
              <a:satMod val="1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Meiryo"/>
              <a:ea typeface="+mn-ea"/>
              <a:cs typeface="+mn-cs"/>
            </a:endParaRPr>
          </a:p>
        </p:txBody>
      </p:sp>
      <p:sp>
        <p:nvSpPr>
          <p:cNvPr id="2" name="Title 1">
            <a:extLst>
              <a:ext uri="{FF2B5EF4-FFF2-40B4-BE49-F238E27FC236}">
                <a16:creationId xmlns:a16="http://schemas.microsoft.com/office/drawing/2014/main" id="{0CC8495C-DA5B-CCE4-B71F-165EF8676C72}"/>
              </a:ext>
            </a:extLst>
          </p:cNvPr>
          <p:cNvSpPr>
            <a:spLocks noGrp="1"/>
          </p:cNvSpPr>
          <p:nvPr>
            <p:ph type="ctrTitle"/>
          </p:nvPr>
        </p:nvSpPr>
        <p:spPr>
          <a:xfrm>
            <a:off x="1513245" y="3294521"/>
            <a:ext cx="9165204" cy="1419664"/>
          </a:xfrm>
        </p:spPr>
        <p:txBody>
          <a:bodyPr anchor="b">
            <a:normAutofit/>
          </a:bodyPr>
          <a:lstStyle/>
          <a:p>
            <a:r>
              <a:rPr lang="en-US" b="1" dirty="0">
                <a:latin typeface="Aptos Serif" panose="02020604070405020304" pitchFamily="18" charset="0"/>
                <a:cs typeface="Aptos Serif" panose="02020604070405020304" pitchFamily="18" charset="0"/>
              </a:rPr>
              <a:t>Leadership Cloudcroft</a:t>
            </a:r>
          </a:p>
        </p:txBody>
      </p:sp>
      <p:sp>
        <p:nvSpPr>
          <p:cNvPr id="3" name="Subtitle 2">
            <a:extLst>
              <a:ext uri="{FF2B5EF4-FFF2-40B4-BE49-F238E27FC236}">
                <a16:creationId xmlns:a16="http://schemas.microsoft.com/office/drawing/2014/main" id="{22A35310-87F5-4C03-02E9-162FC8A8D495}"/>
              </a:ext>
            </a:extLst>
          </p:cNvPr>
          <p:cNvSpPr>
            <a:spLocks noGrp="1"/>
          </p:cNvSpPr>
          <p:nvPr>
            <p:ph type="subTitle" idx="1"/>
          </p:nvPr>
        </p:nvSpPr>
        <p:spPr>
          <a:xfrm>
            <a:off x="2619222" y="4837127"/>
            <a:ext cx="6953250" cy="507606"/>
          </a:xfrm>
        </p:spPr>
        <p:txBody>
          <a:bodyPr anchor="t">
            <a:noAutofit/>
          </a:bodyPr>
          <a:lstStyle/>
          <a:p>
            <a:r>
              <a:rPr lang="en-US" b="1" dirty="0">
                <a:latin typeface="Montserrat" pitchFamily="2" charset="77"/>
              </a:rPr>
              <a:t>Developing Community Champions</a:t>
            </a:r>
          </a:p>
          <a:p>
            <a:r>
              <a:rPr lang="en-US" dirty="0">
                <a:latin typeface="Montserrat" pitchFamily="2" charset="77"/>
              </a:rPr>
              <a:t>A new solution for an old problem</a:t>
            </a:r>
          </a:p>
        </p:txBody>
      </p:sp>
      <p:sp>
        <p:nvSpPr>
          <p:cNvPr id="12" name="Freeform: Shape 11">
            <a:extLst>
              <a:ext uri="{FF2B5EF4-FFF2-40B4-BE49-F238E27FC236}">
                <a16:creationId xmlns:a16="http://schemas.microsoft.com/office/drawing/2014/main" id="{944BC222-881E-4F3F-AC3C-62905F635C6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366883" y="549929"/>
            <a:ext cx="3458235" cy="3202198"/>
          </a:xfrm>
          <a:custGeom>
            <a:avLst/>
            <a:gdLst>
              <a:gd name="connsiteX0" fmla="*/ 2180840 w 3810827"/>
              <a:gd name="connsiteY0" fmla="*/ 0 h 3634591"/>
              <a:gd name="connsiteX1" fmla="*/ 2866380 w 3810827"/>
              <a:gd name="connsiteY1" fmla="*/ 145165 h 3634591"/>
              <a:gd name="connsiteX2" fmla="*/ 3366366 w 3810827"/>
              <a:gd name="connsiteY2" fmla="*/ 536835 h 3634591"/>
              <a:gd name="connsiteX3" fmla="*/ 3810827 w 3810827"/>
              <a:gd name="connsiteY3" fmla="*/ 1924156 h 3634591"/>
              <a:gd name="connsiteX4" fmla="*/ 3612844 w 3810827"/>
              <a:gd name="connsiteY4" fmla="*/ 2493111 h 3634591"/>
              <a:gd name="connsiteX5" fmla="*/ 3026664 w 3810827"/>
              <a:gd name="connsiteY5" fmla="*/ 3022891 h 3634591"/>
              <a:gd name="connsiteX6" fmla="*/ 2897783 w 3810827"/>
              <a:gd name="connsiteY6" fmla="*/ 3124233 h 3634591"/>
              <a:gd name="connsiteX7" fmla="*/ 1838765 w 3810827"/>
              <a:gd name="connsiteY7" fmla="*/ 3634591 h 3634591"/>
              <a:gd name="connsiteX8" fmla="*/ 443724 w 3810827"/>
              <a:gd name="connsiteY8" fmla="*/ 2805020 h 3634591"/>
              <a:gd name="connsiteX9" fmla="*/ 295053 w 3810827"/>
              <a:gd name="connsiteY9" fmla="*/ 2592792 h 3634591"/>
              <a:gd name="connsiteX10" fmla="*/ 0 w 3810827"/>
              <a:gd name="connsiteY10" fmla="*/ 1924156 h 3634591"/>
              <a:gd name="connsiteX11" fmla="*/ 178275 w 3810827"/>
              <a:gd name="connsiteY11" fmla="*/ 1204061 h 3634591"/>
              <a:gd name="connsiteX12" fmla="*/ 669921 w 3810827"/>
              <a:gd name="connsiteY12" fmla="*/ 585306 h 3634591"/>
              <a:gd name="connsiteX13" fmla="*/ 1380730 w 3810827"/>
              <a:gd name="connsiteY13" fmla="*/ 156203 h 3634591"/>
              <a:gd name="connsiteX14" fmla="*/ 2180840 w 3810827"/>
              <a:gd name="connsiteY14" fmla="*/ 0 h 36345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810827" h="3634591">
                <a:moveTo>
                  <a:pt x="2180840" y="0"/>
                </a:moveTo>
                <a:cubicBezTo>
                  <a:pt x="2431406" y="0"/>
                  <a:pt x="2662018" y="48886"/>
                  <a:pt x="2866380" y="145165"/>
                </a:cubicBezTo>
                <a:cubicBezTo>
                  <a:pt x="3057903" y="235467"/>
                  <a:pt x="3226119" y="367269"/>
                  <a:pt x="3366366" y="536835"/>
                </a:cubicBezTo>
                <a:cubicBezTo>
                  <a:pt x="3652997" y="883519"/>
                  <a:pt x="3810827" y="1376199"/>
                  <a:pt x="3810827" y="1924156"/>
                </a:cubicBezTo>
                <a:cubicBezTo>
                  <a:pt x="3810827" y="2142775"/>
                  <a:pt x="3749739" y="2318234"/>
                  <a:pt x="3612844" y="2493111"/>
                </a:cubicBezTo>
                <a:cubicBezTo>
                  <a:pt x="3469652" y="2676041"/>
                  <a:pt x="3254495" y="2844528"/>
                  <a:pt x="3026664" y="3022891"/>
                </a:cubicBezTo>
                <a:cubicBezTo>
                  <a:pt x="2984630" y="3055759"/>
                  <a:pt x="2941206" y="3089789"/>
                  <a:pt x="2897783" y="3124233"/>
                </a:cubicBezTo>
                <a:cubicBezTo>
                  <a:pt x="2509094" y="3432490"/>
                  <a:pt x="2225408" y="3634591"/>
                  <a:pt x="1838765" y="3634591"/>
                </a:cubicBezTo>
                <a:cubicBezTo>
                  <a:pt x="1249640" y="3634591"/>
                  <a:pt x="832413" y="3386508"/>
                  <a:pt x="443724" y="2805020"/>
                </a:cubicBezTo>
                <a:cubicBezTo>
                  <a:pt x="392859" y="2728910"/>
                  <a:pt x="343138" y="2659690"/>
                  <a:pt x="295053" y="2592792"/>
                </a:cubicBezTo>
                <a:cubicBezTo>
                  <a:pt x="95761" y="2315411"/>
                  <a:pt x="0" y="2171160"/>
                  <a:pt x="0" y="1924156"/>
                </a:cubicBezTo>
                <a:cubicBezTo>
                  <a:pt x="0" y="1678896"/>
                  <a:pt x="60024" y="1436622"/>
                  <a:pt x="178275" y="1204061"/>
                </a:cubicBezTo>
                <a:cubicBezTo>
                  <a:pt x="293990" y="976561"/>
                  <a:pt x="459425" y="768319"/>
                  <a:pt x="669921" y="585306"/>
                </a:cubicBezTo>
                <a:cubicBezTo>
                  <a:pt x="876818" y="405365"/>
                  <a:pt x="1122558" y="256964"/>
                  <a:pt x="1380730" y="156203"/>
                </a:cubicBezTo>
                <a:cubicBezTo>
                  <a:pt x="1645852" y="52539"/>
                  <a:pt x="1915145" y="0"/>
                  <a:pt x="2180840" y="0"/>
                </a:cubicBezTo>
                <a:close/>
              </a:path>
            </a:pathLst>
          </a:custGeom>
          <a:noFill/>
          <a:ln w="19050">
            <a:solidFill>
              <a:srgbClr val="FFFFFF">
                <a:alpha val="50000"/>
              </a:srgb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pic>
        <p:nvPicPr>
          <p:cNvPr id="5" name="Picture 4" descr="A logo of a mountain with a star and clouds&#10;&#10;AI-generated content may be incorrect.">
            <a:extLst>
              <a:ext uri="{FF2B5EF4-FFF2-40B4-BE49-F238E27FC236}">
                <a16:creationId xmlns:a16="http://schemas.microsoft.com/office/drawing/2014/main" id="{CA7E340A-6FA4-F621-B833-BCF774DCCAE3}"/>
              </a:ext>
            </a:extLst>
          </p:cNvPr>
          <p:cNvPicPr>
            <a:picLocks noChangeAspect="1"/>
          </p:cNvPicPr>
          <p:nvPr/>
        </p:nvPicPr>
        <p:blipFill>
          <a:blip r:embed="rId2"/>
          <a:srcRect r="1819" b="-2"/>
          <a:stretch>
            <a:fillRect/>
          </a:stretch>
        </p:blipFill>
        <p:spPr>
          <a:xfrm>
            <a:off x="4999075" y="1106538"/>
            <a:ext cx="2193544" cy="1963953"/>
          </a:xfrm>
          <a:custGeom>
            <a:avLst/>
            <a:gdLst/>
            <a:ahLst/>
            <a:cxnLst/>
            <a:rect l="l" t="t" r="r" b="b"/>
            <a:pathLst>
              <a:path w="3236576" h="2678356">
                <a:moveTo>
                  <a:pt x="1852211" y="0"/>
                </a:moveTo>
                <a:cubicBezTo>
                  <a:pt x="2065020" y="0"/>
                  <a:pt x="2260881" y="36024"/>
                  <a:pt x="2434448" y="106974"/>
                </a:cubicBezTo>
                <a:cubicBezTo>
                  <a:pt x="2597110" y="173517"/>
                  <a:pt x="2739977" y="270643"/>
                  <a:pt x="2859090" y="395597"/>
                </a:cubicBezTo>
                <a:cubicBezTo>
                  <a:pt x="3102529" y="651072"/>
                  <a:pt x="3236576" y="1014131"/>
                  <a:pt x="3236576" y="1417925"/>
                </a:cubicBezTo>
                <a:cubicBezTo>
                  <a:pt x="3236576" y="1579026"/>
                  <a:pt x="3184694" y="1708324"/>
                  <a:pt x="3068427" y="1837191"/>
                </a:cubicBezTo>
                <a:cubicBezTo>
                  <a:pt x="2946813" y="1971994"/>
                  <a:pt x="2764077" y="2096154"/>
                  <a:pt x="2570578" y="2227590"/>
                </a:cubicBezTo>
                <a:cubicBezTo>
                  <a:pt x="2534878" y="2251811"/>
                  <a:pt x="2497998" y="2276888"/>
                  <a:pt x="2461118" y="2302270"/>
                </a:cubicBezTo>
                <a:cubicBezTo>
                  <a:pt x="2131001" y="2529427"/>
                  <a:pt x="1890063" y="2678356"/>
                  <a:pt x="1561683" y="2678356"/>
                </a:cubicBezTo>
                <a:cubicBezTo>
                  <a:pt x="1061333" y="2678356"/>
                  <a:pt x="706977" y="2495543"/>
                  <a:pt x="376860" y="2067039"/>
                </a:cubicBezTo>
                <a:cubicBezTo>
                  <a:pt x="333659" y="2010953"/>
                  <a:pt x="291432" y="1959945"/>
                  <a:pt x="250592" y="1910648"/>
                </a:cubicBezTo>
                <a:cubicBezTo>
                  <a:pt x="81332" y="1706243"/>
                  <a:pt x="0" y="1599944"/>
                  <a:pt x="0" y="1417925"/>
                </a:cubicBezTo>
                <a:cubicBezTo>
                  <a:pt x="0" y="1237191"/>
                  <a:pt x="50979" y="1058657"/>
                  <a:pt x="151411" y="887282"/>
                </a:cubicBezTo>
                <a:cubicBezTo>
                  <a:pt x="249689" y="719635"/>
                  <a:pt x="390195" y="566180"/>
                  <a:pt x="568972" y="431316"/>
                </a:cubicBezTo>
                <a:cubicBezTo>
                  <a:pt x="744691" y="298716"/>
                  <a:pt x="953401" y="189359"/>
                  <a:pt x="1172669" y="115107"/>
                </a:cubicBezTo>
                <a:cubicBezTo>
                  <a:pt x="1397840" y="38716"/>
                  <a:pt x="1626554" y="0"/>
                  <a:pt x="1852211" y="0"/>
                </a:cubicBezTo>
                <a:close/>
              </a:path>
            </a:pathLst>
          </a:custGeom>
        </p:spPr>
      </p:pic>
      <p:sp>
        <p:nvSpPr>
          <p:cNvPr id="14" name="Freeform: Shape 13">
            <a:extLst>
              <a:ext uri="{FF2B5EF4-FFF2-40B4-BE49-F238E27FC236}">
                <a16:creationId xmlns:a16="http://schemas.microsoft.com/office/drawing/2014/main" id="{9331F1C5-86F2-4F30-AEC7-34CECC2B342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77712" y="675301"/>
            <a:ext cx="3236576" cy="2897815"/>
          </a:xfrm>
          <a:custGeom>
            <a:avLst/>
            <a:gdLst>
              <a:gd name="connsiteX0" fmla="*/ 1827004 w 3236576"/>
              <a:gd name="connsiteY0" fmla="*/ 92602 h 2678356"/>
              <a:gd name="connsiteX1" fmla="*/ 1197590 w 3236576"/>
              <a:gd name="connsiteY1" fmla="*/ 199218 h 2678356"/>
              <a:gd name="connsiteX2" fmla="*/ 638426 w 3236576"/>
              <a:gd name="connsiteY2" fmla="*/ 492101 h 2678356"/>
              <a:gd name="connsiteX3" fmla="*/ 251668 w 3236576"/>
              <a:gd name="connsiteY3" fmla="*/ 914431 h 2678356"/>
              <a:gd name="connsiteX4" fmla="*/ 111426 w 3236576"/>
              <a:gd name="connsiteY4" fmla="*/ 1405930 h 2678356"/>
              <a:gd name="connsiteX5" fmla="*/ 343532 w 3236576"/>
              <a:gd name="connsiteY5" fmla="*/ 1862306 h 2678356"/>
              <a:gd name="connsiteX6" fmla="*/ 460486 w 3236576"/>
              <a:gd name="connsiteY6" fmla="*/ 2007161 h 2678356"/>
              <a:gd name="connsiteX7" fmla="*/ 1557908 w 3236576"/>
              <a:gd name="connsiteY7" fmla="*/ 2573382 h 2678356"/>
              <a:gd name="connsiteX8" fmla="*/ 2390993 w 3236576"/>
              <a:gd name="connsiteY8" fmla="*/ 2225039 h 2678356"/>
              <a:gd name="connsiteX9" fmla="*/ 2492379 w 3236576"/>
              <a:gd name="connsiteY9" fmla="*/ 2155868 h 2678356"/>
              <a:gd name="connsiteX10" fmla="*/ 2953503 w 3236576"/>
              <a:gd name="connsiteY10" fmla="*/ 1794268 h 2678356"/>
              <a:gd name="connsiteX11" fmla="*/ 3109248 w 3236576"/>
              <a:gd name="connsiteY11" fmla="*/ 1405930 h 2678356"/>
              <a:gd name="connsiteX12" fmla="*/ 2759609 w 3236576"/>
              <a:gd name="connsiteY12" fmla="*/ 459017 h 2678356"/>
              <a:gd name="connsiteX13" fmla="*/ 2366291 w 3236576"/>
              <a:gd name="connsiteY13" fmla="*/ 191684 h 2678356"/>
              <a:gd name="connsiteX14" fmla="*/ 1827004 w 3236576"/>
              <a:gd name="connsiteY14" fmla="*/ 92602 h 2678356"/>
              <a:gd name="connsiteX15" fmla="*/ 1852211 w 3236576"/>
              <a:gd name="connsiteY15" fmla="*/ 0 h 2678356"/>
              <a:gd name="connsiteX16" fmla="*/ 2434448 w 3236576"/>
              <a:gd name="connsiteY16" fmla="*/ 106974 h 2678356"/>
              <a:gd name="connsiteX17" fmla="*/ 2859090 w 3236576"/>
              <a:gd name="connsiteY17" fmla="*/ 395597 h 2678356"/>
              <a:gd name="connsiteX18" fmla="*/ 3236576 w 3236576"/>
              <a:gd name="connsiteY18" fmla="*/ 1417925 h 2678356"/>
              <a:gd name="connsiteX19" fmla="*/ 3068427 w 3236576"/>
              <a:gd name="connsiteY19" fmla="*/ 1837191 h 2678356"/>
              <a:gd name="connsiteX20" fmla="*/ 2570578 w 3236576"/>
              <a:gd name="connsiteY20" fmla="*/ 2227590 h 2678356"/>
              <a:gd name="connsiteX21" fmla="*/ 2461118 w 3236576"/>
              <a:gd name="connsiteY21" fmla="*/ 2302270 h 2678356"/>
              <a:gd name="connsiteX22" fmla="*/ 1561683 w 3236576"/>
              <a:gd name="connsiteY22" fmla="*/ 2678356 h 2678356"/>
              <a:gd name="connsiteX23" fmla="*/ 376860 w 3236576"/>
              <a:gd name="connsiteY23" fmla="*/ 2067039 h 2678356"/>
              <a:gd name="connsiteX24" fmla="*/ 250592 w 3236576"/>
              <a:gd name="connsiteY24" fmla="*/ 1910648 h 2678356"/>
              <a:gd name="connsiteX25" fmla="*/ 0 w 3236576"/>
              <a:gd name="connsiteY25" fmla="*/ 1417925 h 2678356"/>
              <a:gd name="connsiteX26" fmla="*/ 151411 w 3236576"/>
              <a:gd name="connsiteY26" fmla="*/ 887282 h 2678356"/>
              <a:gd name="connsiteX27" fmla="*/ 568972 w 3236576"/>
              <a:gd name="connsiteY27" fmla="*/ 431316 h 2678356"/>
              <a:gd name="connsiteX28" fmla="*/ 1172669 w 3236576"/>
              <a:gd name="connsiteY28" fmla="*/ 115107 h 2678356"/>
              <a:gd name="connsiteX29" fmla="*/ 1852211 w 3236576"/>
              <a:gd name="connsiteY29" fmla="*/ 0 h 26783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3236576" h="2678356">
                <a:moveTo>
                  <a:pt x="1827004" y="92602"/>
                </a:moveTo>
                <a:cubicBezTo>
                  <a:pt x="1617993" y="92602"/>
                  <a:pt x="1406151" y="128462"/>
                  <a:pt x="1197590" y="199218"/>
                </a:cubicBezTo>
                <a:cubicBezTo>
                  <a:pt x="994497" y="267993"/>
                  <a:pt x="801183" y="369283"/>
                  <a:pt x="638426" y="492101"/>
                </a:cubicBezTo>
                <a:cubicBezTo>
                  <a:pt x="472837" y="617016"/>
                  <a:pt x="342696" y="759151"/>
                  <a:pt x="251668" y="914431"/>
                </a:cubicBezTo>
                <a:cubicBezTo>
                  <a:pt x="158645" y="1073165"/>
                  <a:pt x="111426" y="1238528"/>
                  <a:pt x="111426" y="1405930"/>
                </a:cubicBezTo>
                <a:cubicBezTo>
                  <a:pt x="111426" y="1574522"/>
                  <a:pt x="186758" y="1672980"/>
                  <a:pt x="343532" y="1862306"/>
                </a:cubicBezTo>
                <a:cubicBezTo>
                  <a:pt x="381359" y="1907967"/>
                  <a:pt x="420472" y="1955212"/>
                  <a:pt x="460486" y="2007161"/>
                </a:cubicBezTo>
                <a:cubicBezTo>
                  <a:pt x="766251" y="2404054"/>
                  <a:pt x="1094467" y="2573382"/>
                  <a:pt x="1557908" y="2573382"/>
                </a:cubicBezTo>
                <a:cubicBezTo>
                  <a:pt x="1862063" y="2573382"/>
                  <a:pt x="2085228" y="2435439"/>
                  <a:pt x="2390993" y="2225039"/>
                </a:cubicBezTo>
                <a:cubicBezTo>
                  <a:pt x="2425153" y="2201529"/>
                  <a:pt x="2459313" y="2178302"/>
                  <a:pt x="2492379" y="2155868"/>
                </a:cubicBezTo>
                <a:cubicBezTo>
                  <a:pt x="2671604" y="2034127"/>
                  <a:pt x="2840860" y="1919127"/>
                  <a:pt x="2953503" y="1794268"/>
                </a:cubicBezTo>
                <a:cubicBezTo>
                  <a:pt x="3061193" y="1674907"/>
                  <a:pt x="3109248" y="1555147"/>
                  <a:pt x="3109248" y="1405930"/>
                </a:cubicBezTo>
                <a:cubicBezTo>
                  <a:pt x="3109248" y="1031923"/>
                  <a:pt x="2985089" y="695646"/>
                  <a:pt x="2759609" y="459017"/>
                </a:cubicBezTo>
                <a:cubicBezTo>
                  <a:pt x="2649282" y="343280"/>
                  <a:pt x="2516954" y="253319"/>
                  <a:pt x="2366291" y="191684"/>
                </a:cubicBezTo>
                <a:cubicBezTo>
                  <a:pt x="2205527" y="125969"/>
                  <a:pt x="2024114" y="92602"/>
                  <a:pt x="1827004" y="92602"/>
                </a:cubicBezTo>
                <a:close/>
                <a:moveTo>
                  <a:pt x="1852211" y="0"/>
                </a:moveTo>
                <a:cubicBezTo>
                  <a:pt x="2065020" y="0"/>
                  <a:pt x="2260881" y="36024"/>
                  <a:pt x="2434448" y="106974"/>
                </a:cubicBezTo>
                <a:cubicBezTo>
                  <a:pt x="2597110" y="173517"/>
                  <a:pt x="2739977" y="270643"/>
                  <a:pt x="2859090" y="395597"/>
                </a:cubicBezTo>
                <a:cubicBezTo>
                  <a:pt x="3102529" y="651072"/>
                  <a:pt x="3236576" y="1014131"/>
                  <a:pt x="3236576" y="1417925"/>
                </a:cubicBezTo>
                <a:cubicBezTo>
                  <a:pt x="3236576" y="1579026"/>
                  <a:pt x="3184694" y="1708324"/>
                  <a:pt x="3068427" y="1837191"/>
                </a:cubicBezTo>
                <a:cubicBezTo>
                  <a:pt x="2946813" y="1971994"/>
                  <a:pt x="2764077" y="2096154"/>
                  <a:pt x="2570578" y="2227590"/>
                </a:cubicBezTo>
                <a:cubicBezTo>
                  <a:pt x="2534878" y="2251811"/>
                  <a:pt x="2497998" y="2276888"/>
                  <a:pt x="2461118" y="2302270"/>
                </a:cubicBezTo>
                <a:cubicBezTo>
                  <a:pt x="2131001" y="2529427"/>
                  <a:pt x="1890063" y="2678356"/>
                  <a:pt x="1561683" y="2678356"/>
                </a:cubicBezTo>
                <a:cubicBezTo>
                  <a:pt x="1061333" y="2678356"/>
                  <a:pt x="706977" y="2495543"/>
                  <a:pt x="376860" y="2067039"/>
                </a:cubicBezTo>
                <a:cubicBezTo>
                  <a:pt x="333659" y="2010953"/>
                  <a:pt x="291432" y="1959945"/>
                  <a:pt x="250592" y="1910648"/>
                </a:cubicBezTo>
                <a:cubicBezTo>
                  <a:pt x="81332" y="1706243"/>
                  <a:pt x="0" y="1599944"/>
                  <a:pt x="0" y="1417925"/>
                </a:cubicBezTo>
                <a:cubicBezTo>
                  <a:pt x="0" y="1237191"/>
                  <a:pt x="50979" y="1058657"/>
                  <a:pt x="151411" y="887282"/>
                </a:cubicBezTo>
                <a:cubicBezTo>
                  <a:pt x="249689" y="719635"/>
                  <a:pt x="390195" y="566180"/>
                  <a:pt x="568972" y="431316"/>
                </a:cubicBezTo>
                <a:cubicBezTo>
                  <a:pt x="744691" y="298716"/>
                  <a:pt x="953401" y="189359"/>
                  <a:pt x="1172669" y="115107"/>
                </a:cubicBezTo>
                <a:cubicBezTo>
                  <a:pt x="1397840" y="38716"/>
                  <a:pt x="1626554" y="0"/>
                  <a:pt x="1852211" y="0"/>
                </a:cubicBezTo>
                <a:close/>
              </a:path>
            </a:pathLst>
          </a:custGeom>
          <a:solidFill>
            <a:srgbClr val="FFFFFF">
              <a:alpha val="6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Tree>
    <p:extLst>
      <p:ext uri="{BB962C8B-B14F-4D97-AF65-F5344CB8AC3E}">
        <p14:creationId xmlns:p14="http://schemas.microsoft.com/office/powerpoint/2010/main" val="41362989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par>
                                <p:cTn id="8" presetID="10" presetClass="entr" presetSubtype="0" fill="hold" grpId="0" nodeType="withEffect">
                                  <p:stCondLst>
                                    <p:cond delay="2000"/>
                                  </p:stCondLst>
                                  <p:iterate type="lt">
                                    <p:tmPct val="10000"/>
                                  </p:iterate>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400"/>
                                        <p:tgtEl>
                                          <p:spTgt spid="3">
                                            <p:txEl>
                                              <p:pRg st="0" end="0"/>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2000"/>
                                  </p:stCondLst>
                                  <p:iterate type="lt">
                                    <p:tmPct val="10000"/>
                                  </p:iterate>
                                  <p:childTnLst>
                                    <p:set>
                                      <p:cBhvr>
                                        <p:cTn id="14" dur="1" fill="hold">
                                          <p:stCondLst>
                                            <p:cond delay="0"/>
                                          </p:stCondLst>
                                        </p:cTn>
                                        <p:tgtEl>
                                          <p:spTgt spid="3">
                                            <p:txEl>
                                              <p:pRg st="1" end="1"/>
                                            </p:txEl>
                                          </p:spTgt>
                                        </p:tgtEl>
                                        <p:attrNameLst>
                                          <p:attrName>style.visibility</p:attrName>
                                        </p:attrNameLst>
                                      </p:cBhvr>
                                      <p:to>
                                        <p:strVal val="visible"/>
                                      </p:to>
                                    </p:set>
                                    <p:animEffect transition="in" filter="fade">
                                      <p:cBhvr>
                                        <p:cTn id="15" dur="4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4" name="Rectangle 33">
            <a:extLst>
              <a:ext uri="{FF2B5EF4-FFF2-40B4-BE49-F238E27FC236}">
                <a16:creationId xmlns:a16="http://schemas.microsoft.com/office/drawing/2014/main" id="{10EB215C-7839-4CEA-AA02-B8F7755F9CE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Freeform: Shape 25">
            <a:extLst>
              <a:ext uri="{FF2B5EF4-FFF2-40B4-BE49-F238E27FC236}">
                <a16:creationId xmlns:a16="http://schemas.microsoft.com/office/drawing/2014/main" id="{91011C6D-05BE-4D99-8C11-A0E478B1299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0915134" cy="2251389"/>
          </a:xfrm>
          <a:custGeom>
            <a:avLst/>
            <a:gdLst>
              <a:gd name="connsiteX0" fmla="*/ 0 w 10915134"/>
              <a:gd name="connsiteY0" fmla="*/ 0 h 2251389"/>
              <a:gd name="connsiteX1" fmla="*/ 10915134 w 10915134"/>
              <a:gd name="connsiteY1" fmla="*/ 0 h 2251389"/>
              <a:gd name="connsiteX2" fmla="*/ 10882980 w 10915134"/>
              <a:gd name="connsiteY2" fmla="*/ 49990 h 2251389"/>
              <a:gd name="connsiteX3" fmla="*/ 10834795 w 10915134"/>
              <a:gd name="connsiteY3" fmla="*/ 110024 h 2251389"/>
              <a:gd name="connsiteX4" fmla="*/ 10738392 w 10915134"/>
              <a:gd name="connsiteY4" fmla="*/ 165813 h 2251389"/>
              <a:gd name="connsiteX5" fmla="*/ 10633692 w 10915134"/>
              <a:gd name="connsiteY5" fmla="*/ 209264 h 2251389"/>
              <a:gd name="connsiteX6" fmla="*/ 10586800 w 10915134"/>
              <a:gd name="connsiteY6" fmla="*/ 239716 h 2251389"/>
              <a:gd name="connsiteX7" fmla="*/ 10501658 w 10915134"/>
              <a:gd name="connsiteY7" fmla="*/ 307174 h 2251389"/>
              <a:gd name="connsiteX8" fmla="*/ 10404067 w 10915134"/>
              <a:gd name="connsiteY8" fmla="*/ 412395 h 2251389"/>
              <a:gd name="connsiteX9" fmla="*/ 10380953 w 10915134"/>
              <a:gd name="connsiteY9" fmla="*/ 472334 h 2251389"/>
              <a:gd name="connsiteX10" fmla="*/ 10341416 w 10915134"/>
              <a:gd name="connsiteY10" fmla="*/ 504774 h 2251389"/>
              <a:gd name="connsiteX11" fmla="*/ 10326329 w 10915134"/>
              <a:gd name="connsiteY11" fmla="*/ 523459 h 2251389"/>
              <a:gd name="connsiteX12" fmla="*/ 10298289 w 10915134"/>
              <a:gd name="connsiteY12" fmla="*/ 532173 h 2251389"/>
              <a:gd name="connsiteX13" fmla="*/ 10243127 w 10915134"/>
              <a:gd name="connsiteY13" fmla="*/ 540715 h 2251389"/>
              <a:gd name="connsiteX14" fmla="*/ 10141243 w 10915134"/>
              <a:gd name="connsiteY14" fmla="*/ 592343 h 2251389"/>
              <a:gd name="connsiteX15" fmla="*/ 9940352 w 10915134"/>
              <a:gd name="connsiteY15" fmla="*/ 631518 h 2251389"/>
              <a:gd name="connsiteX16" fmla="*/ 9836226 w 10915134"/>
              <a:gd name="connsiteY16" fmla="*/ 660496 h 2251389"/>
              <a:gd name="connsiteX17" fmla="*/ 9686899 w 10915134"/>
              <a:gd name="connsiteY17" fmla="*/ 683782 h 2251389"/>
              <a:gd name="connsiteX18" fmla="*/ 9578209 w 10915134"/>
              <a:gd name="connsiteY18" fmla="*/ 709781 h 2251389"/>
              <a:gd name="connsiteX19" fmla="*/ 9437298 w 10915134"/>
              <a:gd name="connsiteY19" fmla="*/ 757337 h 2251389"/>
              <a:gd name="connsiteX20" fmla="*/ 9435498 w 10915134"/>
              <a:gd name="connsiteY20" fmla="*/ 759689 h 2251389"/>
              <a:gd name="connsiteX21" fmla="*/ 9413910 w 10915134"/>
              <a:gd name="connsiteY21" fmla="*/ 764531 h 2251389"/>
              <a:gd name="connsiteX22" fmla="*/ 9361370 w 10915134"/>
              <a:gd name="connsiteY22" fmla="*/ 760593 h 2251389"/>
              <a:gd name="connsiteX23" fmla="*/ 9356626 w 10915134"/>
              <a:gd name="connsiteY23" fmla="*/ 764594 h 2251389"/>
              <a:gd name="connsiteX24" fmla="*/ 9311281 w 10915134"/>
              <a:gd name="connsiteY24" fmla="*/ 769260 h 2251389"/>
              <a:gd name="connsiteX25" fmla="*/ 9311173 w 10915134"/>
              <a:gd name="connsiteY25" fmla="*/ 771337 h 2251389"/>
              <a:gd name="connsiteX26" fmla="*/ 9300658 w 10915134"/>
              <a:gd name="connsiteY26" fmla="*/ 781452 h 2251389"/>
              <a:gd name="connsiteX27" fmla="*/ 9279376 w 10915134"/>
              <a:gd name="connsiteY27" fmla="*/ 796188 h 2251389"/>
              <a:gd name="connsiteX28" fmla="*/ 9189502 w 10915134"/>
              <a:gd name="connsiteY28" fmla="*/ 860175 h 2251389"/>
              <a:gd name="connsiteX29" fmla="*/ 9180260 w 10915134"/>
              <a:gd name="connsiteY29" fmla="*/ 862300 h 2251389"/>
              <a:gd name="connsiteX30" fmla="*/ 9180186 w 10915134"/>
              <a:gd name="connsiteY30" fmla="*/ 862799 h 2251389"/>
              <a:gd name="connsiteX31" fmla="*/ 9170652 w 10915134"/>
              <a:gd name="connsiteY31" fmla="*/ 865945 h 2251389"/>
              <a:gd name="connsiteX32" fmla="*/ 9145484 w 10915134"/>
              <a:gd name="connsiteY32" fmla="*/ 870300 h 2251389"/>
              <a:gd name="connsiteX33" fmla="*/ 9140031 w 10915134"/>
              <a:gd name="connsiteY33" fmla="*/ 874741 h 2251389"/>
              <a:gd name="connsiteX34" fmla="*/ 9138892 w 10915134"/>
              <a:gd name="connsiteY34" fmla="*/ 880860 h 2251389"/>
              <a:gd name="connsiteX35" fmla="*/ 9107257 w 10915134"/>
              <a:gd name="connsiteY35" fmla="*/ 903704 h 2251389"/>
              <a:gd name="connsiteX36" fmla="*/ 9034880 w 10915134"/>
              <a:gd name="connsiteY36" fmla="*/ 948837 h 2251389"/>
              <a:gd name="connsiteX37" fmla="*/ 8950600 w 10915134"/>
              <a:gd name="connsiteY37" fmla="*/ 994853 h 2251389"/>
              <a:gd name="connsiteX38" fmla="*/ 8753014 w 10915134"/>
              <a:gd name="connsiteY38" fmla="*/ 1118658 h 2251389"/>
              <a:gd name="connsiteX39" fmla="*/ 8581094 w 10915134"/>
              <a:gd name="connsiteY39" fmla="*/ 1153261 h 2251389"/>
              <a:gd name="connsiteX40" fmla="*/ 8498175 w 10915134"/>
              <a:gd name="connsiteY40" fmla="*/ 1187969 h 2251389"/>
              <a:gd name="connsiteX41" fmla="*/ 8448788 w 10915134"/>
              <a:gd name="connsiteY41" fmla="*/ 1206463 h 2251389"/>
              <a:gd name="connsiteX42" fmla="*/ 8367996 w 10915134"/>
              <a:gd name="connsiteY42" fmla="*/ 1232783 h 2251389"/>
              <a:gd name="connsiteX43" fmla="*/ 8367423 w 10915134"/>
              <a:gd name="connsiteY43" fmla="*/ 1238278 h 2251389"/>
              <a:gd name="connsiteX44" fmla="*/ 8359640 w 10915134"/>
              <a:gd name="connsiteY44" fmla="*/ 1246782 h 2251389"/>
              <a:gd name="connsiteX45" fmla="*/ 8346100 w 10915134"/>
              <a:gd name="connsiteY45" fmla="*/ 1266142 h 2251389"/>
              <a:gd name="connsiteX46" fmla="*/ 8318833 w 10915134"/>
              <a:gd name="connsiteY46" fmla="*/ 1292714 h 2251389"/>
              <a:gd name="connsiteX47" fmla="*/ 8317719 w 10915134"/>
              <a:gd name="connsiteY47" fmla="*/ 1291904 h 2251389"/>
              <a:gd name="connsiteX48" fmla="*/ 8307730 w 10915134"/>
              <a:gd name="connsiteY48" fmla="*/ 1293984 h 2251389"/>
              <a:gd name="connsiteX49" fmla="*/ 8240756 w 10915134"/>
              <a:gd name="connsiteY49" fmla="*/ 1301537 h 2251389"/>
              <a:gd name="connsiteX50" fmla="*/ 8216639 w 10915134"/>
              <a:gd name="connsiteY50" fmla="*/ 1327887 h 2251389"/>
              <a:gd name="connsiteX51" fmla="*/ 8211337 w 10915134"/>
              <a:gd name="connsiteY51" fmla="*/ 1332570 h 2251389"/>
              <a:gd name="connsiteX52" fmla="*/ 8211048 w 10915134"/>
              <a:gd name="connsiteY52" fmla="*/ 1332403 h 2251389"/>
              <a:gd name="connsiteX53" fmla="*/ 8205085 w 10915134"/>
              <a:gd name="connsiteY53" fmla="*/ 1336831 h 2251389"/>
              <a:gd name="connsiteX54" fmla="*/ 8137554 w 10915134"/>
              <a:gd name="connsiteY54" fmla="*/ 1342145 h 2251389"/>
              <a:gd name="connsiteX55" fmla="*/ 8054564 w 10915134"/>
              <a:gd name="connsiteY55" fmla="*/ 1367911 h 2251389"/>
              <a:gd name="connsiteX56" fmla="*/ 7973237 w 10915134"/>
              <a:gd name="connsiteY56" fmla="*/ 1397544 h 2251389"/>
              <a:gd name="connsiteX57" fmla="*/ 7944198 w 10915134"/>
              <a:gd name="connsiteY57" fmla="*/ 1410276 h 2251389"/>
              <a:gd name="connsiteX58" fmla="*/ 7890643 w 10915134"/>
              <a:gd name="connsiteY58" fmla="*/ 1424144 h 2251389"/>
              <a:gd name="connsiteX59" fmla="*/ 7864997 w 10915134"/>
              <a:gd name="connsiteY59" fmla="*/ 1425023 h 2251389"/>
              <a:gd name="connsiteX60" fmla="*/ 7864067 w 10915134"/>
              <a:gd name="connsiteY60" fmla="*/ 1426002 h 2251389"/>
              <a:gd name="connsiteX61" fmla="*/ 7861153 w 10915134"/>
              <a:gd name="connsiteY61" fmla="*/ 1423038 h 2251389"/>
              <a:gd name="connsiteX62" fmla="*/ 7844586 w 10915134"/>
              <a:gd name="connsiteY62" fmla="*/ 1429169 h 2251389"/>
              <a:gd name="connsiteX63" fmla="*/ 7840350 w 10915134"/>
              <a:gd name="connsiteY63" fmla="*/ 1432451 h 2251389"/>
              <a:gd name="connsiteX64" fmla="*/ 7833722 w 10915134"/>
              <a:gd name="connsiteY64" fmla="*/ 1435148 h 2251389"/>
              <a:gd name="connsiteX65" fmla="*/ 7833492 w 10915134"/>
              <a:gd name="connsiteY65" fmla="*/ 1434901 h 2251389"/>
              <a:gd name="connsiteX66" fmla="*/ 7827413 w 10915134"/>
              <a:gd name="connsiteY66" fmla="*/ 1438043 h 2251389"/>
              <a:gd name="connsiteX67" fmla="*/ 7798463 w 10915134"/>
              <a:gd name="connsiteY67" fmla="*/ 1457407 h 2251389"/>
              <a:gd name="connsiteX68" fmla="*/ 7759015 w 10915134"/>
              <a:gd name="connsiteY68" fmla="*/ 1458666 h 2251389"/>
              <a:gd name="connsiteX69" fmla="*/ 7752684 w 10915134"/>
              <a:gd name="connsiteY69" fmla="*/ 1444792 h 2251389"/>
              <a:gd name="connsiteX70" fmla="*/ 7747867 w 10915134"/>
              <a:gd name="connsiteY70" fmla="*/ 1447976 h 2251389"/>
              <a:gd name="connsiteX71" fmla="*/ 7738750 w 10915134"/>
              <a:gd name="connsiteY71" fmla="*/ 1456574 h 2251389"/>
              <a:gd name="connsiteX72" fmla="*/ 7735619 w 10915134"/>
              <a:gd name="connsiteY72" fmla="*/ 1456320 h 2251389"/>
              <a:gd name="connsiteX73" fmla="*/ 7705072 w 10915134"/>
              <a:gd name="connsiteY73" fmla="*/ 1465768 h 2251389"/>
              <a:gd name="connsiteX74" fmla="*/ 7696073 w 10915134"/>
              <a:gd name="connsiteY74" fmla="*/ 1462212 h 2251389"/>
              <a:gd name="connsiteX75" fmla="*/ 7692096 w 10915134"/>
              <a:gd name="connsiteY75" fmla="*/ 1462163 h 2251389"/>
              <a:gd name="connsiteX76" fmla="*/ 7674689 w 10915134"/>
              <a:gd name="connsiteY76" fmla="*/ 1477613 h 2251389"/>
              <a:gd name="connsiteX77" fmla="*/ 7665348 w 10915134"/>
              <a:gd name="connsiteY77" fmla="*/ 1483862 h 2251389"/>
              <a:gd name="connsiteX78" fmla="*/ 7606276 w 10915134"/>
              <a:gd name="connsiteY78" fmla="*/ 1538521 h 2251389"/>
              <a:gd name="connsiteX79" fmla="*/ 7504695 w 10915134"/>
              <a:gd name="connsiteY79" fmla="*/ 1566686 h 2251389"/>
              <a:gd name="connsiteX80" fmla="*/ 7401270 w 10915134"/>
              <a:gd name="connsiteY80" fmla="*/ 1597361 h 2251389"/>
              <a:gd name="connsiteX81" fmla="*/ 7320321 w 10915134"/>
              <a:gd name="connsiteY81" fmla="*/ 1619535 h 2251389"/>
              <a:gd name="connsiteX82" fmla="*/ 7149526 w 10915134"/>
              <a:gd name="connsiteY82" fmla="*/ 1743630 h 2251389"/>
              <a:gd name="connsiteX83" fmla="*/ 7105391 w 10915134"/>
              <a:gd name="connsiteY83" fmla="*/ 1752328 h 2251389"/>
              <a:gd name="connsiteX84" fmla="*/ 7071654 w 10915134"/>
              <a:gd name="connsiteY84" fmla="*/ 1785091 h 2251389"/>
              <a:gd name="connsiteX85" fmla="*/ 7054359 w 10915134"/>
              <a:gd name="connsiteY85" fmla="*/ 1782439 h 2251389"/>
              <a:gd name="connsiteX86" fmla="*/ 7051319 w 10915134"/>
              <a:gd name="connsiteY86" fmla="*/ 1781706 h 2251389"/>
              <a:gd name="connsiteX87" fmla="*/ 7040377 w 10915134"/>
              <a:gd name="connsiteY87" fmla="*/ 1784767 h 2251389"/>
              <a:gd name="connsiteX88" fmla="*/ 7035771 w 10915134"/>
              <a:gd name="connsiteY88" fmla="*/ 1778137 h 2251389"/>
              <a:gd name="connsiteX89" fmla="*/ 7018208 w 10915134"/>
              <a:gd name="connsiteY89" fmla="*/ 1777373 h 2251389"/>
              <a:gd name="connsiteX90" fmla="*/ 6998493 w 10915134"/>
              <a:gd name="connsiteY90" fmla="*/ 1785098 h 2251389"/>
              <a:gd name="connsiteX91" fmla="*/ 6928288 w 10915134"/>
              <a:gd name="connsiteY91" fmla="*/ 1811732 h 2251389"/>
              <a:gd name="connsiteX92" fmla="*/ 6917773 w 10915134"/>
              <a:gd name="connsiteY92" fmla="*/ 1820666 h 2251389"/>
              <a:gd name="connsiteX93" fmla="*/ 6881789 w 10915134"/>
              <a:gd name="connsiteY93" fmla="*/ 1828309 h 2251389"/>
              <a:gd name="connsiteX94" fmla="*/ 6879926 w 10915134"/>
              <a:gd name="connsiteY94" fmla="*/ 1830591 h 2251389"/>
              <a:gd name="connsiteX95" fmla="*/ 6845508 w 10915134"/>
              <a:gd name="connsiteY95" fmla="*/ 1841035 h 2251389"/>
              <a:gd name="connsiteX96" fmla="*/ 6786683 w 10915134"/>
              <a:gd name="connsiteY96" fmla="*/ 1868367 h 2251389"/>
              <a:gd name="connsiteX97" fmla="*/ 6773874 w 10915134"/>
              <a:gd name="connsiteY97" fmla="*/ 1863267 h 2251389"/>
              <a:gd name="connsiteX98" fmla="*/ 6771241 w 10915134"/>
              <a:gd name="connsiteY98" fmla="*/ 1859449 h 2251389"/>
              <a:gd name="connsiteX99" fmla="*/ 6755065 w 10915134"/>
              <a:gd name="connsiteY99" fmla="*/ 1866822 h 2251389"/>
              <a:gd name="connsiteX100" fmla="*/ 6740854 w 10915134"/>
              <a:gd name="connsiteY100" fmla="*/ 1865352 h 2251389"/>
              <a:gd name="connsiteX101" fmla="*/ 6730997 w 10915134"/>
              <a:gd name="connsiteY101" fmla="*/ 1874155 h 2251389"/>
              <a:gd name="connsiteX102" fmla="*/ 6714212 w 10915134"/>
              <a:gd name="connsiteY102" fmla="*/ 1876293 h 2251389"/>
              <a:gd name="connsiteX103" fmla="*/ 6693130 w 10915134"/>
              <a:gd name="connsiteY103" fmla="*/ 1876808 h 2251389"/>
              <a:gd name="connsiteX104" fmla="*/ 6674405 w 10915134"/>
              <a:gd name="connsiteY104" fmla="*/ 1873459 h 2251389"/>
              <a:gd name="connsiteX105" fmla="*/ 6647714 w 10915134"/>
              <a:gd name="connsiteY105" fmla="*/ 1878941 h 2251389"/>
              <a:gd name="connsiteX106" fmla="*/ 6586613 w 10915134"/>
              <a:gd name="connsiteY106" fmla="*/ 1887053 h 2251389"/>
              <a:gd name="connsiteX107" fmla="*/ 6540424 w 10915134"/>
              <a:gd name="connsiteY107" fmla="*/ 1893269 h 2251389"/>
              <a:gd name="connsiteX108" fmla="*/ 6460034 w 10915134"/>
              <a:gd name="connsiteY108" fmla="*/ 1911286 h 2251389"/>
              <a:gd name="connsiteX109" fmla="*/ 6445449 w 10915134"/>
              <a:gd name="connsiteY109" fmla="*/ 1926499 h 2251389"/>
              <a:gd name="connsiteX110" fmla="*/ 6407092 w 10915134"/>
              <a:gd name="connsiteY110" fmla="*/ 1921993 h 2251389"/>
              <a:gd name="connsiteX111" fmla="*/ 6396332 w 10915134"/>
              <a:gd name="connsiteY111" fmla="*/ 1907025 h 2251389"/>
              <a:gd name="connsiteX112" fmla="*/ 6347048 w 10915134"/>
              <a:gd name="connsiteY112" fmla="*/ 1912130 h 2251389"/>
              <a:gd name="connsiteX113" fmla="*/ 6302270 w 10915134"/>
              <a:gd name="connsiteY113" fmla="*/ 1933613 h 2251389"/>
              <a:gd name="connsiteX114" fmla="*/ 6243078 w 10915134"/>
              <a:gd name="connsiteY114" fmla="*/ 1945644 h 2251389"/>
              <a:gd name="connsiteX115" fmla="*/ 6207738 w 10915134"/>
              <a:gd name="connsiteY115" fmla="*/ 1953011 h 2251389"/>
              <a:gd name="connsiteX116" fmla="*/ 6108781 w 10915134"/>
              <a:gd name="connsiteY116" fmla="*/ 1959474 h 2251389"/>
              <a:gd name="connsiteX117" fmla="*/ 6103698 w 10915134"/>
              <a:gd name="connsiteY117" fmla="*/ 1959304 h 2251389"/>
              <a:gd name="connsiteX118" fmla="*/ 6087017 w 10915134"/>
              <a:gd name="connsiteY118" fmla="*/ 1969078 h 2251389"/>
              <a:gd name="connsiteX119" fmla="*/ 6086313 w 10915134"/>
              <a:gd name="connsiteY119" fmla="*/ 1971580 h 2251389"/>
              <a:gd name="connsiteX120" fmla="*/ 6024291 w 10915134"/>
              <a:gd name="connsiteY120" fmla="*/ 1966761 h 2251389"/>
              <a:gd name="connsiteX121" fmla="*/ 6016853 w 10915134"/>
              <a:gd name="connsiteY121" fmla="*/ 1970526 h 2251389"/>
              <a:gd name="connsiteX122" fmla="*/ 5975404 w 10915134"/>
              <a:gd name="connsiteY122" fmla="*/ 1961749 h 2251389"/>
              <a:gd name="connsiteX123" fmla="*/ 5954536 w 10915134"/>
              <a:gd name="connsiteY123" fmla="*/ 1960220 h 2251389"/>
              <a:gd name="connsiteX124" fmla="*/ 5917280 w 10915134"/>
              <a:gd name="connsiteY124" fmla="*/ 1954478 h 2251389"/>
              <a:gd name="connsiteX125" fmla="*/ 5914232 w 10915134"/>
              <a:gd name="connsiteY125" fmla="*/ 1956919 h 2251389"/>
              <a:gd name="connsiteX126" fmla="*/ 5906850 w 10915134"/>
              <a:gd name="connsiteY126" fmla="*/ 1954702 h 2251389"/>
              <a:gd name="connsiteX127" fmla="*/ 5901461 w 10915134"/>
              <a:gd name="connsiteY127" fmla="*/ 1957577 h 2251389"/>
              <a:gd name="connsiteX128" fmla="*/ 5895317 w 10915134"/>
              <a:gd name="connsiteY128" fmla="*/ 1956828 h 2251389"/>
              <a:gd name="connsiteX129" fmla="*/ 5831128 w 10915134"/>
              <a:gd name="connsiteY129" fmla="*/ 1968382 h 2251389"/>
              <a:gd name="connsiteX130" fmla="*/ 5817261 w 10915134"/>
              <a:gd name="connsiteY130" fmla="*/ 1966124 h 2251389"/>
              <a:gd name="connsiteX131" fmla="*/ 5806791 w 10915134"/>
              <a:gd name="connsiteY131" fmla="*/ 1974713 h 2251389"/>
              <a:gd name="connsiteX132" fmla="*/ 5762574 w 10915134"/>
              <a:gd name="connsiteY132" fmla="*/ 1976973 h 2251389"/>
              <a:gd name="connsiteX133" fmla="*/ 5747297 w 10915134"/>
              <a:gd name="connsiteY133" fmla="*/ 1970252 h 2251389"/>
              <a:gd name="connsiteX134" fmla="*/ 5733169 w 10915134"/>
              <a:gd name="connsiteY134" fmla="*/ 1965433 h 2251389"/>
              <a:gd name="connsiteX135" fmla="*/ 5731338 w 10915134"/>
              <a:gd name="connsiteY135" fmla="*/ 1965447 h 2251389"/>
              <a:gd name="connsiteX136" fmla="*/ 5712957 w 10915134"/>
              <a:gd name="connsiteY136" fmla="*/ 1965596 h 2251389"/>
              <a:gd name="connsiteX137" fmla="*/ 5678760 w 10915134"/>
              <a:gd name="connsiteY137" fmla="*/ 1965873 h 2251389"/>
              <a:gd name="connsiteX138" fmla="*/ 5612457 w 10915134"/>
              <a:gd name="connsiteY138" fmla="*/ 1972287 h 2251389"/>
              <a:gd name="connsiteX139" fmla="*/ 5462439 w 10915134"/>
              <a:gd name="connsiteY139" fmla="*/ 1941766 h 2251389"/>
              <a:gd name="connsiteX140" fmla="*/ 5249426 w 10915134"/>
              <a:gd name="connsiteY140" fmla="*/ 1957993 h 2251389"/>
              <a:gd name="connsiteX141" fmla="*/ 4795460 w 10915134"/>
              <a:gd name="connsiteY141" fmla="*/ 2018541 h 2251389"/>
              <a:gd name="connsiteX142" fmla="*/ 4698875 w 10915134"/>
              <a:gd name="connsiteY142" fmla="*/ 2031693 h 2251389"/>
              <a:gd name="connsiteX143" fmla="*/ 4635334 w 10915134"/>
              <a:gd name="connsiteY143" fmla="*/ 2035504 h 2251389"/>
              <a:gd name="connsiteX144" fmla="*/ 4529228 w 10915134"/>
              <a:gd name="connsiteY144" fmla="*/ 2076609 h 2251389"/>
              <a:gd name="connsiteX145" fmla="*/ 4408461 w 10915134"/>
              <a:gd name="connsiteY145" fmla="*/ 2090939 h 2251389"/>
              <a:gd name="connsiteX146" fmla="*/ 4254651 w 10915134"/>
              <a:gd name="connsiteY146" fmla="*/ 2101730 h 2251389"/>
              <a:gd name="connsiteX147" fmla="*/ 4213233 w 10915134"/>
              <a:gd name="connsiteY147" fmla="*/ 2120326 h 2251389"/>
              <a:gd name="connsiteX148" fmla="*/ 4153938 w 10915134"/>
              <a:gd name="connsiteY148" fmla="*/ 2137520 h 2251389"/>
              <a:gd name="connsiteX149" fmla="*/ 4050969 w 10915134"/>
              <a:gd name="connsiteY149" fmla="*/ 2177971 h 2251389"/>
              <a:gd name="connsiteX150" fmla="*/ 3933162 w 10915134"/>
              <a:gd name="connsiteY150" fmla="*/ 2199509 h 2251389"/>
              <a:gd name="connsiteX151" fmla="*/ 3797609 w 10915134"/>
              <a:gd name="connsiteY151" fmla="*/ 2185813 h 2251389"/>
              <a:gd name="connsiteX152" fmla="*/ 3723511 w 10915134"/>
              <a:gd name="connsiteY152" fmla="*/ 2185401 h 2251389"/>
              <a:gd name="connsiteX153" fmla="*/ 3478465 w 10915134"/>
              <a:gd name="connsiteY153" fmla="*/ 2181087 h 2251389"/>
              <a:gd name="connsiteX154" fmla="*/ 3308996 w 10915134"/>
              <a:gd name="connsiteY154" fmla="*/ 2177978 h 2251389"/>
              <a:gd name="connsiteX155" fmla="*/ 3260282 w 10915134"/>
              <a:gd name="connsiteY155" fmla="*/ 2194479 h 2251389"/>
              <a:gd name="connsiteX156" fmla="*/ 3178557 w 10915134"/>
              <a:gd name="connsiteY156" fmla="*/ 2221451 h 2251389"/>
              <a:gd name="connsiteX157" fmla="*/ 3097074 w 10915134"/>
              <a:gd name="connsiteY157" fmla="*/ 2229837 h 2251389"/>
              <a:gd name="connsiteX158" fmla="*/ 3029944 w 10915134"/>
              <a:gd name="connsiteY158" fmla="*/ 2248531 h 2251389"/>
              <a:gd name="connsiteX159" fmla="*/ 2964870 w 10915134"/>
              <a:gd name="connsiteY159" fmla="*/ 2251389 h 2251389"/>
              <a:gd name="connsiteX160" fmla="*/ 2931496 w 10915134"/>
              <a:gd name="connsiteY160" fmla="*/ 2243024 h 2251389"/>
              <a:gd name="connsiteX161" fmla="*/ 2892959 w 10915134"/>
              <a:gd name="connsiteY161" fmla="*/ 2233969 h 2251389"/>
              <a:gd name="connsiteX162" fmla="*/ 2839074 w 10915134"/>
              <a:gd name="connsiteY162" fmla="*/ 2225008 h 2251389"/>
              <a:gd name="connsiteX163" fmla="*/ 2693779 w 10915134"/>
              <a:gd name="connsiteY163" fmla="*/ 2231570 h 2251389"/>
              <a:gd name="connsiteX164" fmla="*/ 2523799 w 10915134"/>
              <a:gd name="connsiteY164" fmla="*/ 2236547 h 2251389"/>
              <a:gd name="connsiteX165" fmla="*/ 2340069 w 10915134"/>
              <a:gd name="connsiteY165" fmla="*/ 2220699 h 2251389"/>
              <a:gd name="connsiteX166" fmla="*/ 2076408 w 10915134"/>
              <a:gd name="connsiteY166" fmla="*/ 2194398 h 2251389"/>
              <a:gd name="connsiteX167" fmla="*/ 1983593 w 10915134"/>
              <a:gd name="connsiteY167" fmla="*/ 2219360 h 2251389"/>
              <a:gd name="connsiteX168" fmla="*/ 1853105 w 10915134"/>
              <a:gd name="connsiteY168" fmla="*/ 2214141 h 2251389"/>
              <a:gd name="connsiteX169" fmla="*/ 1748511 w 10915134"/>
              <a:gd name="connsiteY169" fmla="*/ 2178472 h 2251389"/>
              <a:gd name="connsiteX170" fmla="*/ 1633422 w 10915134"/>
              <a:gd name="connsiteY170" fmla="*/ 2143415 h 2251389"/>
              <a:gd name="connsiteX171" fmla="*/ 1558946 w 10915134"/>
              <a:gd name="connsiteY171" fmla="*/ 2128843 h 2251389"/>
              <a:gd name="connsiteX172" fmla="*/ 1385344 w 10915134"/>
              <a:gd name="connsiteY172" fmla="*/ 2124817 h 2251389"/>
              <a:gd name="connsiteX173" fmla="*/ 1227473 w 10915134"/>
              <a:gd name="connsiteY173" fmla="*/ 2113291 h 2251389"/>
              <a:gd name="connsiteX174" fmla="*/ 1088711 w 10915134"/>
              <a:gd name="connsiteY174" fmla="*/ 2097947 h 2251389"/>
              <a:gd name="connsiteX175" fmla="*/ 939259 w 10915134"/>
              <a:gd name="connsiteY175" fmla="*/ 2073411 h 2251389"/>
              <a:gd name="connsiteX176" fmla="*/ 914345 w 10915134"/>
              <a:gd name="connsiteY176" fmla="*/ 2063135 h 2251389"/>
              <a:gd name="connsiteX177" fmla="*/ 879393 w 10915134"/>
              <a:gd name="connsiteY177" fmla="*/ 2068419 h 2251389"/>
              <a:gd name="connsiteX178" fmla="*/ 739242 w 10915134"/>
              <a:gd name="connsiteY178" fmla="*/ 2091539 h 2251389"/>
              <a:gd name="connsiteX179" fmla="*/ 628509 w 10915134"/>
              <a:gd name="connsiteY179" fmla="*/ 2108134 h 2251389"/>
              <a:gd name="connsiteX180" fmla="*/ 508046 w 10915134"/>
              <a:gd name="connsiteY180" fmla="*/ 2109851 h 2251389"/>
              <a:gd name="connsiteX181" fmla="*/ 408793 w 10915134"/>
              <a:gd name="connsiteY181" fmla="*/ 2105335 h 2251389"/>
              <a:gd name="connsiteX182" fmla="*/ 259142 w 10915134"/>
              <a:gd name="connsiteY182" fmla="*/ 2115883 h 2251389"/>
              <a:gd name="connsiteX183" fmla="*/ 91266 w 10915134"/>
              <a:gd name="connsiteY183" fmla="*/ 2135533 h 2251389"/>
              <a:gd name="connsiteX184" fmla="*/ 12251 w 10915134"/>
              <a:gd name="connsiteY184" fmla="*/ 2121489 h 2251389"/>
              <a:gd name="connsiteX185" fmla="*/ 0 w 10915134"/>
              <a:gd name="connsiteY185" fmla="*/ 2122164 h 22513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Lst>
            <a:rect l="l" t="t" r="r" b="b"/>
            <a:pathLst>
              <a:path w="10915134" h="2251389">
                <a:moveTo>
                  <a:pt x="0" y="0"/>
                </a:moveTo>
                <a:lnTo>
                  <a:pt x="10915134" y="0"/>
                </a:lnTo>
                <a:lnTo>
                  <a:pt x="10882980" y="49990"/>
                </a:lnTo>
                <a:cubicBezTo>
                  <a:pt x="10880871" y="52147"/>
                  <a:pt x="10836905" y="107867"/>
                  <a:pt x="10834795" y="110024"/>
                </a:cubicBezTo>
                <a:cubicBezTo>
                  <a:pt x="10820319" y="128194"/>
                  <a:pt x="10762503" y="175620"/>
                  <a:pt x="10738392" y="165813"/>
                </a:cubicBezTo>
                <a:cubicBezTo>
                  <a:pt x="10748670" y="186392"/>
                  <a:pt x="10638347" y="188684"/>
                  <a:pt x="10633692" y="209264"/>
                </a:cubicBezTo>
                <a:cubicBezTo>
                  <a:pt x="10631767" y="225908"/>
                  <a:pt x="10597419" y="233945"/>
                  <a:pt x="10586800" y="239716"/>
                </a:cubicBezTo>
                <a:cubicBezTo>
                  <a:pt x="10579628" y="256520"/>
                  <a:pt x="10520682" y="224915"/>
                  <a:pt x="10501658" y="307174"/>
                </a:cubicBezTo>
                <a:cubicBezTo>
                  <a:pt x="10447727" y="313339"/>
                  <a:pt x="10447126" y="425780"/>
                  <a:pt x="10404067" y="412395"/>
                </a:cubicBezTo>
                <a:cubicBezTo>
                  <a:pt x="10392937" y="413598"/>
                  <a:pt x="10388815" y="467371"/>
                  <a:pt x="10380953" y="472334"/>
                </a:cubicBezTo>
                <a:lnTo>
                  <a:pt x="10341416" y="504774"/>
                </a:lnTo>
                <a:lnTo>
                  <a:pt x="10326329" y="523459"/>
                </a:lnTo>
                <a:lnTo>
                  <a:pt x="10298289" y="532173"/>
                </a:lnTo>
                <a:cubicBezTo>
                  <a:pt x="10284422" y="535049"/>
                  <a:pt x="10265952" y="533199"/>
                  <a:pt x="10243127" y="540715"/>
                </a:cubicBezTo>
                <a:cubicBezTo>
                  <a:pt x="10203910" y="562831"/>
                  <a:pt x="10165274" y="534580"/>
                  <a:pt x="10141243" y="592343"/>
                </a:cubicBezTo>
                <a:cubicBezTo>
                  <a:pt x="10059374" y="598371"/>
                  <a:pt x="10021953" y="650378"/>
                  <a:pt x="9940352" y="631518"/>
                </a:cubicBezTo>
                <a:cubicBezTo>
                  <a:pt x="9959797" y="646419"/>
                  <a:pt x="9860152" y="623282"/>
                  <a:pt x="9836226" y="660496"/>
                </a:cubicBezTo>
                <a:cubicBezTo>
                  <a:pt x="9788121" y="672556"/>
                  <a:pt x="9760988" y="668531"/>
                  <a:pt x="9686899" y="683782"/>
                </a:cubicBezTo>
                <a:cubicBezTo>
                  <a:pt x="9623800" y="700369"/>
                  <a:pt x="9613948" y="700871"/>
                  <a:pt x="9578209" y="709781"/>
                </a:cubicBezTo>
                <a:lnTo>
                  <a:pt x="9437298" y="757337"/>
                </a:lnTo>
                <a:lnTo>
                  <a:pt x="9435498" y="759689"/>
                </a:lnTo>
                <a:cubicBezTo>
                  <a:pt x="9426240" y="765982"/>
                  <a:pt x="9419508" y="766527"/>
                  <a:pt x="9413910" y="764531"/>
                </a:cubicBezTo>
                <a:lnTo>
                  <a:pt x="9361370" y="760593"/>
                </a:lnTo>
                <a:lnTo>
                  <a:pt x="9356626" y="764594"/>
                </a:lnTo>
                <a:lnTo>
                  <a:pt x="9311281" y="769260"/>
                </a:lnTo>
                <a:cubicBezTo>
                  <a:pt x="9311245" y="769953"/>
                  <a:pt x="9311210" y="770644"/>
                  <a:pt x="9311173" y="771337"/>
                </a:cubicBezTo>
                <a:cubicBezTo>
                  <a:pt x="9309900" y="776105"/>
                  <a:pt x="9307010" y="779823"/>
                  <a:pt x="9300658" y="781452"/>
                </a:cubicBezTo>
                <a:cubicBezTo>
                  <a:pt x="9318003" y="808459"/>
                  <a:pt x="9299643" y="793767"/>
                  <a:pt x="9279376" y="796188"/>
                </a:cubicBezTo>
                <a:cubicBezTo>
                  <a:pt x="9260850" y="809309"/>
                  <a:pt x="9206021" y="849156"/>
                  <a:pt x="9189502" y="860175"/>
                </a:cubicBezTo>
                <a:lnTo>
                  <a:pt x="9180260" y="862300"/>
                </a:lnTo>
                <a:cubicBezTo>
                  <a:pt x="9180236" y="862466"/>
                  <a:pt x="9180211" y="862633"/>
                  <a:pt x="9180186" y="862799"/>
                </a:cubicBezTo>
                <a:cubicBezTo>
                  <a:pt x="9178407" y="864232"/>
                  <a:pt x="9175456" y="865295"/>
                  <a:pt x="9170652" y="865945"/>
                </a:cubicBezTo>
                <a:lnTo>
                  <a:pt x="9145484" y="870300"/>
                </a:lnTo>
                <a:lnTo>
                  <a:pt x="9140031" y="874741"/>
                </a:lnTo>
                <a:lnTo>
                  <a:pt x="9138892" y="880860"/>
                </a:lnTo>
                <a:lnTo>
                  <a:pt x="9107257" y="903704"/>
                </a:lnTo>
                <a:cubicBezTo>
                  <a:pt x="9091321" y="899193"/>
                  <a:pt x="9043942" y="941365"/>
                  <a:pt x="9034880" y="948837"/>
                </a:cubicBezTo>
                <a:lnTo>
                  <a:pt x="8950600" y="994853"/>
                </a:lnTo>
                <a:cubicBezTo>
                  <a:pt x="8865196" y="1081843"/>
                  <a:pt x="8818875" y="1077389"/>
                  <a:pt x="8753014" y="1118658"/>
                </a:cubicBezTo>
                <a:cubicBezTo>
                  <a:pt x="8692981" y="1124704"/>
                  <a:pt x="8636332" y="1128410"/>
                  <a:pt x="8581094" y="1153261"/>
                </a:cubicBezTo>
                <a:cubicBezTo>
                  <a:pt x="8538621" y="1164812"/>
                  <a:pt x="8511758" y="1169577"/>
                  <a:pt x="8498175" y="1187969"/>
                </a:cubicBezTo>
                <a:lnTo>
                  <a:pt x="8448788" y="1206463"/>
                </a:lnTo>
                <a:lnTo>
                  <a:pt x="8367996" y="1232783"/>
                </a:lnTo>
                <a:cubicBezTo>
                  <a:pt x="8367806" y="1234615"/>
                  <a:pt x="8367614" y="1236446"/>
                  <a:pt x="8367423" y="1238278"/>
                </a:cubicBezTo>
                <a:lnTo>
                  <a:pt x="8359640" y="1246782"/>
                </a:lnTo>
                <a:lnTo>
                  <a:pt x="8346100" y="1266142"/>
                </a:lnTo>
                <a:lnTo>
                  <a:pt x="8318833" y="1292714"/>
                </a:lnTo>
                <a:lnTo>
                  <a:pt x="8317719" y="1291904"/>
                </a:lnTo>
                <a:cubicBezTo>
                  <a:pt x="8314688" y="1290662"/>
                  <a:pt x="8311461" y="1290840"/>
                  <a:pt x="8307730" y="1293984"/>
                </a:cubicBezTo>
                <a:cubicBezTo>
                  <a:pt x="8294903" y="1295590"/>
                  <a:pt x="8255937" y="1295887"/>
                  <a:pt x="8240756" y="1301537"/>
                </a:cubicBezTo>
                <a:cubicBezTo>
                  <a:pt x="8233324" y="1310481"/>
                  <a:pt x="8225256" y="1319366"/>
                  <a:pt x="8216639" y="1327887"/>
                </a:cubicBezTo>
                <a:lnTo>
                  <a:pt x="8211337" y="1332570"/>
                </a:lnTo>
                <a:lnTo>
                  <a:pt x="8211048" y="1332403"/>
                </a:lnTo>
                <a:cubicBezTo>
                  <a:pt x="8209501" y="1332874"/>
                  <a:pt x="8207607" y="1334206"/>
                  <a:pt x="8205085" y="1336831"/>
                </a:cubicBezTo>
                <a:lnTo>
                  <a:pt x="8137554" y="1342145"/>
                </a:lnTo>
                <a:cubicBezTo>
                  <a:pt x="8105705" y="1354688"/>
                  <a:pt x="8080446" y="1339423"/>
                  <a:pt x="8054564" y="1367911"/>
                </a:cubicBezTo>
                <a:cubicBezTo>
                  <a:pt x="8024726" y="1379555"/>
                  <a:pt x="7996957" y="1380148"/>
                  <a:pt x="7973237" y="1397544"/>
                </a:cubicBezTo>
                <a:cubicBezTo>
                  <a:pt x="7961439" y="1393972"/>
                  <a:pt x="7951168" y="1394796"/>
                  <a:pt x="7944198" y="1410276"/>
                </a:cubicBezTo>
                <a:cubicBezTo>
                  <a:pt x="7915673" y="1417804"/>
                  <a:pt x="7905583" y="1403950"/>
                  <a:pt x="7890643" y="1424144"/>
                </a:cubicBezTo>
                <a:cubicBezTo>
                  <a:pt x="7869590" y="1403678"/>
                  <a:pt x="7870757" y="1414314"/>
                  <a:pt x="7864997" y="1425023"/>
                </a:cubicBezTo>
                <a:lnTo>
                  <a:pt x="7864067" y="1426002"/>
                </a:lnTo>
                <a:lnTo>
                  <a:pt x="7861153" y="1423038"/>
                </a:lnTo>
                <a:lnTo>
                  <a:pt x="7844586" y="1429169"/>
                </a:lnTo>
                <a:lnTo>
                  <a:pt x="7840350" y="1432451"/>
                </a:lnTo>
                <a:cubicBezTo>
                  <a:pt x="7837357" y="1434345"/>
                  <a:pt x="7835272" y="1435129"/>
                  <a:pt x="7833722" y="1435148"/>
                </a:cubicBezTo>
                <a:lnTo>
                  <a:pt x="7833492" y="1434901"/>
                </a:lnTo>
                <a:lnTo>
                  <a:pt x="7827413" y="1438043"/>
                </a:lnTo>
                <a:cubicBezTo>
                  <a:pt x="7817294" y="1444069"/>
                  <a:pt x="7807591" y="1450613"/>
                  <a:pt x="7798463" y="1457407"/>
                </a:cubicBezTo>
                <a:cubicBezTo>
                  <a:pt x="7789625" y="1446704"/>
                  <a:pt x="7769649" y="1464040"/>
                  <a:pt x="7759015" y="1458666"/>
                </a:cubicBezTo>
                <a:lnTo>
                  <a:pt x="7752684" y="1444792"/>
                </a:lnTo>
                <a:lnTo>
                  <a:pt x="7747867" y="1447976"/>
                </a:lnTo>
                <a:lnTo>
                  <a:pt x="7738750" y="1456574"/>
                </a:lnTo>
                <a:cubicBezTo>
                  <a:pt x="7737328" y="1457741"/>
                  <a:pt x="7736297" y="1457914"/>
                  <a:pt x="7735619" y="1456320"/>
                </a:cubicBezTo>
                <a:cubicBezTo>
                  <a:pt x="7730006" y="1457852"/>
                  <a:pt x="7711662" y="1464787"/>
                  <a:pt x="7705072" y="1465768"/>
                </a:cubicBezTo>
                <a:lnTo>
                  <a:pt x="7696073" y="1462212"/>
                </a:lnTo>
                <a:lnTo>
                  <a:pt x="7692096" y="1462163"/>
                </a:lnTo>
                <a:lnTo>
                  <a:pt x="7674689" y="1477613"/>
                </a:lnTo>
                <a:lnTo>
                  <a:pt x="7665348" y="1483862"/>
                </a:lnTo>
                <a:lnTo>
                  <a:pt x="7606276" y="1538521"/>
                </a:lnTo>
                <a:lnTo>
                  <a:pt x="7504695" y="1566686"/>
                </a:lnTo>
                <a:cubicBezTo>
                  <a:pt x="7473718" y="1603709"/>
                  <a:pt x="7404436" y="1554658"/>
                  <a:pt x="7401270" y="1597361"/>
                </a:cubicBezTo>
                <a:cubicBezTo>
                  <a:pt x="7369238" y="1613154"/>
                  <a:pt x="7363418" y="1605164"/>
                  <a:pt x="7320321" y="1619535"/>
                </a:cubicBezTo>
                <a:cubicBezTo>
                  <a:pt x="7280514" y="1668809"/>
                  <a:pt x="7198683" y="1708462"/>
                  <a:pt x="7149526" y="1743630"/>
                </a:cubicBezTo>
                <a:cubicBezTo>
                  <a:pt x="7114410" y="1721934"/>
                  <a:pt x="7136043" y="1746476"/>
                  <a:pt x="7105391" y="1752328"/>
                </a:cubicBezTo>
                <a:cubicBezTo>
                  <a:pt x="7119677" y="1779725"/>
                  <a:pt x="7066212" y="1749779"/>
                  <a:pt x="7071654" y="1785091"/>
                </a:cubicBezTo>
                <a:cubicBezTo>
                  <a:pt x="7065905" y="1785038"/>
                  <a:pt x="7060161" y="1783873"/>
                  <a:pt x="7054359" y="1782439"/>
                </a:cubicBezTo>
                <a:lnTo>
                  <a:pt x="7051319" y="1781706"/>
                </a:lnTo>
                <a:lnTo>
                  <a:pt x="7040377" y="1784767"/>
                </a:lnTo>
                <a:lnTo>
                  <a:pt x="7035771" y="1778137"/>
                </a:lnTo>
                <a:lnTo>
                  <a:pt x="7018208" y="1777373"/>
                </a:lnTo>
                <a:cubicBezTo>
                  <a:pt x="7011866" y="1778247"/>
                  <a:pt x="7005318" y="1780539"/>
                  <a:pt x="6998493" y="1785098"/>
                </a:cubicBezTo>
                <a:cubicBezTo>
                  <a:pt x="6983689" y="1806072"/>
                  <a:pt x="6952865" y="1800516"/>
                  <a:pt x="6928288" y="1811732"/>
                </a:cubicBezTo>
                <a:lnTo>
                  <a:pt x="6917773" y="1820666"/>
                </a:lnTo>
                <a:lnTo>
                  <a:pt x="6881789" y="1828309"/>
                </a:lnTo>
                <a:lnTo>
                  <a:pt x="6879926" y="1830591"/>
                </a:lnTo>
                <a:cubicBezTo>
                  <a:pt x="6873880" y="1832712"/>
                  <a:pt x="6861049" y="1834739"/>
                  <a:pt x="6845508" y="1841035"/>
                </a:cubicBezTo>
                <a:lnTo>
                  <a:pt x="6786683" y="1868367"/>
                </a:lnTo>
                <a:lnTo>
                  <a:pt x="6773874" y="1863267"/>
                </a:lnTo>
                <a:lnTo>
                  <a:pt x="6771241" y="1859449"/>
                </a:lnTo>
                <a:lnTo>
                  <a:pt x="6755065" y="1866822"/>
                </a:lnTo>
                <a:lnTo>
                  <a:pt x="6740854" y="1865352"/>
                </a:lnTo>
                <a:lnTo>
                  <a:pt x="6730997" y="1874155"/>
                </a:lnTo>
                <a:lnTo>
                  <a:pt x="6714212" y="1876293"/>
                </a:lnTo>
                <a:cubicBezTo>
                  <a:pt x="6707919" y="1876308"/>
                  <a:pt x="6700834" y="1876122"/>
                  <a:pt x="6693130" y="1876808"/>
                </a:cubicBezTo>
                <a:lnTo>
                  <a:pt x="6674405" y="1873459"/>
                </a:lnTo>
                <a:lnTo>
                  <a:pt x="6647714" y="1878941"/>
                </a:lnTo>
                <a:cubicBezTo>
                  <a:pt x="6627122" y="1883360"/>
                  <a:pt x="6607220" y="1886896"/>
                  <a:pt x="6586613" y="1887053"/>
                </a:cubicBezTo>
                <a:cubicBezTo>
                  <a:pt x="6572205" y="1895536"/>
                  <a:pt x="6557706" y="1900239"/>
                  <a:pt x="6540424" y="1893269"/>
                </a:cubicBezTo>
                <a:cubicBezTo>
                  <a:pt x="6497538" y="1902769"/>
                  <a:pt x="6490601" y="1917381"/>
                  <a:pt x="6460034" y="1911286"/>
                </a:cubicBezTo>
                <a:cubicBezTo>
                  <a:pt x="6453811" y="1919532"/>
                  <a:pt x="6449254" y="1924158"/>
                  <a:pt x="6445449" y="1926499"/>
                </a:cubicBezTo>
                <a:cubicBezTo>
                  <a:pt x="6434030" y="1933525"/>
                  <a:pt x="6429411" y="1919994"/>
                  <a:pt x="6407092" y="1921993"/>
                </a:cubicBezTo>
                <a:cubicBezTo>
                  <a:pt x="6382682" y="1922166"/>
                  <a:pt x="6418607" y="1903450"/>
                  <a:pt x="6396332" y="1907025"/>
                </a:cubicBezTo>
                <a:cubicBezTo>
                  <a:pt x="6376015" y="1918727"/>
                  <a:pt x="6367614" y="1898795"/>
                  <a:pt x="6347048" y="1912130"/>
                </a:cubicBezTo>
                <a:cubicBezTo>
                  <a:pt x="6360109" y="1925598"/>
                  <a:pt x="6297691" y="1920276"/>
                  <a:pt x="6302270" y="1933613"/>
                </a:cubicBezTo>
                <a:cubicBezTo>
                  <a:pt x="6272680" y="1919839"/>
                  <a:pt x="6273323" y="1945036"/>
                  <a:pt x="6243078" y="1945644"/>
                </a:cubicBezTo>
                <a:cubicBezTo>
                  <a:pt x="6226744" y="1941607"/>
                  <a:pt x="6216828" y="1942552"/>
                  <a:pt x="6207738" y="1953011"/>
                </a:cubicBezTo>
                <a:cubicBezTo>
                  <a:pt x="6131633" y="1932600"/>
                  <a:pt x="6170923" y="1959774"/>
                  <a:pt x="6108781" y="1959474"/>
                </a:cubicBezTo>
                <a:lnTo>
                  <a:pt x="6103698" y="1959304"/>
                </a:lnTo>
                <a:lnTo>
                  <a:pt x="6087017" y="1969078"/>
                </a:lnTo>
                <a:cubicBezTo>
                  <a:pt x="6086783" y="1969912"/>
                  <a:pt x="6086547" y="1970745"/>
                  <a:pt x="6086313" y="1971580"/>
                </a:cubicBezTo>
                <a:lnTo>
                  <a:pt x="6024291" y="1966761"/>
                </a:lnTo>
                <a:lnTo>
                  <a:pt x="6016853" y="1970526"/>
                </a:lnTo>
                <a:lnTo>
                  <a:pt x="5975404" y="1961749"/>
                </a:lnTo>
                <a:lnTo>
                  <a:pt x="5954536" y="1960220"/>
                </a:lnTo>
                <a:lnTo>
                  <a:pt x="5917280" y="1954478"/>
                </a:lnTo>
                <a:lnTo>
                  <a:pt x="5914232" y="1956919"/>
                </a:lnTo>
                <a:lnTo>
                  <a:pt x="5906850" y="1954702"/>
                </a:lnTo>
                <a:lnTo>
                  <a:pt x="5901461" y="1957577"/>
                </a:lnTo>
                <a:lnTo>
                  <a:pt x="5895317" y="1956828"/>
                </a:lnTo>
                <a:cubicBezTo>
                  <a:pt x="5883595" y="1958629"/>
                  <a:pt x="5844137" y="1966833"/>
                  <a:pt x="5831128" y="1968382"/>
                </a:cubicBezTo>
                <a:lnTo>
                  <a:pt x="5817261" y="1966124"/>
                </a:lnTo>
                <a:lnTo>
                  <a:pt x="5806791" y="1974713"/>
                </a:lnTo>
                <a:lnTo>
                  <a:pt x="5762574" y="1976973"/>
                </a:lnTo>
                <a:lnTo>
                  <a:pt x="5747297" y="1970252"/>
                </a:lnTo>
                <a:lnTo>
                  <a:pt x="5733169" y="1965433"/>
                </a:lnTo>
                <a:lnTo>
                  <a:pt x="5731338" y="1965447"/>
                </a:lnTo>
                <a:lnTo>
                  <a:pt x="5712957" y="1965596"/>
                </a:lnTo>
                <a:lnTo>
                  <a:pt x="5678760" y="1965873"/>
                </a:lnTo>
                <a:cubicBezTo>
                  <a:pt x="5656934" y="1966331"/>
                  <a:pt x="5634795" y="1967772"/>
                  <a:pt x="5612457" y="1972287"/>
                </a:cubicBezTo>
                <a:cubicBezTo>
                  <a:pt x="5527023" y="1949966"/>
                  <a:pt x="5534401" y="1947926"/>
                  <a:pt x="5462439" y="1941766"/>
                </a:cubicBezTo>
                <a:cubicBezTo>
                  <a:pt x="5427425" y="1917624"/>
                  <a:pt x="5291183" y="1960519"/>
                  <a:pt x="5249426" y="1957993"/>
                </a:cubicBezTo>
                <a:cubicBezTo>
                  <a:pt x="5146406" y="1973328"/>
                  <a:pt x="4927624" y="2044719"/>
                  <a:pt x="4795460" y="2018541"/>
                </a:cubicBezTo>
                <a:cubicBezTo>
                  <a:pt x="4762844" y="2022395"/>
                  <a:pt x="4718233" y="2031407"/>
                  <a:pt x="4698875" y="2031693"/>
                </a:cubicBezTo>
                <a:lnTo>
                  <a:pt x="4635334" y="2035504"/>
                </a:lnTo>
                <a:lnTo>
                  <a:pt x="4529228" y="2076609"/>
                </a:lnTo>
                <a:cubicBezTo>
                  <a:pt x="4475152" y="2050383"/>
                  <a:pt x="4475600" y="2080729"/>
                  <a:pt x="4408461" y="2090939"/>
                </a:cubicBezTo>
                <a:cubicBezTo>
                  <a:pt x="4383821" y="2082708"/>
                  <a:pt x="4268804" y="2082966"/>
                  <a:pt x="4254651" y="2101730"/>
                </a:cubicBezTo>
                <a:cubicBezTo>
                  <a:pt x="4238862" y="2106286"/>
                  <a:pt x="4220313" y="2100544"/>
                  <a:pt x="4213233" y="2120326"/>
                </a:cubicBezTo>
                <a:cubicBezTo>
                  <a:pt x="4201430" y="2144259"/>
                  <a:pt x="4145731" y="2110137"/>
                  <a:pt x="4153938" y="2137520"/>
                </a:cubicBezTo>
                <a:cubicBezTo>
                  <a:pt x="4114396" y="2114195"/>
                  <a:pt x="4083806" y="2164553"/>
                  <a:pt x="4050969" y="2177971"/>
                </a:cubicBezTo>
                <a:cubicBezTo>
                  <a:pt x="4019767" y="2177378"/>
                  <a:pt x="4005088" y="2190554"/>
                  <a:pt x="3933162" y="2199509"/>
                </a:cubicBezTo>
                <a:cubicBezTo>
                  <a:pt x="3898830" y="2172322"/>
                  <a:pt x="3861284" y="2221170"/>
                  <a:pt x="3797609" y="2185813"/>
                </a:cubicBezTo>
                <a:cubicBezTo>
                  <a:pt x="3795667" y="2189772"/>
                  <a:pt x="3776702" y="2186188"/>
                  <a:pt x="3723511" y="2185401"/>
                </a:cubicBezTo>
                <a:cubicBezTo>
                  <a:pt x="3670320" y="2184613"/>
                  <a:pt x="3558625" y="2184230"/>
                  <a:pt x="3478465" y="2181087"/>
                </a:cubicBezTo>
                <a:cubicBezTo>
                  <a:pt x="3387474" y="2181789"/>
                  <a:pt x="3428499" y="2219948"/>
                  <a:pt x="3308996" y="2177978"/>
                </a:cubicBezTo>
                <a:cubicBezTo>
                  <a:pt x="3299910" y="2200517"/>
                  <a:pt x="3285785" y="2202748"/>
                  <a:pt x="3260282" y="2194479"/>
                </a:cubicBezTo>
                <a:cubicBezTo>
                  <a:pt x="3216295" y="2196427"/>
                  <a:pt x="3227371" y="2250251"/>
                  <a:pt x="3178557" y="2221451"/>
                </a:cubicBezTo>
                <a:cubicBezTo>
                  <a:pt x="3146795" y="2234329"/>
                  <a:pt x="3117401" y="2220418"/>
                  <a:pt x="3097074" y="2229837"/>
                </a:cubicBezTo>
                <a:lnTo>
                  <a:pt x="3029944" y="2248531"/>
                </a:lnTo>
                <a:cubicBezTo>
                  <a:pt x="2992804" y="2254069"/>
                  <a:pt x="2982389" y="2213943"/>
                  <a:pt x="2964870" y="2251389"/>
                </a:cubicBezTo>
                <a:lnTo>
                  <a:pt x="2931496" y="2243024"/>
                </a:lnTo>
                <a:lnTo>
                  <a:pt x="2892959" y="2233969"/>
                </a:lnTo>
                <a:cubicBezTo>
                  <a:pt x="2872669" y="2227791"/>
                  <a:pt x="2882203" y="2234774"/>
                  <a:pt x="2839074" y="2225008"/>
                </a:cubicBezTo>
                <a:cubicBezTo>
                  <a:pt x="2811442" y="2251884"/>
                  <a:pt x="2766379" y="2232117"/>
                  <a:pt x="2693779" y="2231570"/>
                </a:cubicBezTo>
                <a:lnTo>
                  <a:pt x="2523799" y="2236547"/>
                </a:lnTo>
                <a:cubicBezTo>
                  <a:pt x="2466172" y="2242686"/>
                  <a:pt x="2414634" y="2227724"/>
                  <a:pt x="2340069" y="2220699"/>
                </a:cubicBezTo>
                <a:cubicBezTo>
                  <a:pt x="2265503" y="2213674"/>
                  <a:pt x="2139796" y="2191971"/>
                  <a:pt x="2076408" y="2194398"/>
                </a:cubicBezTo>
                <a:cubicBezTo>
                  <a:pt x="2032508" y="2197562"/>
                  <a:pt x="2027933" y="2185141"/>
                  <a:pt x="1983593" y="2219360"/>
                </a:cubicBezTo>
                <a:cubicBezTo>
                  <a:pt x="1947094" y="2209205"/>
                  <a:pt x="1890960" y="2218305"/>
                  <a:pt x="1853105" y="2214141"/>
                </a:cubicBezTo>
                <a:cubicBezTo>
                  <a:pt x="1825748" y="2216625"/>
                  <a:pt x="1783192" y="2179879"/>
                  <a:pt x="1748511" y="2178472"/>
                </a:cubicBezTo>
                <a:cubicBezTo>
                  <a:pt x="1703498" y="2196202"/>
                  <a:pt x="1694831" y="2157630"/>
                  <a:pt x="1633422" y="2143415"/>
                </a:cubicBezTo>
                <a:cubicBezTo>
                  <a:pt x="1607630" y="2161065"/>
                  <a:pt x="1579060" y="2145077"/>
                  <a:pt x="1558946" y="2128843"/>
                </a:cubicBezTo>
                <a:cubicBezTo>
                  <a:pt x="1499069" y="2134267"/>
                  <a:pt x="1452565" y="2133855"/>
                  <a:pt x="1385344" y="2124817"/>
                </a:cubicBezTo>
                <a:cubicBezTo>
                  <a:pt x="1312492" y="2145463"/>
                  <a:pt x="1299315" y="2122756"/>
                  <a:pt x="1227473" y="2113291"/>
                </a:cubicBezTo>
                <a:cubicBezTo>
                  <a:pt x="1199075" y="2120045"/>
                  <a:pt x="1149241" y="2095660"/>
                  <a:pt x="1088711" y="2097947"/>
                </a:cubicBezTo>
                <a:cubicBezTo>
                  <a:pt x="1048569" y="2095382"/>
                  <a:pt x="1091396" y="2061344"/>
                  <a:pt x="939259" y="2073411"/>
                </a:cubicBezTo>
                <a:cubicBezTo>
                  <a:pt x="930603" y="2080267"/>
                  <a:pt x="912274" y="2072716"/>
                  <a:pt x="914345" y="2063135"/>
                </a:cubicBezTo>
                <a:cubicBezTo>
                  <a:pt x="904674" y="2065915"/>
                  <a:pt x="881392" y="2083881"/>
                  <a:pt x="879393" y="2068419"/>
                </a:cubicBezTo>
                <a:cubicBezTo>
                  <a:pt x="831068" y="2065554"/>
                  <a:pt x="782797" y="2073516"/>
                  <a:pt x="739242" y="2091539"/>
                </a:cubicBezTo>
                <a:cubicBezTo>
                  <a:pt x="713063" y="2085924"/>
                  <a:pt x="685973" y="2097939"/>
                  <a:pt x="628509" y="2108134"/>
                </a:cubicBezTo>
                <a:cubicBezTo>
                  <a:pt x="575136" y="2076613"/>
                  <a:pt x="570057" y="2131408"/>
                  <a:pt x="508046" y="2109851"/>
                </a:cubicBezTo>
                <a:cubicBezTo>
                  <a:pt x="473420" y="2105939"/>
                  <a:pt x="433697" y="2091842"/>
                  <a:pt x="408793" y="2105335"/>
                </a:cubicBezTo>
                <a:cubicBezTo>
                  <a:pt x="383633" y="2099507"/>
                  <a:pt x="299763" y="2118030"/>
                  <a:pt x="259142" y="2115883"/>
                </a:cubicBezTo>
                <a:cubicBezTo>
                  <a:pt x="191085" y="2103328"/>
                  <a:pt x="127146" y="2128850"/>
                  <a:pt x="91266" y="2135533"/>
                </a:cubicBezTo>
                <a:cubicBezTo>
                  <a:pt x="55346" y="2131669"/>
                  <a:pt x="37547" y="2122850"/>
                  <a:pt x="12251" y="2121489"/>
                </a:cubicBezTo>
                <a:lnTo>
                  <a:pt x="0" y="2122164"/>
                </a:lnTo>
                <a:close/>
              </a:path>
            </a:pathLst>
          </a:custGeom>
          <a:solidFill>
            <a:srgbClr val="82766A">
              <a:alpha val="15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76E83CF4-CD65-F673-B999-E1C07BE41A2D}"/>
              </a:ext>
            </a:extLst>
          </p:cNvPr>
          <p:cNvSpPr>
            <a:spLocks noGrp="1"/>
          </p:cNvSpPr>
          <p:nvPr>
            <p:ph type="title"/>
          </p:nvPr>
        </p:nvSpPr>
        <p:spPr>
          <a:xfrm>
            <a:off x="585473" y="589969"/>
            <a:ext cx="5915197" cy="1330519"/>
          </a:xfrm>
        </p:spPr>
        <p:txBody>
          <a:bodyPr vert="horz" lIns="91440" tIns="45720" rIns="91440" bIns="45720" rtlCol="0" anchor="ctr">
            <a:normAutofit/>
          </a:bodyPr>
          <a:lstStyle/>
          <a:p>
            <a:r>
              <a:rPr lang="en-US" b="1" kern="1200" dirty="0">
                <a:solidFill>
                  <a:schemeClr val="tx1"/>
                </a:solidFill>
                <a:latin typeface="Aptos Serif" panose="02020604070405020304" pitchFamily="18" charset="0"/>
                <a:cs typeface="Aptos Serif" panose="02020604070405020304" pitchFamily="18" charset="0"/>
              </a:rPr>
              <a:t>The Challenge</a:t>
            </a:r>
          </a:p>
        </p:txBody>
      </p:sp>
      <p:sp>
        <p:nvSpPr>
          <p:cNvPr id="36" name="Freeform: Shape 27">
            <a:extLst>
              <a:ext uri="{FF2B5EF4-FFF2-40B4-BE49-F238E27FC236}">
                <a16:creationId xmlns:a16="http://schemas.microsoft.com/office/drawing/2014/main" id="{3B9FD11D-7561-43C8-BE54-00D7DCF0E2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55390" y="5800298"/>
            <a:ext cx="5736610" cy="1057702"/>
          </a:xfrm>
          <a:custGeom>
            <a:avLst/>
            <a:gdLst>
              <a:gd name="connsiteX0" fmla="*/ 5741575 w 5741575"/>
              <a:gd name="connsiteY0" fmla="*/ 0 h 955271"/>
              <a:gd name="connsiteX1" fmla="*/ 5741575 w 5741575"/>
              <a:gd name="connsiteY1" fmla="*/ 955271 h 955271"/>
              <a:gd name="connsiteX2" fmla="*/ 0 w 5741575"/>
              <a:gd name="connsiteY2" fmla="*/ 955271 h 955271"/>
              <a:gd name="connsiteX3" fmla="*/ 8558 w 5741575"/>
              <a:gd name="connsiteY3" fmla="*/ 953971 h 955271"/>
              <a:gd name="connsiteX4" fmla="*/ 16894 w 5741575"/>
              <a:gd name="connsiteY4" fmla="*/ 953847 h 955271"/>
              <a:gd name="connsiteX5" fmla="*/ 28156 w 5741575"/>
              <a:gd name="connsiteY5" fmla="*/ 951374 h 955271"/>
              <a:gd name="connsiteX6" fmla="*/ 28293 w 5741575"/>
              <a:gd name="connsiteY6" fmla="*/ 950971 h 955271"/>
              <a:gd name="connsiteX7" fmla="*/ 39115 w 5741575"/>
              <a:gd name="connsiteY7" fmla="*/ 949326 h 955271"/>
              <a:gd name="connsiteX8" fmla="*/ 93851 w 5741575"/>
              <a:gd name="connsiteY8" fmla="*/ 945611 h 955271"/>
              <a:gd name="connsiteX9" fmla="*/ 148657 w 5741575"/>
              <a:gd name="connsiteY9" fmla="*/ 898134 h 955271"/>
              <a:gd name="connsiteX10" fmla="*/ 174554 w 5741575"/>
              <a:gd name="connsiteY10" fmla="*/ 886351 h 955271"/>
              <a:gd name="connsiteX11" fmla="*/ 187633 w 5741575"/>
              <a:gd name="connsiteY11" fmla="*/ 878226 h 955271"/>
              <a:gd name="connsiteX12" fmla="*/ 187961 w 5741575"/>
              <a:gd name="connsiteY12" fmla="*/ 876538 h 955271"/>
              <a:gd name="connsiteX13" fmla="*/ 240501 w 5741575"/>
              <a:gd name="connsiteY13" fmla="*/ 873150 h 955271"/>
              <a:gd name="connsiteX14" fmla="*/ 246345 w 5741575"/>
              <a:gd name="connsiteY14" fmla="*/ 869942 h 955271"/>
              <a:gd name="connsiteX15" fmla="*/ 282041 w 5741575"/>
              <a:gd name="connsiteY15" fmla="*/ 871263 h 955271"/>
              <a:gd name="connsiteX16" fmla="*/ 299711 w 5741575"/>
              <a:gd name="connsiteY16" fmla="*/ 870064 h 955271"/>
              <a:gd name="connsiteX17" fmla="*/ 306299 w 5741575"/>
              <a:gd name="connsiteY17" fmla="*/ 873609 h 955271"/>
              <a:gd name="connsiteX18" fmla="*/ 331571 w 5741575"/>
              <a:gd name="connsiteY18" fmla="*/ 869866 h 955271"/>
              <a:gd name="connsiteX19" fmla="*/ 333872 w 5741575"/>
              <a:gd name="connsiteY19" fmla="*/ 867971 h 955271"/>
              <a:gd name="connsiteX20" fmla="*/ 356953 w 5741575"/>
              <a:gd name="connsiteY20" fmla="*/ 870334 h 955271"/>
              <a:gd name="connsiteX21" fmla="*/ 379005 w 5741575"/>
              <a:gd name="connsiteY21" fmla="*/ 878900 h 955271"/>
              <a:gd name="connsiteX22" fmla="*/ 585428 w 5741575"/>
              <a:gd name="connsiteY22" fmla="*/ 826440 h 955271"/>
              <a:gd name="connsiteX23" fmla="*/ 787156 w 5741575"/>
              <a:gd name="connsiteY23" fmla="*/ 838447 h 955271"/>
              <a:gd name="connsiteX24" fmla="*/ 898586 w 5741575"/>
              <a:gd name="connsiteY24" fmla="*/ 808502 h 955271"/>
              <a:gd name="connsiteX25" fmla="*/ 924063 w 5741575"/>
              <a:gd name="connsiteY25" fmla="*/ 770210 h 955271"/>
              <a:gd name="connsiteX26" fmla="*/ 1212574 w 5741575"/>
              <a:gd name="connsiteY26" fmla="*/ 724238 h 955271"/>
              <a:gd name="connsiteX27" fmla="*/ 1280768 w 5741575"/>
              <a:gd name="connsiteY27" fmla="*/ 699122 h 955271"/>
              <a:gd name="connsiteX28" fmla="*/ 1352027 w 5741575"/>
              <a:gd name="connsiteY28" fmla="*/ 704323 h 955271"/>
              <a:gd name="connsiteX29" fmla="*/ 1374314 w 5741575"/>
              <a:gd name="connsiteY29" fmla="*/ 688815 h 955271"/>
              <a:gd name="connsiteX30" fmla="*/ 1378034 w 5741575"/>
              <a:gd name="connsiteY30" fmla="*/ 685842 h 955271"/>
              <a:gd name="connsiteX31" fmla="*/ 1395604 w 5741575"/>
              <a:gd name="connsiteY31" fmla="*/ 680460 h 955271"/>
              <a:gd name="connsiteX32" fmla="*/ 1397206 w 5741575"/>
              <a:gd name="connsiteY32" fmla="*/ 670793 h 955271"/>
              <a:gd name="connsiteX33" fmla="*/ 1421250 w 5741575"/>
              <a:gd name="connsiteY33" fmla="*/ 656855 h 955271"/>
              <a:gd name="connsiteX34" fmla="*/ 1454524 w 5741575"/>
              <a:gd name="connsiteY34" fmla="*/ 649224 h 955271"/>
              <a:gd name="connsiteX35" fmla="*/ 1616217 w 5741575"/>
              <a:gd name="connsiteY35" fmla="*/ 622107 h 955271"/>
              <a:gd name="connsiteX36" fmla="*/ 1710928 w 5741575"/>
              <a:gd name="connsiteY36" fmla="*/ 600666 h 955271"/>
              <a:gd name="connsiteX37" fmla="*/ 1743718 w 5741575"/>
              <a:gd name="connsiteY37" fmla="*/ 584327 h 955271"/>
              <a:gd name="connsiteX38" fmla="*/ 1791651 w 5741575"/>
              <a:gd name="connsiteY38" fmla="*/ 567019 h 955271"/>
              <a:gd name="connsiteX39" fmla="*/ 1873778 w 5741575"/>
              <a:gd name="connsiteY39" fmla="*/ 530130 h 955271"/>
              <a:gd name="connsiteX40" fmla="*/ 1988411 w 5741575"/>
              <a:gd name="connsiteY40" fmla="*/ 491599 h 955271"/>
              <a:gd name="connsiteX41" fmla="*/ 2085507 w 5741575"/>
              <a:gd name="connsiteY41" fmla="*/ 498527 h 955271"/>
              <a:gd name="connsiteX42" fmla="*/ 2090767 w 5741575"/>
              <a:gd name="connsiteY42" fmla="*/ 490616 h 955271"/>
              <a:gd name="connsiteX43" fmla="*/ 2151143 w 5741575"/>
              <a:gd name="connsiteY43" fmla="*/ 478332 h 955271"/>
              <a:gd name="connsiteX44" fmla="*/ 2378710 w 5741575"/>
              <a:gd name="connsiteY44" fmla="*/ 477570 h 955271"/>
              <a:gd name="connsiteX45" fmla="*/ 2496256 w 5741575"/>
              <a:gd name="connsiteY45" fmla="*/ 452396 h 955271"/>
              <a:gd name="connsiteX46" fmla="*/ 2535387 w 5741575"/>
              <a:gd name="connsiteY46" fmla="*/ 436645 h 955271"/>
              <a:gd name="connsiteX47" fmla="*/ 2601109 w 5741575"/>
              <a:gd name="connsiteY47" fmla="*/ 410678 h 955271"/>
              <a:gd name="connsiteX48" fmla="*/ 2643855 w 5741575"/>
              <a:gd name="connsiteY48" fmla="*/ 374482 h 955271"/>
              <a:gd name="connsiteX49" fmla="*/ 2657726 w 5741575"/>
              <a:gd name="connsiteY49" fmla="*/ 365841 h 955271"/>
              <a:gd name="connsiteX50" fmla="*/ 2687125 w 5741575"/>
              <a:gd name="connsiteY50" fmla="*/ 366820 h 955271"/>
              <a:gd name="connsiteX51" fmla="*/ 2697479 w 5741575"/>
              <a:gd name="connsiteY51" fmla="*/ 361430 h 955271"/>
              <a:gd name="connsiteX52" fmla="*/ 2701547 w 5741575"/>
              <a:gd name="connsiteY52" fmla="*/ 361545 h 955271"/>
              <a:gd name="connsiteX53" fmla="*/ 2711054 w 5741575"/>
              <a:gd name="connsiteY53" fmla="*/ 360597 h 955271"/>
              <a:gd name="connsiteX54" fmla="*/ 2710438 w 5741575"/>
              <a:gd name="connsiteY54" fmla="*/ 366958 h 955271"/>
              <a:gd name="connsiteX55" fmla="*/ 2722936 w 5741575"/>
              <a:gd name="connsiteY55" fmla="*/ 377633 h 955271"/>
              <a:gd name="connsiteX56" fmla="*/ 2777227 w 5741575"/>
              <a:gd name="connsiteY56" fmla="*/ 368972 h 955271"/>
              <a:gd name="connsiteX57" fmla="*/ 2779510 w 5741575"/>
              <a:gd name="connsiteY57" fmla="*/ 361652 h 955271"/>
              <a:gd name="connsiteX58" fmla="*/ 2786278 w 5741575"/>
              <a:gd name="connsiteY58" fmla="*/ 359869 h 955271"/>
              <a:gd name="connsiteX59" fmla="*/ 2792101 w 5741575"/>
              <a:gd name="connsiteY59" fmla="*/ 365927 h 955271"/>
              <a:gd name="connsiteX60" fmla="*/ 2885545 w 5741575"/>
              <a:gd name="connsiteY60" fmla="*/ 372818 h 955271"/>
              <a:gd name="connsiteX61" fmla="*/ 3009558 w 5741575"/>
              <a:gd name="connsiteY61" fmla="*/ 370573 h 955271"/>
              <a:gd name="connsiteX62" fmla="*/ 3095010 w 5741575"/>
              <a:gd name="connsiteY62" fmla="*/ 332454 h 955271"/>
              <a:gd name="connsiteX63" fmla="*/ 3103742 w 5741575"/>
              <a:gd name="connsiteY63" fmla="*/ 337974 h 955271"/>
              <a:gd name="connsiteX64" fmla="*/ 3165093 w 5741575"/>
              <a:gd name="connsiteY64" fmla="*/ 329459 h 955271"/>
              <a:gd name="connsiteX65" fmla="*/ 3373785 w 5741575"/>
              <a:gd name="connsiteY65" fmla="*/ 255680 h 955271"/>
              <a:gd name="connsiteX66" fmla="*/ 3493851 w 5741575"/>
              <a:gd name="connsiteY66" fmla="*/ 240255 h 955271"/>
              <a:gd name="connsiteX67" fmla="*/ 3537470 w 5741575"/>
              <a:gd name="connsiteY67" fmla="*/ 241867 h 955271"/>
              <a:gd name="connsiteX68" fmla="*/ 3610489 w 5741575"/>
              <a:gd name="connsiteY68" fmla="*/ 244128 h 955271"/>
              <a:gd name="connsiteX69" fmla="*/ 3667539 w 5741575"/>
              <a:gd name="connsiteY69" fmla="*/ 263271 h 955271"/>
              <a:gd name="connsiteX70" fmla="*/ 3727614 w 5741575"/>
              <a:gd name="connsiteY70" fmla="*/ 258245 h 955271"/>
              <a:gd name="connsiteX71" fmla="*/ 3738369 w 5741575"/>
              <a:gd name="connsiteY71" fmla="*/ 234506 h 955271"/>
              <a:gd name="connsiteX72" fmla="*/ 3803670 w 5741575"/>
              <a:gd name="connsiteY72" fmla="*/ 236457 h 955271"/>
              <a:gd name="connsiteX73" fmla="*/ 3903080 w 5741575"/>
              <a:gd name="connsiteY73" fmla="*/ 241890 h 955271"/>
              <a:gd name="connsiteX74" fmla="*/ 3959588 w 5741575"/>
              <a:gd name="connsiteY74" fmla="*/ 239195 h 955271"/>
              <a:gd name="connsiteX75" fmla="*/ 4114838 w 5741575"/>
              <a:gd name="connsiteY75" fmla="*/ 238165 h 955271"/>
              <a:gd name="connsiteX76" fmla="*/ 4271023 w 5741575"/>
              <a:gd name="connsiteY76" fmla="*/ 241959 h 955271"/>
              <a:gd name="connsiteX77" fmla="*/ 4367397 w 5741575"/>
              <a:gd name="connsiteY77" fmla="*/ 271442 h 955271"/>
              <a:gd name="connsiteX78" fmla="*/ 4495366 w 5741575"/>
              <a:gd name="connsiteY78" fmla="*/ 271618 h 955271"/>
              <a:gd name="connsiteX79" fmla="*/ 4517347 w 5741575"/>
              <a:gd name="connsiteY79" fmla="*/ 275639 h 955271"/>
              <a:gd name="connsiteX80" fmla="*/ 4546116 w 5741575"/>
              <a:gd name="connsiteY80" fmla="*/ 268568 h 955271"/>
              <a:gd name="connsiteX81" fmla="*/ 4661259 w 5741575"/>
              <a:gd name="connsiteY81" fmla="*/ 238966 h 955271"/>
              <a:gd name="connsiteX82" fmla="*/ 4750403 w 5741575"/>
              <a:gd name="connsiteY82" fmla="*/ 204364 h 955271"/>
              <a:gd name="connsiteX83" fmla="*/ 4867614 w 5741575"/>
              <a:gd name="connsiteY83" fmla="*/ 208668 h 955271"/>
              <a:gd name="connsiteX84" fmla="*/ 4937036 w 5741575"/>
              <a:gd name="connsiteY84" fmla="*/ 195446 h 955271"/>
              <a:gd name="connsiteX85" fmla="*/ 5047626 w 5741575"/>
              <a:gd name="connsiteY85" fmla="*/ 149604 h 955271"/>
              <a:gd name="connsiteX86" fmla="*/ 5200247 w 5741575"/>
              <a:gd name="connsiteY86" fmla="*/ 142695 h 955271"/>
              <a:gd name="connsiteX87" fmla="*/ 5235691 w 5741575"/>
              <a:gd name="connsiteY87" fmla="*/ 173330 h 955271"/>
              <a:gd name="connsiteX88" fmla="*/ 5280133 w 5741575"/>
              <a:gd name="connsiteY88" fmla="*/ 189342 h 955271"/>
              <a:gd name="connsiteX89" fmla="*/ 5291963 w 5741575"/>
              <a:gd name="connsiteY89" fmla="*/ 139446 h 955271"/>
              <a:gd name="connsiteX90" fmla="*/ 5418472 w 5741575"/>
              <a:gd name="connsiteY90" fmla="*/ 89163 h 955271"/>
              <a:gd name="connsiteX91" fmla="*/ 5482354 w 5741575"/>
              <a:gd name="connsiteY91" fmla="*/ 69470 h 955271"/>
              <a:gd name="connsiteX92" fmla="*/ 5583280 w 5741575"/>
              <a:gd name="connsiteY92" fmla="*/ 49787 h 955271"/>
              <a:gd name="connsiteX93" fmla="*/ 5613766 w 5741575"/>
              <a:gd name="connsiteY93" fmla="*/ 41855 h 955271"/>
              <a:gd name="connsiteX94" fmla="*/ 5684952 w 5741575"/>
              <a:gd name="connsiteY94" fmla="*/ 26088 h 955271"/>
              <a:gd name="connsiteX0" fmla="*/ 5741575 w 5741575"/>
              <a:gd name="connsiteY0" fmla="*/ 0 h 955271"/>
              <a:gd name="connsiteX1" fmla="*/ 5741575 w 5741575"/>
              <a:gd name="connsiteY1" fmla="*/ 955271 h 955271"/>
              <a:gd name="connsiteX2" fmla="*/ 0 w 5741575"/>
              <a:gd name="connsiteY2" fmla="*/ 955271 h 955271"/>
              <a:gd name="connsiteX3" fmla="*/ 8558 w 5741575"/>
              <a:gd name="connsiteY3" fmla="*/ 953971 h 955271"/>
              <a:gd name="connsiteX4" fmla="*/ 16894 w 5741575"/>
              <a:gd name="connsiteY4" fmla="*/ 953847 h 955271"/>
              <a:gd name="connsiteX5" fmla="*/ 28156 w 5741575"/>
              <a:gd name="connsiteY5" fmla="*/ 951374 h 955271"/>
              <a:gd name="connsiteX6" fmla="*/ 28293 w 5741575"/>
              <a:gd name="connsiteY6" fmla="*/ 950971 h 955271"/>
              <a:gd name="connsiteX7" fmla="*/ 39115 w 5741575"/>
              <a:gd name="connsiteY7" fmla="*/ 949326 h 955271"/>
              <a:gd name="connsiteX8" fmla="*/ 93851 w 5741575"/>
              <a:gd name="connsiteY8" fmla="*/ 945611 h 955271"/>
              <a:gd name="connsiteX9" fmla="*/ 148657 w 5741575"/>
              <a:gd name="connsiteY9" fmla="*/ 898134 h 955271"/>
              <a:gd name="connsiteX10" fmla="*/ 174554 w 5741575"/>
              <a:gd name="connsiteY10" fmla="*/ 886351 h 955271"/>
              <a:gd name="connsiteX11" fmla="*/ 187633 w 5741575"/>
              <a:gd name="connsiteY11" fmla="*/ 878226 h 955271"/>
              <a:gd name="connsiteX12" fmla="*/ 187961 w 5741575"/>
              <a:gd name="connsiteY12" fmla="*/ 876538 h 955271"/>
              <a:gd name="connsiteX13" fmla="*/ 240501 w 5741575"/>
              <a:gd name="connsiteY13" fmla="*/ 873150 h 955271"/>
              <a:gd name="connsiteX14" fmla="*/ 246345 w 5741575"/>
              <a:gd name="connsiteY14" fmla="*/ 869942 h 955271"/>
              <a:gd name="connsiteX15" fmla="*/ 282041 w 5741575"/>
              <a:gd name="connsiteY15" fmla="*/ 871263 h 955271"/>
              <a:gd name="connsiteX16" fmla="*/ 299711 w 5741575"/>
              <a:gd name="connsiteY16" fmla="*/ 870064 h 955271"/>
              <a:gd name="connsiteX17" fmla="*/ 306299 w 5741575"/>
              <a:gd name="connsiteY17" fmla="*/ 873609 h 955271"/>
              <a:gd name="connsiteX18" fmla="*/ 331571 w 5741575"/>
              <a:gd name="connsiteY18" fmla="*/ 869866 h 955271"/>
              <a:gd name="connsiteX19" fmla="*/ 333872 w 5741575"/>
              <a:gd name="connsiteY19" fmla="*/ 867971 h 955271"/>
              <a:gd name="connsiteX20" fmla="*/ 356953 w 5741575"/>
              <a:gd name="connsiteY20" fmla="*/ 870334 h 955271"/>
              <a:gd name="connsiteX21" fmla="*/ 379005 w 5741575"/>
              <a:gd name="connsiteY21" fmla="*/ 878900 h 955271"/>
              <a:gd name="connsiteX22" fmla="*/ 585428 w 5741575"/>
              <a:gd name="connsiteY22" fmla="*/ 826440 h 955271"/>
              <a:gd name="connsiteX23" fmla="*/ 787156 w 5741575"/>
              <a:gd name="connsiteY23" fmla="*/ 838447 h 955271"/>
              <a:gd name="connsiteX24" fmla="*/ 898586 w 5741575"/>
              <a:gd name="connsiteY24" fmla="*/ 808502 h 955271"/>
              <a:gd name="connsiteX25" fmla="*/ 924063 w 5741575"/>
              <a:gd name="connsiteY25" fmla="*/ 770210 h 955271"/>
              <a:gd name="connsiteX26" fmla="*/ 1212574 w 5741575"/>
              <a:gd name="connsiteY26" fmla="*/ 724238 h 955271"/>
              <a:gd name="connsiteX27" fmla="*/ 1280768 w 5741575"/>
              <a:gd name="connsiteY27" fmla="*/ 699122 h 955271"/>
              <a:gd name="connsiteX28" fmla="*/ 1352027 w 5741575"/>
              <a:gd name="connsiteY28" fmla="*/ 704323 h 955271"/>
              <a:gd name="connsiteX29" fmla="*/ 1374314 w 5741575"/>
              <a:gd name="connsiteY29" fmla="*/ 688815 h 955271"/>
              <a:gd name="connsiteX30" fmla="*/ 1378034 w 5741575"/>
              <a:gd name="connsiteY30" fmla="*/ 685842 h 955271"/>
              <a:gd name="connsiteX31" fmla="*/ 1395604 w 5741575"/>
              <a:gd name="connsiteY31" fmla="*/ 680460 h 955271"/>
              <a:gd name="connsiteX32" fmla="*/ 1397206 w 5741575"/>
              <a:gd name="connsiteY32" fmla="*/ 670793 h 955271"/>
              <a:gd name="connsiteX33" fmla="*/ 1421250 w 5741575"/>
              <a:gd name="connsiteY33" fmla="*/ 656855 h 955271"/>
              <a:gd name="connsiteX34" fmla="*/ 1454524 w 5741575"/>
              <a:gd name="connsiteY34" fmla="*/ 649224 h 955271"/>
              <a:gd name="connsiteX35" fmla="*/ 1616217 w 5741575"/>
              <a:gd name="connsiteY35" fmla="*/ 622107 h 955271"/>
              <a:gd name="connsiteX36" fmla="*/ 1710928 w 5741575"/>
              <a:gd name="connsiteY36" fmla="*/ 600666 h 955271"/>
              <a:gd name="connsiteX37" fmla="*/ 1743718 w 5741575"/>
              <a:gd name="connsiteY37" fmla="*/ 584327 h 955271"/>
              <a:gd name="connsiteX38" fmla="*/ 1791651 w 5741575"/>
              <a:gd name="connsiteY38" fmla="*/ 567019 h 955271"/>
              <a:gd name="connsiteX39" fmla="*/ 1873778 w 5741575"/>
              <a:gd name="connsiteY39" fmla="*/ 530130 h 955271"/>
              <a:gd name="connsiteX40" fmla="*/ 1988411 w 5741575"/>
              <a:gd name="connsiteY40" fmla="*/ 491599 h 955271"/>
              <a:gd name="connsiteX41" fmla="*/ 2085507 w 5741575"/>
              <a:gd name="connsiteY41" fmla="*/ 498527 h 955271"/>
              <a:gd name="connsiteX42" fmla="*/ 2090767 w 5741575"/>
              <a:gd name="connsiteY42" fmla="*/ 490616 h 955271"/>
              <a:gd name="connsiteX43" fmla="*/ 2151143 w 5741575"/>
              <a:gd name="connsiteY43" fmla="*/ 478332 h 955271"/>
              <a:gd name="connsiteX44" fmla="*/ 2378710 w 5741575"/>
              <a:gd name="connsiteY44" fmla="*/ 477570 h 955271"/>
              <a:gd name="connsiteX45" fmla="*/ 2496256 w 5741575"/>
              <a:gd name="connsiteY45" fmla="*/ 452396 h 955271"/>
              <a:gd name="connsiteX46" fmla="*/ 2535387 w 5741575"/>
              <a:gd name="connsiteY46" fmla="*/ 436645 h 955271"/>
              <a:gd name="connsiteX47" fmla="*/ 2601109 w 5741575"/>
              <a:gd name="connsiteY47" fmla="*/ 410678 h 955271"/>
              <a:gd name="connsiteX48" fmla="*/ 2643855 w 5741575"/>
              <a:gd name="connsiteY48" fmla="*/ 374482 h 955271"/>
              <a:gd name="connsiteX49" fmla="*/ 2657726 w 5741575"/>
              <a:gd name="connsiteY49" fmla="*/ 365841 h 955271"/>
              <a:gd name="connsiteX50" fmla="*/ 2687125 w 5741575"/>
              <a:gd name="connsiteY50" fmla="*/ 366820 h 955271"/>
              <a:gd name="connsiteX51" fmla="*/ 2697479 w 5741575"/>
              <a:gd name="connsiteY51" fmla="*/ 361430 h 955271"/>
              <a:gd name="connsiteX52" fmla="*/ 2701547 w 5741575"/>
              <a:gd name="connsiteY52" fmla="*/ 361545 h 955271"/>
              <a:gd name="connsiteX53" fmla="*/ 2711054 w 5741575"/>
              <a:gd name="connsiteY53" fmla="*/ 360597 h 955271"/>
              <a:gd name="connsiteX54" fmla="*/ 2710438 w 5741575"/>
              <a:gd name="connsiteY54" fmla="*/ 366958 h 955271"/>
              <a:gd name="connsiteX55" fmla="*/ 2722936 w 5741575"/>
              <a:gd name="connsiteY55" fmla="*/ 377633 h 955271"/>
              <a:gd name="connsiteX56" fmla="*/ 2777227 w 5741575"/>
              <a:gd name="connsiteY56" fmla="*/ 368972 h 955271"/>
              <a:gd name="connsiteX57" fmla="*/ 2779510 w 5741575"/>
              <a:gd name="connsiteY57" fmla="*/ 361652 h 955271"/>
              <a:gd name="connsiteX58" fmla="*/ 2786278 w 5741575"/>
              <a:gd name="connsiteY58" fmla="*/ 359869 h 955271"/>
              <a:gd name="connsiteX59" fmla="*/ 2792101 w 5741575"/>
              <a:gd name="connsiteY59" fmla="*/ 365927 h 955271"/>
              <a:gd name="connsiteX60" fmla="*/ 2885545 w 5741575"/>
              <a:gd name="connsiteY60" fmla="*/ 372818 h 955271"/>
              <a:gd name="connsiteX61" fmla="*/ 3009558 w 5741575"/>
              <a:gd name="connsiteY61" fmla="*/ 370573 h 955271"/>
              <a:gd name="connsiteX62" fmla="*/ 3095010 w 5741575"/>
              <a:gd name="connsiteY62" fmla="*/ 332454 h 955271"/>
              <a:gd name="connsiteX63" fmla="*/ 3103742 w 5741575"/>
              <a:gd name="connsiteY63" fmla="*/ 337974 h 955271"/>
              <a:gd name="connsiteX64" fmla="*/ 3165093 w 5741575"/>
              <a:gd name="connsiteY64" fmla="*/ 329459 h 955271"/>
              <a:gd name="connsiteX65" fmla="*/ 3373785 w 5741575"/>
              <a:gd name="connsiteY65" fmla="*/ 255680 h 955271"/>
              <a:gd name="connsiteX66" fmla="*/ 3493851 w 5741575"/>
              <a:gd name="connsiteY66" fmla="*/ 240255 h 955271"/>
              <a:gd name="connsiteX67" fmla="*/ 3537470 w 5741575"/>
              <a:gd name="connsiteY67" fmla="*/ 241867 h 955271"/>
              <a:gd name="connsiteX68" fmla="*/ 3610489 w 5741575"/>
              <a:gd name="connsiteY68" fmla="*/ 244128 h 955271"/>
              <a:gd name="connsiteX69" fmla="*/ 3667539 w 5741575"/>
              <a:gd name="connsiteY69" fmla="*/ 263271 h 955271"/>
              <a:gd name="connsiteX70" fmla="*/ 3727614 w 5741575"/>
              <a:gd name="connsiteY70" fmla="*/ 258245 h 955271"/>
              <a:gd name="connsiteX71" fmla="*/ 3738369 w 5741575"/>
              <a:gd name="connsiteY71" fmla="*/ 234506 h 955271"/>
              <a:gd name="connsiteX72" fmla="*/ 3803670 w 5741575"/>
              <a:gd name="connsiteY72" fmla="*/ 236457 h 955271"/>
              <a:gd name="connsiteX73" fmla="*/ 3903080 w 5741575"/>
              <a:gd name="connsiteY73" fmla="*/ 241890 h 955271"/>
              <a:gd name="connsiteX74" fmla="*/ 4114838 w 5741575"/>
              <a:gd name="connsiteY74" fmla="*/ 238165 h 955271"/>
              <a:gd name="connsiteX75" fmla="*/ 4271023 w 5741575"/>
              <a:gd name="connsiteY75" fmla="*/ 241959 h 955271"/>
              <a:gd name="connsiteX76" fmla="*/ 4367397 w 5741575"/>
              <a:gd name="connsiteY76" fmla="*/ 271442 h 955271"/>
              <a:gd name="connsiteX77" fmla="*/ 4495366 w 5741575"/>
              <a:gd name="connsiteY77" fmla="*/ 271618 h 955271"/>
              <a:gd name="connsiteX78" fmla="*/ 4517347 w 5741575"/>
              <a:gd name="connsiteY78" fmla="*/ 275639 h 955271"/>
              <a:gd name="connsiteX79" fmla="*/ 4546116 w 5741575"/>
              <a:gd name="connsiteY79" fmla="*/ 268568 h 955271"/>
              <a:gd name="connsiteX80" fmla="*/ 4661259 w 5741575"/>
              <a:gd name="connsiteY80" fmla="*/ 238966 h 955271"/>
              <a:gd name="connsiteX81" fmla="*/ 4750403 w 5741575"/>
              <a:gd name="connsiteY81" fmla="*/ 204364 h 955271"/>
              <a:gd name="connsiteX82" fmla="*/ 4867614 w 5741575"/>
              <a:gd name="connsiteY82" fmla="*/ 208668 h 955271"/>
              <a:gd name="connsiteX83" fmla="*/ 4937036 w 5741575"/>
              <a:gd name="connsiteY83" fmla="*/ 195446 h 955271"/>
              <a:gd name="connsiteX84" fmla="*/ 5047626 w 5741575"/>
              <a:gd name="connsiteY84" fmla="*/ 149604 h 955271"/>
              <a:gd name="connsiteX85" fmla="*/ 5200247 w 5741575"/>
              <a:gd name="connsiteY85" fmla="*/ 142695 h 955271"/>
              <a:gd name="connsiteX86" fmla="*/ 5235691 w 5741575"/>
              <a:gd name="connsiteY86" fmla="*/ 173330 h 955271"/>
              <a:gd name="connsiteX87" fmla="*/ 5280133 w 5741575"/>
              <a:gd name="connsiteY87" fmla="*/ 189342 h 955271"/>
              <a:gd name="connsiteX88" fmla="*/ 5291963 w 5741575"/>
              <a:gd name="connsiteY88" fmla="*/ 139446 h 955271"/>
              <a:gd name="connsiteX89" fmla="*/ 5418472 w 5741575"/>
              <a:gd name="connsiteY89" fmla="*/ 89163 h 955271"/>
              <a:gd name="connsiteX90" fmla="*/ 5482354 w 5741575"/>
              <a:gd name="connsiteY90" fmla="*/ 69470 h 955271"/>
              <a:gd name="connsiteX91" fmla="*/ 5583280 w 5741575"/>
              <a:gd name="connsiteY91" fmla="*/ 49787 h 955271"/>
              <a:gd name="connsiteX92" fmla="*/ 5613766 w 5741575"/>
              <a:gd name="connsiteY92" fmla="*/ 41855 h 955271"/>
              <a:gd name="connsiteX93" fmla="*/ 5684952 w 5741575"/>
              <a:gd name="connsiteY93" fmla="*/ 26088 h 955271"/>
              <a:gd name="connsiteX94" fmla="*/ 5741575 w 5741575"/>
              <a:gd name="connsiteY94" fmla="*/ 0 h 955271"/>
              <a:gd name="connsiteX0" fmla="*/ 5741575 w 5741575"/>
              <a:gd name="connsiteY0" fmla="*/ 0 h 955271"/>
              <a:gd name="connsiteX1" fmla="*/ 5741575 w 5741575"/>
              <a:gd name="connsiteY1" fmla="*/ 955271 h 955271"/>
              <a:gd name="connsiteX2" fmla="*/ 0 w 5741575"/>
              <a:gd name="connsiteY2" fmla="*/ 955271 h 955271"/>
              <a:gd name="connsiteX3" fmla="*/ 8558 w 5741575"/>
              <a:gd name="connsiteY3" fmla="*/ 953971 h 955271"/>
              <a:gd name="connsiteX4" fmla="*/ 16894 w 5741575"/>
              <a:gd name="connsiteY4" fmla="*/ 953847 h 955271"/>
              <a:gd name="connsiteX5" fmla="*/ 28156 w 5741575"/>
              <a:gd name="connsiteY5" fmla="*/ 951374 h 955271"/>
              <a:gd name="connsiteX6" fmla="*/ 28293 w 5741575"/>
              <a:gd name="connsiteY6" fmla="*/ 950971 h 955271"/>
              <a:gd name="connsiteX7" fmla="*/ 39115 w 5741575"/>
              <a:gd name="connsiteY7" fmla="*/ 949326 h 955271"/>
              <a:gd name="connsiteX8" fmla="*/ 93851 w 5741575"/>
              <a:gd name="connsiteY8" fmla="*/ 945611 h 955271"/>
              <a:gd name="connsiteX9" fmla="*/ 148657 w 5741575"/>
              <a:gd name="connsiteY9" fmla="*/ 898134 h 955271"/>
              <a:gd name="connsiteX10" fmla="*/ 174554 w 5741575"/>
              <a:gd name="connsiteY10" fmla="*/ 886351 h 955271"/>
              <a:gd name="connsiteX11" fmla="*/ 187633 w 5741575"/>
              <a:gd name="connsiteY11" fmla="*/ 878226 h 955271"/>
              <a:gd name="connsiteX12" fmla="*/ 187961 w 5741575"/>
              <a:gd name="connsiteY12" fmla="*/ 876538 h 955271"/>
              <a:gd name="connsiteX13" fmla="*/ 240501 w 5741575"/>
              <a:gd name="connsiteY13" fmla="*/ 873150 h 955271"/>
              <a:gd name="connsiteX14" fmla="*/ 246345 w 5741575"/>
              <a:gd name="connsiteY14" fmla="*/ 869942 h 955271"/>
              <a:gd name="connsiteX15" fmla="*/ 282041 w 5741575"/>
              <a:gd name="connsiteY15" fmla="*/ 871263 h 955271"/>
              <a:gd name="connsiteX16" fmla="*/ 299711 w 5741575"/>
              <a:gd name="connsiteY16" fmla="*/ 870064 h 955271"/>
              <a:gd name="connsiteX17" fmla="*/ 306299 w 5741575"/>
              <a:gd name="connsiteY17" fmla="*/ 873609 h 955271"/>
              <a:gd name="connsiteX18" fmla="*/ 331571 w 5741575"/>
              <a:gd name="connsiteY18" fmla="*/ 869866 h 955271"/>
              <a:gd name="connsiteX19" fmla="*/ 333872 w 5741575"/>
              <a:gd name="connsiteY19" fmla="*/ 867971 h 955271"/>
              <a:gd name="connsiteX20" fmla="*/ 356953 w 5741575"/>
              <a:gd name="connsiteY20" fmla="*/ 870334 h 955271"/>
              <a:gd name="connsiteX21" fmla="*/ 379005 w 5741575"/>
              <a:gd name="connsiteY21" fmla="*/ 878900 h 955271"/>
              <a:gd name="connsiteX22" fmla="*/ 585428 w 5741575"/>
              <a:gd name="connsiteY22" fmla="*/ 826440 h 955271"/>
              <a:gd name="connsiteX23" fmla="*/ 787156 w 5741575"/>
              <a:gd name="connsiteY23" fmla="*/ 838447 h 955271"/>
              <a:gd name="connsiteX24" fmla="*/ 898586 w 5741575"/>
              <a:gd name="connsiteY24" fmla="*/ 808502 h 955271"/>
              <a:gd name="connsiteX25" fmla="*/ 924063 w 5741575"/>
              <a:gd name="connsiteY25" fmla="*/ 770210 h 955271"/>
              <a:gd name="connsiteX26" fmla="*/ 1212574 w 5741575"/>
              <a:gd name="connsiteY26" fmla="*/ 724238 h 955271"/>
              <a:gd name="connsiteX27" fmla="*/ 1280768 w 5741575"/>
              <a:gd name="connsiteY27" fmla="*/ 699122 h 955271"/>
              <a:gd name="connsiteX28" fmla="*/ 1352027 w 5741575"/>
              <a:gd name="connsiteY28" fmla="*/ 704323 h 955271"/>
              <a:gd name="connsiteX29" fmla="*/ 1374314 w 5741575"/>
              <a:gd name="connsiteY29" fmla="*/ 688815 h 955271"/>
              <a:gd name="connsiteX30" fmla="*/ 1378034 w 5741575"/>
              <a:gd name="connsiteY30" fmla="*/ 685842 h 955271"/>
              <a:gd name="connsiteX31" fmla="*/ 1395604 w 5741575"/>
              <a:gd name="connsiteY31" fmla="*/ 680460 h 955271"/>
              <a:gd name="connsiteX32" fmla="*/ 1397206 w 5741575"/>
              <a:gd name="connsiteY32" fmla="*/ 670793 h 955271"/>
              <a:gd name="connsiteX33" fmla="*/ 1421250 w 5741575"/>
              <a:gd name="connsiteY33" fmla="*/ 656855 h 955271"/>
              <a:gd name="connsiteX34" fmla="*/ 1454524 w 5741575"/>
              <a:gd name="connsiteY34" fmla="*/ 649224 h 955271"/>
              <a:gd name="connsiteX35" fmla="*/ 1616217 w 5741575"/>
              <a:gd name="connsiteY35" fmla="*/ 622107 h 955271"/>
              <a:gd name="connsiteX36" fmla="*/ 1710928 w 5741575"/>
              <a:gd name="connsiteY36" fmla="*/ 600666 h 955271"/>
              <a:gd name="connsiteX37" fmla="*/ 1743718 w 5741575"/>
              <a:gd name="connsiteY37" fmla="*/ 584327 h 955271"/>
              <a:gd name="connsiteX38" fmla="*/ 1873778 w 5741575"/>
              <a:gd name="connsiteY38" fmla="*/ 530130 h 955271"/>
              <a:gd name="connsiteX39" fmla="*/ 1988411 w 5741575"/>
              <a:gd name="connsiteY39" fmla="*/ 491599 h 955271"/>
              <a:gd name="connsiteX40" fmla="*/ 2085507 w 5741575"/>
              <a:gd name="connsiteY40" fmla="*/ 498527 h 955271"/>
              <a:gd name="connsiteX41" fmla="*/ 2090767 w 5741575"/>
              <a:gd name="connsiteY41" fmla="*/ 490616 h 955271"/>
              <a:gd name="connsiteX42" fmla="*/ 2151143 w 5741575"/>
              <a:gd name="connsiteY42" fmla="*/ 478332 h 955271"/>
              <a:gd name="connsiteX43" fmla="*/ 2378710 w 5741575"/>
              <a:gd name="connsiteY43" fmla="*/ 477570 h 955271"/>
              <a:gd name="connsiteX44" fmla="*/ 2496256 w 5741575"/>
              <a:gd name="connsiteY44" fmla="*/ 452396 h 955271"/>
              <a:gd name="connsiteX45" fmla="*/ 2535387 w 5741575"/>
              <a:gd name="connsiteY45" fmla="*/ 436645 h 955271"/>
              <a:gd name="connsiteX46" fmla="*/ 2601109 w 5741575"/>
              <a:gd name="connsiteY46" fmla="*/ 410678 h 955271"/>
              <a:gd name="connsiteX47" fmla="*/ 2643855 w 5741575"/>
              <a:gd name="connsiteY47" fmla="*/ 374482 h 955271"/>
              <a:gd name="connsiteX48" fmla="*/ 2657726 w 5741575"/>
              <a:gd name="connsiteY48" fmla="*/ 365841 h 955271"/>
              <a:gd name="connsiteX49" fmla="*/ 2687125 w 5741575"/>
              <a:gd name="connsiteY49" fmla="*/ 366820 h 955271"/>
              <a:gd name="connsiteX50" fmla="*/ 2697479 w 5741575"/>
              <a:gd name="connsiteY50" fmla="*/ 361430 h 955271"/>
              <a:gd name="connsiteX51" fmla="*/ 2701547 w 5741575"/>
              <a:gd name="connsiteY51" fmla="*/ 361545 h 955271"/>
              <a:gd name="connsiteX52" fmla="*/ 2711054 w 5741575"/>
              <a:gd name="connsiteY52" fmla="*/ 360597 h 955271"/>
              <a:gd name="connsiteX53" fmla="*/ 2710438 w 5741575"/>
              <a:gd name="connsiteY53" fmla="*/ 366958 h 955271"/>
              <a:gd name="connsiteX54" fmla="*/ 2722936 w 5741575"/>
              <a:gd name="connsiteY54" fmla="*/ 377633 h 955271"/>
              <a:gd name="connsiteX55" fmla="*/ 2777227 w 5741575"/>
              <a:gd name="connsiteY55" fmla="*/ 368972 h 955271"/>
              <a:gd name="connsiteX56" fmla="*/ 2779510 w 5741575"/>
              <a:gd name="connsiteY56" fmla="*/ 361652 h 955271"/>
              <a:gd name="connsiteX57" fmla="*/ 2786278 w 5741575"/>
              <a:gd name="connsiteY57" fmla="*/ 359869 h 955271"/>
              <a:gd name="connsiteX58" fmla="*/ 2792101 w 5741575"/>
              <a:gd name="connsiteY58" fmla="*/ 365927 h 955271"/>
              <a:gd name="connsiteX59" fmla="*/ 2885545 w 5741575"/>
              <a:gd name="connsiteY59" fmla="*/ 372818 h 955271"/>
              <a:gd name="connsiteX60" fmla="*/ 3009558 w 5741575"/>
              <a:gd name="connsiteY60" fmla="*/ 370573 h 955271"/>
              <a:gd name="connsiteX61" fmla="*/ 3095010 w 5741575"/>
              <a:gd name="connsiteY61" fmla="*/ 332454 h 955271"/>
              <a:gd name="connsiteX62" fmla="*/ 3103742 w 5741575"/>
              <a:gd name="connsiteY62" fmla="*/ 337974 h 955271"/>
              <a:gd name="connsiteX63" fmla="*/ 3165093 w 5741575"/>
              <a:gd name="connsiteY63" fmla="*/ 329459 h 955271"/>
              <a:gd name="connsiteX64" fmla="*/ 3373785 w 5741575"/>
              <a:gd name="connsiteY64" fmla="*/ 255680 h 955271"/>
              <a:gd name="connsiteX65" fmla="*/ 3493851 w 5741575"/>
              <a:gd name="connsiteY65" fmla="*/ 240255 h 955271"/>
              <a:gd name="connsiteX66" fmla="*/ 3537470 w 5741575"/>
              <a:gd name="connsiteY66" fmla="*/ 241867 h 955271"/>
              <a:gd name="connsiteX67" fmla="*/ 3610489 w 5741575"/>
              <a:gd name="connsiteY67" fmla="*/ 244128 h 955271"/>
              <a:gd name="connsiteX68" fmla="*/ 3667539 w 5741575"/>
              <a:gd name="connsiteY68" fmla="*/ 263271 h 955271"/>
              <a:gd name="connsiteX69" fmla="*/ 3727614 w 5741575"/>
              <a:gd name="connsiteY69" fmla="*/ 258245 h 955271"/>
              <a:gd name="connsiteX70" fmla="*/ 3738369 w 5741575"/>
              <a:gd name="connsiteY70" fmla="*/ 234506 h 955271"/>
              <a:gd name="connsiteX71" fmla="*/ 3803670 w 5741575"/>
              <a:gd name="connsiteY71" fmla="*/ 236457 h 955271"/>
              <a:gd name="connsiteX72" fmla="*/ 3903080 w 5741575"/>
              <a:gd name="connsiteY72" fmla="*/ 241890 h 955271"/>
              <a:gd name="connsiteX73" fmla="*/ 4114838 w 5741575"/>
              <a:gd name="connsiteY73" fmla="*/ 238165 h 955271"/>
              <a:gd name="connsiteX74" fmla="*/ 4271023 w 5741575"/>
              <a:gd name="connsiteY74" fmla="*/ 241959 h 955271"/>
              <a:gd name="connsiteX75" fmla="*/ 4367397 w 5741575"/>
              <a:gd name="connsiteY75" fmla="*/ 271442 h 955271"/>
              <a:gd name="connsiteX76" fmla="*/ 4495366 w 5741575"/>
              <a:gd name="connsiteY76" fmla="*/ 271618 h 955271"/>
              <a:gd name="connsiteX77" fmla="*/ 4517347 w 5741575"/>
              <a:gd name="connsiteY77" fmla="*/ 275639 h 955271"/>
              <a:gd name="connsiteX78" fmla="*/ 4546116 w 5741575"/>
              <a:gd name="connsiteY78" fmla="*/ 268568 h 955271"/>
              <a:gd name="connsiteX79" fmla="*/ 4661259 w 5741575"/>
              <a:gd name="connsiteY79" fmla="*/ 238966 h 955271"/>
              <a:gd name="connsiteX80" fmla="*/ 4750403 w 5741575"/>
              <a:gd name="connsiteY80" fmla="*/ 204364 h 955271"/>
              <a:gd name="connsiteX81" fmla="*/ 4867614 w 5741575"/>
              <a:gd name="connsiteY81" fmla="*/ 208668 h 955271"/>
              <a:gd name="connsiteX82" fmla="*/ 4937036 w 5741575"/>
              <a:gd name="connsiteY82" fmla="*/ 195446 h 955271"/>
              <a:gd name="connsiteX83" fmla="*/ 5047626 w 5741575"/>
              <a:gd name="connsiteY83" fmla="*/ 149604 h 955271"/>
              <a:gd name="connsiteX84" fmla="*/ 5200247 w 5741575"/>
              <a:gd name="connsiteY84" fmla="*/ 142695 h 955271"/>
              <a:gd name="connsiteX85" fmla="*/ 5235691 w 5741575"/>
              <a:gd name="connsiteY85" fmla="*/ 173330 h 955271"/>
              <a:gd name="connsiteX86" fmla="*/ 5280133 w 5741575"/>
              <a:gd name="connsiteY86" fmla="*/ 189342 h 955271"/>
              <a:gd name="connsiteX87" fmla="*/ 5291963 w 5741575"/>
              <a:gd name="connsiteY87" fmla="*/ 139446 h 955271"/>
              <a:gd name="connsiteX88" fmla="*/ 5418472 w 5741575"/>
              <a:gd name="connsiteY88" fmla="*/ 89163 h 955271"/>
              <a:gd name="connsiteX89" fmla="*/ 5482354 w 5741575"/>
              <a:gd name="connsiteY89" fmla="*/ 69470 h 955271"/>
              <a:gd name="connsiteX90" fmla="*/ 5583280 w 5741575"/>
              <a:gd name="connsiteY90" fmla="*/ 49787 h 955271"/>
              <a:gd name="connsiteX91" fmla="*/ 5613766 w 5741575"/>
              <a:gd name="connsiteY91" fmla="*/ 41855 h 955271"/>
              <a:gd name="connsiteX92" fmla="*/ 5684952 w 5741575"/>
              <a:gd name="connsiteY92" fmla="*/ 26088 h 955271"/>
              <a:gd name="connsiteX93" fmla="*/ 5741575 w 5741575"/>
              <a:gd name="connsiteY93" fmla="*/ 0 h 955271"/>
              <a:gd name="connsiteX0" fmla="*/ 5741575 w 5741575"/>
              <a:gd name="connsiteY0" fmla="*/ 0 h 955271"/>
              <a:gd name="connsiteX1" fmla="*/ 5741575 w 5741575"/>
              <a:gd name="connsiteY1" fmla="*/ 955271 h 955271"/>
              <a:gd name="connsiteX2" fmla="*/ 0 w 5741575"/>
              <a:gd name="connsiteY2" fmla="*/ 955271 h 955271"/>
              <a:gd name="connsiteX3" fmla="*/ 8558 w 5741575"/>
              <a:gd name="connsiteY3" fmla="*/ 953971 h 955271"/>
              <a:gd name="connsiteX4" fmla="*/ 16894 w 5741575"/>
              <a:gd name="connsiteY4" fmla="*/ 953847 h 955271"/>
              <a:gd name="connsiteX5" fmla="*/ 28156 w 5741575"/>
              <a:gd name="connsiteY5" fmla="*/ 951374 h 955271"/>
              <a:gd name="connsiteX6" fmla="*/ 28293 w 5741575"/>
              <a:gd name="connsiteY6" fmla="*/ 950971 h 955271"/>
              <a:gd name="connsiteX7" fmla="*/ 39115 w 5741575"/>
              <a:gd name="connsiteY7" fmla="*/ 949326 h 955271"/>
              <a:gd name="connsiteX8" fmla="*/ 93851 w 5741575"/>
              <a:gd name="connsiteY8" fmla="*/ 945611 h 955271"/>
              <a:gd name="connsiteX9" fmla="*/ 148657 w 5741575"/>
              <a:gd name="connsiteY9" fmla="*/ 898134 h 955271"/>
              <a:gd name="connsiteX10" fmla="*/ 174554 w 5741575"/>
              <a:gd name="connsiteY10" fmla="*/ 886351 h 955271"/>
              <a:gd name="connsiteX11" fmla="*/ 187633 w 5741575"/>
              <a:gd name="connsiteY11" fmla="*/ 878226 h 955271"/>
              <a:gd name="connsiteX12" fmla="*/ 187961 w 5741575"/>
              <a:gd name="connsiteY12" fmla="*/ 876538 h 955271"/>
              <a:gd name="connsiteX13" fmla="*/ 240501 w 5741575"/>
              <a:gd name="connsiteY13" fmla="*/ 873150 h 955271"/>
              <a:gd name="connsiteX14" fmla="*/ 246345 w 5741575"/>
              <a:gd name="connsiteY14" fmla="*/ 869942 h 955271"/>
              <a:gd name="connsiteX15" fmla="*/ 282041 w 5741575"/>
              <a:gd name="connsiteY15" fmla="*/ 871263 h 955271"/>
              <a:gd name="connsiteX16" fmla="*/ 299711 w 5741575"/>
              <a:gd name="connsiteY16" fmla="*/ 870064 h 955271"/>
              <a:gd name="connsiteX17" fmla="*/ 306299 w 5741575"/>
              <a:gd name="connsiteY17" fmla="*/ 873609 h 955271"/>
              <a:gd name="connsiteX18" fmla="*/ 331571 w 5741575"/>
              <a:gd name="connsiteY18" fmla="*/ 869866 h 955271"/>
              <a:gd name="connsiteX19" fmla="*/ 333872 w 5741575"/>
              <a:gd name="connsiteY19" fmla="*/ 867971 h 955271"/>
              <a:gd name="connsiteX20" fmla="*/ 356953 w 5741575"/>
              <a:gd name="connsiteY20" fmla="*/ 870334 h 955271"/>
              <a:gd name="connsiteX21" fmla="*/ 379005 w 5741575"/>
              <a:gd name="connsiteY21" fmla="*/ 878900 h 955271"/>
              <a:gd name="connsiteX22" fmla="*/ 787156 w 5741575"/>
              <a:gd name="connsiteY22" fmla="*/ 838447 h 955271"/>
              <a:gd name="connsiteX23" fmla="*/ 898586 w 5741575"/>
              <a:gd name="connsiteY23" fmla="*/ 808502 h 955271"/>
              <a:gd name="connsiteX24" fmla="*/ 924063 w 5741575"/>
              <a:gd name="connsiteY24" fmla="*/ 770210 h 955271"/>
              <a:gd name="connsiteX25" fmla="*/ 1212574 w 5741575"/>
              <a:gd name="connsiteY25" fmla="*/ 724238 h 955271"/>
              <a:gd name="connsiteX26" fmla="*/ 1280768 w 5741575"/>
              <a:gd name="connsiteY26" fmla="*/ 699122 h 955271"/>
              <a:gd name="connsiteX27" fmla="*/ 1352027 w 5741575"/>
              <a:gd name="connsiteY27" fmla="*/ 704323 h 955271"/>
              <a:gd name="connsiteX28" fmla="*/ 1374314 w 5741575"/>
              <a:gd name="connsiteY28" fmla="*/ 688815 h 955271"/>
              <a:gd name="connsiteX29" fmla="*/ 1378034 w 5741575"/>
              <a:gd name="connsiteY29" fmla="*/ 685842 h 955271"/>
              <a:gd name="connsiteX30" fmla="*/ 1395604 w 5741575"/>
              <a:gd name="connsiteY30" fmla="*/ 680460 h 955271"/>
              <a:gd name="connsiteX31" fmla="*/ 1397206 w 5741575"/>
              <a:gd name="connsiteY31" fmla="*/ 670793 h 955271"/>
              <a:gd name="connsiteX32" fmla="*/ 1421250 w 5741575"/>
              <a:gd name="connsiteY32" fmla="*/ 656855 h 955271"/>
              <a:gd name="connsiteX33" fmla="*/ 1454524 w 5741575"/>
              <a:gd name="connsiteY33" fmla="*/ 649224 h 955271"/>
              <a:gd name="connsiteX34" fmla="*/ 1616217 w 5741575"/>
              <a:gd name="connsiteY34" fmla="*/ 622107 h 955271"/>
              <a:gd name="connsiteX35" fmla="*/ 1710928 w 5741575"/>
              <a:gd name="connsiteY35" fmla="*/ 600666 h 955271"/>
              <a:gd name="connsiteX36" fmla="*/ 1743718 w 5741575"/>
              <a:gd name="connsiteY36" fmla="*/ 584327 h 955271"/>
              <a:gd name="connsiteX37" fmla="*/ 1873778 w 5741575"/>
              <a:gd name="connsiteY37" fmla="*/ 530130 h 955271"/>
              <a:gd name="connsiteX38" fmla="*/ 1988411 w 5741575"/>
              <a:gd name="connsiteY38" fmla="*/ 491599 h 955271"/>
              <a:gd name="connsiteX39" fmla="*/ 2085507 w 5741575"/>
              <a:gd name="connsiteY39" fmla="*/ 498527 h 955271"/>
              <a:gd name="connsiteX40" fmla="*/ 2090767 w 5741575"/>
              <a:gd name="connsiteY40" fmla="*/ 490616 h 955271"/>
              <a:gd name="connsiteX41" fmla="*/ 2151143 w 5741575"/>
              <a:gd name="connsiteY41" fmla="*/ 478332 h 955271"/>
              <a:gd name="connsiteX42" fmla="*/ 2378710 w 5741575"/>
              <a:gd name="connsiteY42" fmla="*/ 477570 h 955271"/>
              <a:gd name="connsiteX43" fmla="*/ 2496256 w 5741575"/>
              <a:gd name="connsiteY43" fmla="*/ 452396 h 955271"/>
              <a:gd name="connsiteX44" fmla="*/ 2535387 w 5741575"/>
              <a:gd name="connsiteY44" fmla="*/ 436645 h 955271"/>
              <a:gd name="connsiteX45" fmla="*/ 2601109 w 5741575"/>
              <a:gd name="connsiteY45" fmla="*/ 410678 h 955271"/>
              <a:gd name="connsiteX46" fmla="*/ 2643855 w 5741575"/>
              <a:gd name="connsiteY46" fmla="*/ 374482 h 955271"/>
              <a:gd name="connsiteX47" fmla="*/ 2657726 w 5741575"/>
              <a:gd name="connsiteY47" fmla="*/ 365841 h 955271"/>
              <a:gd name="connsiteX48" fmla="*/ 2687125 w 5741575"/>
              <a:gd name="connsiteY48" fmla="*/ 366820 h 955271"/>
              <a:gd name="connsiteX49" fmla="*/ 2697479 w 5741575"/>
              <a:gd name="connsiteY49" fmla="*/ 361430 h 955271"/>
              <a:gd name="connsiteX50" fmla="*/ 2701547 w 5741575"/>
              <a:gd name="connsiteY50" fmla="*/ 361545 h 955271"/>
              <a:gd name="connsiteX51" fmla="*/ 2711054 w 5741575"/>
              <a:gd name="connsiteY51" fmla="*/ 360597 h 955271"/>
              <a:gd name="connsiteX52" fmla="*/ 2710438 w 5741575"/>
              <a:gd name="connsiteY52" fmla="*/ 366958 h 955271"/>
              <a:gd name="connsiteX53" fmla="*/ 2722936 w 5741575"/>
              <a:gd name="connsiteY53" fmla="*/ 377633 h 955271"/>
              <a:gd name="connsiteX54" fmla="*/ 2777227 w 5741575"/>
              <a:gd name="connsiteY54" fmla="*/ 368972 h 955271"/>
              <a:gd name="connsiteX55" fmla="*/ 2779510 w 5741575"/>
              <a:gd name="connsiteY55" fmla="*/ 361652 h 955271"/>
              <a:gd name="connsiteX56" fmla="*/ 2786278 w 5741575"/>
              <a:gd name="connsiteY56" fmla="*/ 359869 h 955271"/>
              <a:gd name="connsiteX57" fmla="*/ 2792101 w 5741575"/>
              <a:gd name="connsiteY57" fmla="*/ 365927 h 955271"/>
              <a:gd name="connsiteX58" fmla="*/ 2885545 w 5741575"/>
              <a:gd name="connsiteY58" fmla="*/ 372818 h 955271"/>
              <a:gd name="connsiteX59" fmla="*/ 3009558 w 5741575"/>
              <a:gd name="connsiteY59" fmla="*/ 370573 h 955271"/>
              <a:gd name="connsiteX60" fmla="*/ 3095010 w 5741575"/>
              <a:gd name="connsiteY60" fmla="*/ 332454 h 955271"/>
              <a:gd name="connsiteX61" fmla="*/ 3103742 w 5741575"/>
              <a:gd name="connsiteY61" fmla="*/ 337974 h 955271"/>
              <a:gd name="connsiteX62" fmla="*/ 3165093 w 5741575"/>
              <a:gd name="connsiteY62" fmla="*/ 329459 h 955271"/>
              <a:gd name="connsiteX63" fmla="*/ 3373785 w 5741575"/>
              <a:gd name="connsiteY63" fmla="*/ 255680 h 955271"/>
              <a:gd name="connsiteX64" fmla="*/ 3493851 w 5741575"/>
              <a:gd name="connsiteY64" fmla="*/ 240255 h 955271"/>
              <a:gd name="connsiteX65" fmla="*/ 3537470 w 5741575"/>
              <a:gd name="connsiteY65" fmla="*/ 241867 h 955271"/>
              <a:gd name="connsiteX66" fmla="*/ 3610489 w 5741575"/>
              <a:gd name="connsiteY66" fmla="*/ 244128 h 955271"/>
              <a:gd name="connsiteX67" fmla="*/ 3667539 w 5741575"/>
              <a:gd name="connsiteY67" fmla="*/ 263271 h 955271"/>
              <a:gd name="connsiteX68" fmla="*/ 3727614 w 5741575"/>
              <a:gd name="connsiteY68" fmla="*/ 258245 h 955271"/>
              <a:gd name="connsiteX69" fmla="*/ 3738369 w 5741575"/>
              <a:gd name="connsiteY69" fmla="*/ 234506 h 955271"/>
              <a:gd name="connsiteX70" fmla="*/ 3803670 w 5741575"/>
              <a:gd name="connsiteY70" fmla="*/ 236457 h 955271"/>
              <a:gd name="connsiteX71" fmla="*/ 3903080 w 5741575"/>
              <a:gd name="connsiteY71" fmla="*/ 241890 h 955271"/>
              <a:gd name="connsiteX72" fmla="*/ 4114838 w 5741575"/>
              <a:gd name="connsiteY72" fmla="*/ 238165 h 955271"/>
              <a:gd name="connsiteX73" fmla="*/ 4271023 w 5741575"/>
              <a:gd name="connsiteY73" fmla="*/ 241959 h 955271"/>
              <a:gd name="connsiteX74" fmla="*/ 4367397 w 5741575"/>
              <a:gd name="connsiteY74" fmla="*/ 271442 h 955271"/>
              <a:gd name="connsiteX75" fmla="*/ 4495366 w 5741575"/>
              <a:gd name="connsiteY75" fmla="*/ 271618 h 955271"/>
              <a:gd name="connsiteX76" fmla="*/ 4517347 w 5741575"/>
              <a:gd name="connsiteY76" fmla="*/ 275639 h 955271"/>
              <a:gd name="connsiteX77" fmla="*/ 4546116 w 5741575"/>
              <a:gd name="connsiteY77" fmla="*/ 268568 h 955271"/>
              <a:gd name="connsiteX78" fmla="*/ 4661259 w 5741575"/>
              <a:gd name="connsiteY78" fmla="*/ 238966 h 955271"/>
              <a:gd name="connsiteX79" fmla="*/ 4750403 w 5741575"/>
              <a:gd name="connsiteY79" fmla="*/ 204364 h 955271"/>
              <a:gd name="connsiteX80" fmla="*/ 4867614 w 5741575"/>
              <a:gd name="connsiteY80" fmla="*/ 208668 h 955271"/>
              <a:gd name="connsiteX81" fmla="*/ 4937036 w 5741575"/>
              <a:gd name="connsiteY81" fmla="*/ 195446 h 955271"/>
              <a:gd name="connsiteX82" fmla="*/ 5047626 w 5741575"/>
              <a:gd name="connsiteY82" fmla="*/ 149604 h 955271"/>
              <a:gd name="connsiteX83" fmla="*/ 5200247 w 5741575"/>
              <a:gd name="connsiteY83" fmla="*/ 142695 h 955271"/>
              <a:gd name="connsiteX84" fmla="*/ 5235691 w 5741575"/>
              <a:gd name="connsiteY84" fmla="*/ 173330 h 955271"/>
              <a:gd name="connsiteX85" fmla="*/ 5280133 w 5741575"/>
              <a:gd name="connsiteY85" fmla="*/ 189342 h 955271"/>
              <a:gd name="connsiteX86" fmla="*/ 5291963 w 5741575"/>
              <a:gd name="connsiteY86" fmla="*/ 139446 h 955271"/>
              <a:gd name="connsiteX87" fmla="*/ 5418472 w 5741575"/>
              <a:gd name="connsiteY87" fmla="*/ 89163 h 955271"/>
              <a:gd name="connsiteX88" fmla="*/ 5482354 w 5741575"/>
              <a:gd name="connsiteY88" fmla="*/ 69470 h 955271"/>
              <a:gd name="connsiteX89" fmla="*/ 5583280 w 5741575"/>
              <a:gd name="connsiteY89" fmla="*/ 49787 h 955271"/>
              <a:gd name="connsiteX90" fmla="*/ 5613766 w 5741575"/>
              <a:gd name="connsiteY90" fmla="*/ 41855 h 955271"/>
              <a:gd name="connsiteX91" fmla="*/ 5684952 w 5741575"/>
              <a:gd name="connsiteY91" fmla="*/ 26088 h 955271"/>
              <a:gd name="connsiteX92" fmla="*/ 5741575 w 5741575"/>
              <a:gd name="connsiteY92" fmla="*/ 0 h 955271"/>
              <a:gd name="connsiteX0" fmla="*/ 5741575 w 5741575"/>
              <a:gd name="connsiteY0" fmla="*/ 0 h 955271"/>
              <a:gd name="connsiteX1" fmla="*/ 5741575 w 5741575"/>
              <a:gd name="connsiteY1" fmla="*/ 955271 h 955271"/>
              <a:gd name="connsiteX2" fmla="*/ 0 w 5741575"/>
              <a:gd name="connsiteY2" fmla="*/ 955271 h 955271"/>
              <a:gd name="connsiteX3" fmla="*/ 8558 w 5741575"/>
              <a:gd name="connsiteY3" fmla="*/ 953971 h 955271"/>
              <a:gd name="connsiteX4" fmla="*/ 16894 w 5741575"/>
              <a:gd name="connsiteY4" fmla="*/ 953847 h 955271"/>
              <a:gd name="connsiteX5" fmla="*/ 28156 w 5741575"/>
              <a:gd name="connsiteY5" fmla="*/ 951374 h 955271"/>
              <a:gd name="connsiteX6" fmla="*/ 28293 w 5741575"/>
              <a:gd name="connsiteY6" fmla="*/ 950971 h 955271"/>
              <a:gd name="connsiteX7" fmla="*/ 39115 w 5741575"/>
              <a:gd name="connsiteY7" fmla="*/ 949326 h 955271"/>
              <a:gd name="connsiteX8" fmla="*/ 93851 w 5741575"/>
              <a:gd name="connsiteY8" fmla="*/ 945611 h 955271"/>
              <a:gd name="connsiteX9" fmla="*/ 148657 w 5741575"/>
              <a:gd name="connsiteY9" fmla="*/ 898134 h 955271"/>
              <a:gd name="connsiteX10" fmla="*/ 174554 w 5741575"/>
              <a:gd name="connsiteY10" fmla="*/ 886351 h 955271"/>
              <a:gd name="connsiteX11" fmla="*/ 187633 w 5741575"/>
              <a:gd name="connsiteY11" fmla="*/ 878226 h 955271"/>
              <a:gd name="connsiteX12" fmla="*/ 187961 w 5741575"/>
              <a:gd name="connsiteY12" fmla="*/ 876538 h 955271"/>
              <a:gd name="connsiteX13" fmla="*/ 240501 w 5741575"/>
              <a:gd name="connsiteY13" fmla="*/ 873150 h 955271"/>
              <a:gd name="connsiteX14" fmla="*/ 246345 w 5741575"/>
              <a:gd name="connsiteY14" fmla="*/ 869942 h 955271"/>
              <a:gd name="connsiteX15" fmla="*/ 282041 w 5741575"/>
              <a:gd name="connsiteY15" fmla="*/ 871263 h 955271"/>
              <a:gd name="connsiteX16" fmla="*/ 299711 w 5741575"/>
              <a:gd name="connsiteY16" fmla="*/ 870064 h 955271"/>
              <a:gd name="connsiteX17" fmla="*/ 306299 w 5741575"/>
              <a:gd name="connsiteY17" fmla="*/ 873609 h 955271"/>
              <a:gd name="connsiteX18" fmla="*/ 331571 w 5741575"/>
              <a:gd name="connsiteY18" fmla="*/ 869866 h 955271"/>
              <a:gd name="connsiteX19" fmla="*/ 333872 w 5741575"/>
              <a:gd name="connsiteY19" fmla="*/ 867971 h 955271"/>
              <a:gd name="connsiteX20" fmla="*/ 356953 w 5741575"/>
              <a:gd name="connsiteY20" fmla="*/ 870334 h 955271"/>
              <a:gd name="connsiteX21" fmla="*/ 570239 w 5741575"/>
              <a:gd name="connsiteY21" fmla="*/ 829596 h 955271"/>
              <a:gd name="connsiteX22" fmla="*/ 787156 w 5741575"/>
              <a:gd name="connsiteY22" fmla="*/ 838447 h 955271"/>
              <a:gd name="connsiteX23" fmla="*/ 898586 w 5741575"/>
              <a:gd name="connsiteY23" fmla="*/ 808502 h 955271"/>
              <a:gd name="connsiteX24" fmla="*/ 924063 w 5741575"/>
              <a:gd name="connsiteY24" fmla="*/ 770210 h 955271"/>
              <a:gd name="connsiteX25" fmla="*/ 1212574 w 5741575"/>
              <a:gd name="connsiteY25" fmla="*/ 724238 h 955271"/>
              <a:gd name="connsiteX26" fmla="*/ 1280768 w 5741575"/>
              <a:gd name="connsiteY26" fmla="*/ 699122 h 955271"/>
              <a:gd name="connsiteX27" fmla="*/ 1352027 w 5741575"/>
              <a:gd name="connsiteY27" fmla="*/ 704323 h 955271"/>
              <a:gd name="connsiteX28" fmla="*/ 1374314 w 5741575"/>
              <a:gd name="connsiteY28" fmla="*/ 688815 h 955271"/>
              <a:gd name="connsiteX29" fmla="*/ 1378034 w 5741575"/>
              <a:gd name="connsiteY29" fmla="*/ 685842 h 955271"/>
              <a:gd name="connsiteX30" fmla="*/ 1395604 w 5741575"/>
              <a:gd name="connsiteY30" fmla="*/ 680460 h 955271"/>
              <a:gd name="connsiteX31" fmla="*/ 1397206 w 5741575"/>
              <a:gd name="connsiteY31" fmla="*/ 670793 h 955271"/>
              <a:gd name="connsiteX32" fmla="*/ 1421250 w 5741575"/>
              <a:gd name="connsiteY32" fmla="*/ 656855 h 955271"/>
              <a:gd name="connsiteX33" fmla="*/ 1454524 w 5741575"/>
              <a:gd name="connsiteY33" fmla="*/ 649224 h 955271"/>
              <a:gd name="connsiteX34" fmla="*/ 1616217 w 5741575"/>
              <a:gd name="connsiteY34" fmla="*/ 622107 h 955271"/>
              <a:gd name="connsiteX35" fmla="*/ 1710928 w 5741575"/>
              <a:gd name="connsiteY35" fmla="*/ 600666 h 955271"/>
              <a:gd name="connsiteX36" fmla="*/ 1743718 w 5741575"/>
              <a:gd name="connsiteY36" fmla="*/ 584327 h 955271"/>
              <a:gd name="connsiteX37" fmla="*/ 1873778 w 5741575"/>
              <a:gd name="connsiteY37" fmla="*/ 530130 h 955271"/>
              <a:gd name="connsiteX38" fmla="*/ 1988411 w 5741575"/>
              <a:gd name="connsiteY38" fmla="*/ 491599 h 955271"/>
              <a:gd name="connsiteX39" fmla="*/ 2085507 w 5741575"/>
              <a:gd name="connsiteY39" fmla="*/ 498527 h 955271"/>
              <a:gd name="connsiteX40" fmla="*/ 2090767 w 5741575"/>
              <a:gd name="connsiteY40" fmla="*/ 490616 h 955271"/>
              <a:gd name="connsiteX41" fmla="*/ 2151143 w 5741575"/>
              <a:gd name="connsiteY41" fmla="*/ 478332 h 955271"/>
              <a:gd name="connsiteX42" fmla="*/ 2378710 w 5741575"/>
              <a:gd name="connsiteY42" fmla="*/ 477570 h 955271"/>
              <a:gd name="connsiteX43" fmla="*/ 2496256 w 5741575"/>
              <a:gd name="connsiteY43" fmla="*/ 452396 h 955271"/>
              <a:gd name="connsiteX44" fmla="*/ 2535387 w 5741575"/>
              <a:gd name="connsiteY44" fmla="*/ 436645 h 955271"/>
              <a:gd name="connsiteX45" fmla="*/ 2601109 w 5741575"/>
              <a:gd name="connsiteY45" fmla="*/ 410678 h 955271"/>
              <a:gd name="connsiteX46" fmla="*/ 2643855 w 5741575"/>
              <a:gd name="connsiteY46" fmla="*/ 374482 h 955271"/>
              <a:gd name="connsiteX47" fmla="*/ 2657726 w 5741575"/>
              <a:gd name="connsiteY47" fmla="*/ 365841 h 955271"/>
              <a:gd name="connsiteX48" fmla="*/ 2687125 w 5741575"/>
              <a:gd name="connsiteY48" fmla="*/ 366820 h 955271"/>
              <a:gd name="connsiteX49" fmla="*/ 2697479 w 5741575"/>
              <a:gd name="connsiteY49" fmla="*/ 361430 h 955271"/>
              <a:gd name="connsiteX50" fmla="*/ 2701547 w 5741575"/>
              <a:gd name="connsiteY50" fmla="*/ 361545 h 955271"/>
              <a:gd name="connsiteX51" fmla="*/ 2711054 w 5741575"/>
              <a:gd name="connsiteY51" fmla="*/ 360597 h 955271"/>
              <a:gd name="connsiteX52" fmla="*/ 2710438 w 5741575"/>
              <a:gd name="connsiteY52" fmla="*/ 366958 h 955271"/>
              <a:gd name="connsiteX53" fmla="*/ 2722936 w 5741575"/>
              <a:gd name="connsiteY53" fmla="*/ 377633 h 955271"/>
              <a:gd name="connsiteX54" fmla="*/ 2777227 w 5741575"/>
              <a:gd name="connsiteY54" fmla="*/ 368972 h 955271"/>
              <a:gd name="connsiteX55" fmla="*/ 2779510 w 5741575"/>
              <a:gd name="connsiteY55" fmla="*/ 361652 h 955271"/>
              <a:gd name="connsiteX56" fmla="*/ 2786278 w 5741575"/>
              <a:gd name="connsiteY56" fmla="*/ 359869 h 955271"/>
              <a:gd name="connsiteX57" fmla="*/ 2792101 w 5741575"/>
              <a:gd name="connsiteY57" fmla="*/ 365927 h 955271"/>
              <a:gd name="connsiteX58" fmla="*/ 2885545 w 5741575"/>
              <a:gd name="connsiteY58" fmla="*/ 372818 h 955271"/>
              <a:gd name="connsiteX59" fmla="*/ 3009558 w 5741575"/>
              <a:gd name="connsiteY59" fmla="*/ 370573 h 955271"/>
              <a:gd name="connsiteX60" fmla="*/ 3095010 w 5741575"/>
              <a:gd name="connsiteY60" fmla="*/ 332454 h 955271"/>
              <a:gd name="connsiteX61" fmla="*/ 3103742 w 5741575"/>
              <a:gd name="connsiteY61" fmla="*/ 337974 h 955271"/>
              <a:gd name="connsiteX62" fmla="*/ 3165093 w 5741575"/>
              <a:gd name="connsiteY62" fmla="*/ 329459 h 955271"/>
              <a:gd name="connsiteX63" fmla="*/ 3373785 w 5741575"/>
              <a:gd name="connsiteY63" fmla="*/ 255680 h 955271"/>
              <a:gd name="connsiteX64" fmla="*/ 3493851 w 5741575"/>
              <a:gd name="connsiteY64" fmla="*/ 240255 h 955271"/>
              <a:gd name="connsiteX65" fmla="*/ 3537470 w 5741575"/>
              <a:gd name="connsiteY65" fmla="*/ 241867 h 955271"/>
              <a:gd name="connsiteX66" fmla="*/ 3610489 w 5741575"/>
              <a:gd name="connsiteY66" fmla="*/ 244128 h 955271"/>
              <a:gd name="connsiteX67" fmla="*/ 3667539 w 5741575"/>
              <a:gd name="connsiteY67" fmla="*/ 263271 h 955271"/>
              <a:gd name="connsiteX68" fmla="*/ 3727614 w 5741575"/>
              <a:gd name="connsiteY68" fmla="*/ 258245 h 955271"/>
              <a:gd name="connsiteX69" fmla="*/ 3738369 w 5741575"/>
              <a:gd name="connsiteY69" fmla="*/ 234506 h 955271"/>
              <a:gd name="connsiteX70" fmla="*/ 3803670 w 5741575"/>
              <a:gd name="connsiteY70" fmla="*/ 236457 h 955271"/>
              <a:gd name="connsiteX71" fmla="*/ 3903080 w 5741575"/>
              <a:gd name="connsiteY71" fmla="*/ 241890 h 955271"/>
              <a:gd name="connsiteX72" fmla="*/ 4114838 w 5741575"/>
              <a:gd name="connsiteY72" fmla="*/ 238165 h 955271"/>
              <a:gd name="connsiteX73" fmla="*/ 4271023 w 5741575"/>
              <a:gd name="connsiteY73" fmla="*/ 241959 h 955271"/>
              <a:gd name="connsiteX74" fmla="*/ 4367397 w 5741575"/>
              <a:gd name="connsiteY74" fmla="*/ 271442 h 955271"/>
              <a:gd name="connsiteX75" fmla="*/ 4495366 w 5741575"/>
              <a:gd name="connsiteY75" fmla="*/ 271618 h 955271"/>
              <a:gd name="connsiteX76" fmla="*/ 4517347 w 5741575"/>
              <a:gd name="connsiteY76" fmla="*/ 275639 h 955271"/>
              <a:gd name="connsiteX77" fmla="*/ 4546116 w 5741575"/>
              <a:gd name="connsiteY77" fmla="*/ 268568 h 955271"/>
              <a:gd name="connsiteX78" fmla="*/ 4661259 w 5741575"/>
              <a:gd name="connsiteY78" fmla="*/ 238966 h 955271"/>
              <a:gd name="connsiteX79" fmla="*/ 4750403 w 5741575"/>
              <a:gd name="connsiteY79" fmla="*/ 204364 h 955271"/>
              <a:gd name="connsiteX80" fmla="*/ 4867614 w 5741575"/>
              <a:gd name="connsiteY80" fmla="*/ 208668 h 955271"/>
              <a:gd name="connsiteX81" fmla="*/ 4937036 w 5741575"/>
              <a:gd name="connsiteY81" fmla="*/ 195446 h 955271"/>
              <a:gd name="connsiteX82" fmla="*/ 5047626 w 5741575"/>
              <a:gd name="connsiteY82" fmla="*/ 149604 h 955271"/>
              <a:gd name="connsiteX83" fmla="*/ 5200247 w 5741575"/>
              <a:gd name="connsiteY83" fmla="*/ 142695 h 955271"/>
              <a:gd name="connsiteX84" fmla="*/ 5235691 w 5741575"/>
              <a:gd name="connsiteY84" fmla="*/ 173330 h 955271"/>
              <a:gd name="connsiteX85" fmla="*/ 5280133 w 5741575"/>
              <a:gd name="connsiteY85" fmla="*/ 189342 h 955271"/>
              <a:gd name="connsiteX86" fmla="*/ 5291963 w 5741575"/>
              <a:gd name="connsiteY86" fmla="*/ 139446 h 955271"/>
              <a:gd name="connsiteX87" fmla="*/ 5418472 w 5741575"/>
              <a:gd name="connsiteY87" fmla="*/ 89163 h 955271"/>
              <a:gd name="connsiteX88" fmla="*/ 5482354 w 5741575"/>
              <a:gd name="connsiteY88" fmla="*/ 69470 h 955271"/>
              <a:gd name="connsiteX89" fmla="*/ 5583280 w 5741575"/>
              <a:gd name="connsiteY89" fmla="*/ 49787 h 955271"/>
              <a:gd name="connsiteX90" fmla="*/ 5613766 w 5741575"/>
              <a:gd name="connsiteY90" fmla="*/ 41855 h 955271"/>
              <a:gd name="connsiteX91" fmla="*/ 5684952 w 5741575"/>
              <a:gd name="connsiteY91" fmla="*/ 26088 h 955271"/>
              <a:gd name="connsiteX92" fmla="*/ 5741575 w 5741575"/>
              <a:gd name="connsiteY92" fmla="*/ 0 h 955271"/>
              <a:gd name="connsiteX0" fmla="*/ 5741575 w 5741575"/>
              <a:gd name="connsiteY0" fmla="*/ 0 h 955271"/>
              <a:gd name="connsiteX1" fmla="*/ 5741575 w 5741575"/>
              <a:gd name="connsiteY1" fmla="*/ 955271 h 955271"/>
              <a:gd name="connsiteX2" fmla="*/ 0 w 5741575"/>
              <a:gd name="connsiteY2" fmla="*/ 955271 h 955271"/>
              <a:gd name="connsiteX3" fmla="*/ 8558 w 5741575"/>
              <a:gd name="connsiteY3" fmla="*/ 953971 h 955271"/>
              <a:gd name="connsiteX4" fmla="*/ 16894 w 5741575"/>
              <a:gd name="connsiteY4" fmla="*/ 953847 h 955271"/>
              <a:gd name="connsiteX5" fmla="*/ 28156 w 5741575"/>
              <a:gd name="connsiteY5" fmla="*/ 951374 h 955271"/>
              <a:gd name="connsiteX6" fmla="*/ 28293 w 5741575"/>
              <a:gd name="connsiteY6" fmla="*/ 950971 h 955271"/>
              <a:gd name="connsiteX7" fmla="*/ 39115 w 5741575"/>
              <a:gd name="connsiteY7" fmla="*/ 949326 h 955271"/>
              <a:gd name="connsiteX8" fmla="*/ 93851 w 5741575"/>
              <a:gd name="connsiteY8" fmla="*/ 945611 h 955271"/>
              <a:gd name="connsiteX9" fmla="*/ 148657 w 5741575"/>
              <a:gd name="connsiteY9" fmla="*/ 898134 h 955271"/>
              <a:gd name="connsiteX10" fmla="*/ 174554 w 5741575"/>
              <a:gd name="connsiteY10" fmla="*/ 886351 h 955271"/>
              <a:gd name="connsiteX11" fmla="*/ 187633 w 5741575"/>
              <a:gd name="connsiteY11" fmla="*/ 878226 h 955271"/>
              <a:gd name="connsiteX12" fmla="*/ 187961 w 5741575"/>
              <a:gd name="connsiteY12" fmla="*/ 876538 h 955271"/>
              <a:gd name="connsiteX13" fmla="*/ 240501 w 5741575"/>
              <a:gd name="connsiteY13" fmla="*/ 873150 h 955271"/>
              <a:gd name="connsiteX14" fmla="*/ 246345 w 5741575"/>
              <a:gd name="connsiteY14" fmla="*/ 869942 h 955271"/>
              <a:gd name="connsiteX15" fmla="*/ 282041 w 5741575"/>
              <a:gd name="connsiteY15" fmla="*/ 871263 h 955271"/>
              <a:gd name="connsiteX16" fmla="*/ 299711 w 5741575"/>
              <a:gd name="connsiteY16" fmla="*/ 870064 h 955271"/>
              <a:gd name="connsiteX17" fmla="*/ 306299 w 5741575"/>
              <a:gd name="connsiteY17" fmla="*/ 873609 h 955271"/>
              <a:gd name="connsiteX18" fmla="*/ 331571 w 5741575"/>
              <a:gd name="connsiteY18" fmla="*/ 869866 h 955271"/>
              <a:gd name="connsiteX19" fmla="*/ 333872 w 5741575"/>
              <a:gd name="connsiteY19" fmla="*/ 867971 h 955271"/>
              <a:gd name="connsiteX20" fmla="*/ 356953 w 5741575"/>
              <a:gd name="connsiteY20" fmla="*/ 870334 h 955271"/>
              <a:gd name="connsiteX21" fmla="*/ 570239 w 5741575"/>
              <a:gd name="connsiteY21" fmla="*/ 829596 h 955271"/>
              <a:gd name="connsiteX22" fmla="*/ 787156 w 5741575"/>
              <a:gd name="connsiteY22" fmla="*/ 838447 h 955271"/>
              <a:gd name="connsiteX23" fmla="*/ 898586 w 5741575"/>
              <a:gd name="connsiteY23" fmla="*/ 808502 h 955271"/>
              <a:gd name="connsiteX24" fmla="*/ 1212574 w 5741575"/>
              <a:gd name="connsiteY24" fmla="*/ 724238 h 955271"/>
              <a:gd name="connsiteX25" fmla="*/ 1280768 w 5741575"/>
              <a:gd name="connsiteY25" fmla="*/ 699122 h 955271"/>
              <a:gd name="connsiteX26" fmla="*/ 1352027 w 5741575"/>
              <a:gd name="connsiteY26" fmla="*/ 704323 h 955271"/>
              <a:gd name="connsiteX27" fmla="*/ 1374314 w 5741575"/>
              <a:gd name="connsiteY27" fmla="*/ 688815 h 955271"/>
              <a:gd name="connsiteX28" fmla="*/ 1378034 w 5741575"/>
              <a:gd name="connsiteY28" fmla="*/ 685842 h 955271"/>
              <a:gd name="connsiteX29" fmla="*/ 1395604 w 5741575"/>
              <a:gd name="connsiteY29" fmla="*/ 680460 h 955271"/>
              <a:gd name="connsiteX30" fmla="*/ 1397206 w 5741575"/>
              <a:gd name="connsiteY30" fmla="*/ 670793 h 955271"/>
              <a:gd name="connsiteX31" fmla="*/ 1421250 w 5741575"/>
              <a:gd name="connsiteY31" fmla="*/ 656855 h 955271"/>
              <a:gd name="connsiteX32" fmla="*/ 1454524 w 5741575"/>
              <a:gd name="connsiteY32" fmla="*/ 649224 h 955271"/>
              <a:gd name="connsiteX33" fmla="*/ 1616217 w 5741575"/>
              <a:gd name="connsiteY33" fmla="*/ 622107 h 955271"/>
              <a:gd name="connsiteX34" fmla="*/ 1710928 w 5741575"/>
              <a:gd name="connsiteY34" fmla="*/ 600666 h 955271"/>
              <a:gd name="connsiteX35" fmla="*/ 1743718 w 5741575"/>
              <a:gd name="connsiteY35" fmla="*/ 584327 h 955271"/>
              <a:gd name="connsiteX36" fmla="*/ 1873778 w 5741575"/>
              <a:gd name="connsiteY36" fmla="*/ 530130 h 955271"/>
              <a:gd name="connsiteX37" fmla="*/ 1988411 w 5741575"/>
              <a:gd name="connsiteY37" fmla="*/ 491599 h 955271"/>
              <a:gd name="connsiteX38" fmla="*/ 2085507 w 5741575"/>
              <a:gd name="connsiteY38" fmla="*/ 498527 h 955271"/>
              <a:gd name="connsiteX39" fmla="*/ 2090767 w 5741575"/>
              <a:gd name="connsiteY39" fmla="*/ 490616 h 955271"/>
              <a:gd name="connsiteX40" fmla="*/ 2151143 w 5741575"/>
              <a:gd name="connsiteY40" fmla="*/ 478332 h 955271"/>
              <a:gd name="connsiteX41" fmla="*/ 2378710 w 5741575"/>
              <a:gd name="connsiteY41" fmla="*/ 477570 h 955271"/>
              <a:gd name="connsiteX42" fmla="*/ 2496256 w 5741575"/>
              <a:gd name="connsiteY42" fmla="*/ 452396 h 955271"/>
              <a:gd name="connsiteX43" fmla="*/ 2535387 w 5741575"/>
              <a:gd name="connsiteY43" fmla="*/ 436645 h 955271"/>
              <a:gd name="connsiteX44" fmla="*/ 2601109 w 5741575"/>
              <a:gd name="connsiteY44" fmla="*/ 410678 h 955271"/>
              <a:gd name="connsiteX45" fmla="*/ 2643855 w 5741575"/>
              <a:gd name="connsiteY45" fmla="*/ 374482 h 955271"/>
              <a:gd name="connsiteX46" fmla="*/ 2657726 w 5741575"/>
              <a:gd name="connsiteY46" fmla="*/ 365841 h 955271"/>
              <a:gd name="connsiteX47" fmla="*/ 2687125 w 5741575"/>
              <a:gd name="connsiteY47" fmla="*/ 366820 h 955271"/>
              <a:gd name="connsiteX48" fmla="*/ 2697479 w 5741575"/>
              <a:gd name="connsiteY48" fmla="*/ 361430 h 955271"/>
              <a:gd name="connsiteX49" fmla="*/ 2701547 w 5741575"/>
              <a:gd name="connsiteY49" fmla="*/ 361545 h 955271"/>
              <a:gd name="connsiteX50" fmla="*/ 2711054 w 5741575"/>
              <a:gd name="connsiteY50" fmla="*/ 360597 h 955271"/>
              <a:gd name="connsiteX51" fmla="*/ 2710438 w 5741575"/>
              <a:gd name="connsiteY51" fmla="*/ 366958 h 955271"/>
              <a:gd name="connsiteX52" fmla="*/ 2722936 w 5741575"/>
              <a:gd name="connsiteY52" fmla="*/ 377633 h 955271"/>
              <a:gd name="connsiteX53" fmla="*/ 2777227 w 5741575"/>
              <a:gd name="connsiteY53" fmla="*/ 368972 h 955271"/>
              <a:gd name="connsiteX54" fmla="*/ 2779510 w 5741575"/>
              <a:gd name="connsiteY54" fmla="*/ 361652 h 955271"/>
              <a:gd name="connsiteX55" fmla="*/ 2786278 w 5741575"/>
              <a:gd name="connsiteY55" fmla="*/ 359869 h 955271"/>
              <a:gd name="connsiteX56" fmla="*/ 2792101 w 5741575"/>
              <a:gd name="connsiteY56" fmla="*/ 365927 h 955271"/>
              <a:gd name="connsiteX57" fmla="*/ 2885545 w 5741575"/>
              <a:gd name="connsiteY57" fmla="*/ 372818 h 955271"/>
              <a:gd name="connsiteX58" fmla="*/ 3009558 w 5741575"/>
              <a:gd name="connsiteY58" fmla="*/ 370573 h 955271"/>
              <a:gd name="connsiteX59" fmla="*/ 3095010 w 5741575"/>
              <a:gd name="connsiteY59" fmla="*/ 332454 h 955271"/>
              <a:gd name="connsiteX60" fmla="*/ 3103742 w 5741575"/>
              <a:gd name="connsiteY60" fmla="*/ 337974 h 955271"/>
              <a:gd name="connsiteX61" fmla="*/ 3165093 w 5741575"/>
              <a:gd name="connsiteY61" fmla="*/ 329459 h 955271"/>
              <a:gd name="connsiteX62" fmla="*/ 3373785 w 5741575"/>
              <a:gd name="connsiteY62" fmla="*/ 255680 h 955271"/>
              <a:gd name="connsiteX63" fmla="*/ 3493851 w 5741575"/>
              <a:gd name="connsiteY63" fmla="*/ 240255 h 955271"/>
              <a:gd name="connsiteX64" fmla="*/ 3537470 w 5741575"/>
              <a:gd name="connsiteY64" fmla="*/ 241867 h 955271"/>
              <a:gd name="connsiteX65" fmla="*/ 3610489 w 5741575"/>
              <a:gd name="connsiteY65" fmla="*/ 244128 h 955271"/>
              <a:gd name="connsiteX66" fmla="*/ 3667539 w 5741575"/>
              <a:gd name="connsiteY66" fmla="*/ 263271 h 955271"/>
              <a:gd name="connsiteX67" fmla="*/ 3727614 w 5741575"/>
              <a:gd name="connsiteY67" fmla="*/ 258245 h 955271"/>
              <a:gd name="connsiteX68" fmla="*/ 3738369 w 5741575"/>
              <a:gd name="connsiteY68" fmla="*/ 234506 h 955271"/>
              <a:gd name="connsiteX69" fmla="*/ 3803670 w 5741575"/>
              <a:gd name="connsiteY69" fmla="*/ 236457 h 955271"/>
              <a:gd name="connsiteX70" fmla="*/ 3903080 w 5741575"/>
              <a:gd name="connsiteY70" fmla="*/ 241890 h 955271"/>
              <a:gd name="connsiteX71" fmla="*/ 4114838 w 5741575"/>
              <a:gd name="connsiteY71" fmla="*/ 238165 h 955271"/>
              <a:gd name="connsiteX72" fmla="*/ 4271023 w 5741575"/>
              <a:gd name="connsiteY72" fmla="*/ 241959 h 955271"/>
              <a:gd name="connsiteX73" fmla="*/ 4367397 w 5741575"/>
              <a:gd name="connsiteY73" fmla="*/ 271442 h 955271"/>
              <a:gd name="connsiteX74" fmla="*/ 4495366 w 5741575"/>
              <a:gd name="connsiteY74" fmla="*/ 271618 h 955271"/>
              <a:gd name="connsiteX75" fmla="*/ 4517347 w 5741575"/>
              <a:gd name="connsiteY75" fmla="*/ 275639 h 955271"/>
              <a:gd name="connsiteX76" fmla="*/ 4546116 w 5741575"/>
              <a:gd name="connsiteY76" fmla="*/ 268568 h 955271"/>
              <a:gd name="connsiteX77" fmla="*/ 4661259 w 5741575"/>
              <a:gd name="connsiteY77" fmla="*/ 238966 h 955271"/>
              <a:gd name="connsiteX78" fmla="*/ 4750403 w 5741575"/>
              <a:gd name="connsiteY78" fmla="*/ 204364 h 955271"/>
              <a:gd name="connsiteX79" fmla="*/ 4867614 w 5741575"/>
              <a:gd name="connsiteY79" fmla="*/ 208668 h 955271"/>
              <a:gd name="connsiteX80" fmla="*/ 4937036 w 5741575"/>
              <a:gd name="connsiteY80" fmla="*/ 195446 h 955271"/>
              <a:gd name="connsiteX81" fmla="*/ 5047626 w 5741575"/>
              <a:gd name="connsiteY81" fmla="*/ 149604 h 955271"/>
              <a:gd name="connsiteX82" fmla="*/ 5200247 w 5741575"/>
              <a:gd name="connsiteY82" fmla="*/ 142695 h 955271"/>
              <a:gd name="connsiteX83" fmla="*/ 5235691 w 5741575"/>
              <a:gd name="connsiteY83" fmla="*/ 173330 h 955271"/>
              <a:gd name="connsiteX84" fmla="*/ 5280133 w 5741575"/>
              <a:gd name="connsiteY84" fmla="*/ 189342 h 955271"/>
              <a:gd name="connsiteX85" fmla="*/ 5291963 w 5741575"/>
              <a:gd name="connsiteY85" fmla="*/ 139446 h 955271"/>
              <a:gd name="connsiteX86" fmla="*/ 5418472 w 5741575"/>
              <a:gd name="connsiteY86" fmla="*/ 89163 h 955271"/>
              <a:gd name="connsiteX87" fmla="*/ 5482354 w 5741575"/>
              <a:gd name="connsiteY87" fmla="*/ 69470 h 955271"/>
              <a:gd name="connsiteX88" fmla="*/ 5583280 w 5741575"/>
              <a:gd name="connsiteY88" fmla="*/ 49787 h 955271"/>
              <a:gd name="connsiteX89" fmla="*/ 5613766 w 5741575"/>
              <a:gd name="connsiteY89" fmla="*/ 41855 h 955271"/>
              <a:gd name="connsiteX90" fmla="*/ 5684952 w 5741575"/>
              <a:gd name="connsiteY90" fmla="*/ 26088 h 955271"/>
              <a:gd name="connsiteX91" fmla="*/ 5741575 w 5741575"/>
              <a:gd name="connsiteY91" fmla="*/ 0 h 955271"/>
              <a:gd name="connsiteX0" fmla="*/ 5741575 w 5741575"/>
              <a:gd name="connsiteY0" fmla="*/ 0 h 955271"/>
              <a:gd name="connsiteX1" fmla="*/ 5741575 w 5741575"/>
              <a:gd name="connsiteY1" fmla="*/ 955271 h 955271"/>
              <a:gd name="connsiteX2" fmla="*/ 0 w 5741575"/>
              <a:gd name="connsiteY2" fmla="*/ 955271 h 955271"/>
              <a:gd name="connsiteX3" fmla="*/ 8558 w 5741575"/>
              <a:gd name="connsiteY3" fmla="*/ 953971 h 955271"/>
              <a:gd name="connsiteX4" fmla="*/ 16894 w 5741575"/>
              <a:gd name="connsiteY4" fmla="*/ 953847 h 955271"/>
              <a:gd name="connsiteX5" fmla="*/ 28156 w 5741575"/>
              <a:gd name="connsiteY5" fmla="*/ 951374 h 955271"/>
              <a:gd name="connsiteX6" fmla="*/ 28293 w 5741575"/>
              <a:gd name="connsiteY6" fmla="*/ 950971 h 955271"/>
              <a:gd name="connsiteX7" fmla="*/ 39115 w 5741575"/>
              <a:gd name="connsiteY7" fmla="*/ 949326 h 955271"/>
              <a:gd name="connsiteX8" fmla="*/ 93851 w 5741575"/>
              <a:gd name="connsiteY8" fmla="*/ 945611 h 955271"/>
              <a:gd name="connsiteX9" fmla="*/ 148657 w 5741575"/>
              <a:gd name="connsiteY9" fmla="*/ 898134 h 955271"/>
              <a:gd name="connsiteX10" fmla="*/ 174554 w 5741575"/>
              <a:gd name="connsiteY10" fmla="*/ 886351 h 955271"/>
              <a:gd name="connsiteX11" fmla="*/ 187633 w 5741575"/>
              <a:gd name="connsiteY11" fmla="*/ 878226 h 955271"/>
              <a:gd name="connsiteX12" fmla="*/ 187961 w 5741575"/>
              <a:gd name="connsiteY12" fmla="*/ 876538 h 955271"/>
              <a:gd name="connsiteX13" fmla="*/ 240501 w 5741575"/>
              <a:gd name="connsiteY13" fmla="*/ 873150 h 955271"/>
              <a:gd name="connsiteX14" fmla="*/ 246345 w 5741575"/>
              <a:gd name="connsiteY14" fmla="*/ 869942 h 955271"/>
              <a:gd name="connsiteX15" fmla="*/ 282041 w 5741575"/>
              <a:gd name="connsiteY15" fmla="*/ 871263 h 955271"/>
              <a:gd name="connsiteX16" fmla="*/ 299711 w 5741575"/>
              <a:gd name="connsiteY16" fmla="*/ 870064 h 955271"/>
              <a:gd name="connsiteX17" fmla="*/ 306299 w 5741575"/>
              <a:gd name="connsiteY17" fmla="*/ 873609 h 955271"/>
              <a:gd name="connsiteX18" fmla="*/ 331571 w 5741575"/>
              <a:gd name="connsiteY18" fmla="*/ 869866 h 955271"/>
              <a:gd name="connsiteX19" fmla="*/ 333872 w 5741575"/>
              <a:gd name="connsiteY19" fmla="*/ 867971 h 955271"/>
              <a:gd name="connsiteX20" fmla="*/ 356953 w 5741575"/>
              <a:gd name="connsiteY20" fmla="*/ 870334 h 955271"/>
              <a:gd name="connsiteX21" fmla="*/ 570239 w 5741575"/>
              <a:gd name="connsiteY21" fmla="*/ 829596 h 955271"/>
              <a:gd name="connsiteX22" fmla="*/ 787156 w 5741575"/>
              <a:gd name="connsiteY22" fmla="*/ 838447 h 955271"/>
              <a:gd name="connsiteX23" fmla="*/ 948872 w 5741575"/>
              <a:gd name="connsiteY23" fmla="*/ 772201 h 955271"/>
              <a:gd name="connsiteX24" fmla="*/ 1212574 w 5741575"/>
              <a:gd name="connsiteY24" fmla="*/ 724238 h 955271"/>
              <a:gd name="connsiteX25" fmla="*/ 1280768 w 5741575"/>
              <a:gd name="connsiteY25" fmla="*/ 699122 h 955271"/>
              <a:gd name="connsiteX26" fmla="*/ 1352027 w 5741575"/>
              <a:gd name="connsiteY26" fmla="*/ 704323 h 955271"/>
              <a:gd name="connsiteX27" fmla="*/ 1374314 w 5741575"/>
              <a:gd name="connsiteY27" fmla="*/ 688815 h 955271"/>
              <a:gd name="connsiteX28" fmla="*/ 1378034 w 5741575"/>
              <a:gd name="connsiteY28" fmla="*/ 685842 h 955271"/>
              <a:gd name="connsiteX29" fmla="*/ 1395604 w 5741575"/>
              <a:gd name="connsiteY29" fmla="*/ 680460 h 955271"/>
              <a:gd name="connsiteX30" fmla="*/ 1397206 w 5741575"/>
              <a:gd name="connsiteY30" fmla="*/ 670793 h 955271"/>
              <a:gd name="connsiteX31" fmla="*/ 1421250 w 5741575"/>
              <a:gd name="connsiteY31" fmla="*/ 656855 h 955271"/>
              <a:gd name="connsiteX32" fmla="*/ 1454524 w 5741575"/>
              <a:gd name="connsiteY32" fmla="*/ 649224 h 955271"/>
              <a:gd name="connsiteX33" fmla="*/ 1616217 w 5741575"/>
              <a:gd name="connsiteY33" fmla="*/ 622107 h 955271"/>
              <a:gd name="connsiteX34" fmla="*/ 1710928 w 5741575"/>
              <a:gd name="connsiteY34" fmla="*/ 600666 h 955271"/>
              <a:gd name="connsiteX35" fmla="*/ 1743718 w 5741575"/>
              <a:gd name="connsiteY35" fmla="*/ 584327 h 955271"/>
              <a:gd name="connsiteX36" fmla="*/ 1873778 w 5741575"/>
              <a:gd name="connsiteY36" fmla="*/ 530130 h 955271"/>
              <a:gd name="connsiteX37" fmla="*/ 1988411 w 5741575"/>
              <a:gd name="connsiteY37" fmla="*/ 491599 h 955271"/>
              <a:gd name="connsiteX38" fmla="*/ 2085507 w 5741575"/>
              <a:gd name="connsiteY38" fmla="*/ 498527 h 955271"/>
              <a:gd name="connsiteX39" fmla="*/ 2090767 w 5741575"/>
              <a:gd name="connsiteY39" fmla="*/ 490616 h 955271"/>
              <a:gd name="connsiteX40" fmla="*/ 2151143 w 5741575"/>
              <a:gd name="connsiteY40" fmla="*/ 478332 h 955271"/>
              <a:gd name="connsiteX41" fmla="*/ 2378710 w 5741575"/>
              <a:gd name="connsiteY41" fmla="*/ 477570 h 955271"/>
              <a:gd name="connsiteX42" fmla="*/ 2496256 w 5741575"/>
              <a:gd name="connsiteY42" fmla="*/ 452396 h 955271"/>
              <a:gd name="connsiteX43" fmla="*/ 2535387 w 5741575"/>
              <a:gd name="connsiteY43" fmla="*/ 436645 h 955271"/>
              <a:gd name="connsiteX44" fmla="*/ 2601109 w 5741575"/>
              <a:gd name="connsiteY44" fmla="*/ 410678 h 955271"/>
              <a:gd name="connsiteX45" fmla="*/ 2643855 w 5741575"/>
              <a:gd name="connsiteY45" fmla="*/ 374482 h 955271"/>
              <a:gd name="connsiteX46" fmla="*/ 2657726 w 5741575"/>
              <a:gd name="connsiteY46" fmla="*/ 365841 h 955271"/>
              <a:gd name="connsiteX47" fmla="*/ 2687125 w 5741575"/>
              <a:gd name="connsiteY47" fmla="*/ 366820 h 955271"/>
              <a:gd name="connsiteX48" fmla="*/ 2697479 w 5741575"/>
              <a:gd name="connsiteY48" fmla="*/ 361430 h 955271"/>
              <a:gd name="connsiteX49" fmla="*/ 2701547 w 5741575"/>
              <a:gd name="connsiteY49" fmla="*/ 361545 h 955271"/>
              <a:gd name="connsiteX50" fmla="*/ 2711054 w 5741575"/>
              <a:gd name="connsiteY50" fmla="*/ 360597 h 955271"/>
              <a:gd name="connsiteX51" fmla="*/ 2710438 w 5741575"/>
              <a:gd name="connsiteY51" fmla="*/ 366958 h 955271"/>
              <a:gd name="connsiteX52" fmla="*/ 2722936 w 5741575"/>
              <a:gd name="connsiteY52" fmla="*/ 377633 h 955271"/>
              <a:gd name="connsiteX53" fmla="*/ 2777227 w 5741575"/>
              <a:gd name="connsiteY53" fmla="*/ 368972 h 955271"/>
              <a:gd name="connsiteX54" fmla="*/ 2779510 w 5741575"/>
              <a:gd name="connsiteY54" fmla="*/ 361652 h 955271"/>
              <a:gd name="connsiteX55" fmla="*/ 2786278 w 5741575"/>
              <a:gd name="connsiteY55" fmla="*/ 359869 h 955271"/>
              <a:gd name="connsiteX56" fmla="*/ 2792101 w 5741575"/>
              <a:gd name="connsiteY56" fmla="*/ 365927 h 955271"/>
              <a:gd name="connsiteX57" fmla="*/ 2885545 w 5741575"/>
              <a:gd name="connsiteY57" fmla="*/ 372818 h 955271"/>
              <a:gd name="connsiteX58" fmla="*/ 3009558 w 5741575"/>
              <a:gd name="connsiteY58" fmla="*/ 370573 h 955271"/>
              <a:gd name="connsiteX59" fmla="*/ 3095010 w 5741575"/>
              <a:gd name="connsiteY59" fmla="*/ 332454 h 955271"/>
              <a:gd name="connsiteX60" fmla="*/ 3103742 w 5741575"/>
              <a:gd name="connsiteY60" fmla="*/ 337974 h 955271"/>
              <a:gd name="connsiteX61" fmla="*/ 3165093 w 5741575"/>
              <a:gd name="connsiteY61" fmla="*/ 329459 h 955271"/>
              <a:gd name="connsiteX62" fmla="*/ 3373785 w 5741575"/>
              <a:gd name="connsiteY62" fmla="*/ 255680 h 955271"/>
              <a:gd name="connsiteX63" fmla="*/ 3493851 w 5741575"/>
              <a:gd name="connsiteY63" fmla="*/ 240255 h 955271"/>
              <a:gd name="connsiteX64" fmla="*/ 3537470 w 5741575"/>
              <a:gd name="connsiteY64" fmla="*/ 241867 h 955271"/>
              <a:gd name="connsiteX65" fmla="*/ 3610489 w 5741575"/>
              <a:gd name="connsiteY65" fmla="*/ 244128 h 955271"/>
              <a:gd name="connsiteX66" fmla="*/ 3667539 w 5741575"/>
              <a:gd name="connsiteY66" fmla="*/ 263271 h 955271"/>
              <a:gd name="connsiteX67" fmla="*/ 3727614 w 5741575"/>
              <a:gd name="connsiteY67" fmla="*/ 258245 h 955271"/>
              <a:gd name="connsiteX68" fmla="*/ 3738369 w 5741575"/>
              <a:gd name="connsiteY68" fmla="*/ 234506 h 955271"/>
              <a:gd name="connsiteX69" fmla="*/ 3803670 w 5741575"/>
              <a:gd name="connsiteY69" fmla="*/ 236457 h 955271"/>
              <a:gd name="connsiteX70" fmla="*/ 3903080 w 5741575"/>
              <a:gd name="connsiteY70" fmla="*/ 241890 h 955271"/>
              <a:gd name="connsiteX71" fmla="*/ 4114838 w 5741575"/>
              <a:gd name="connsiteY71" fmla="*/ 238165 h 955271"/>
              <a:gd name="connsiteX72" fmla="*/ 4271023 w 5741575"/>
              <a:gd name="connsiteY72" fmla="*/ 241959 h 955271"/>
              <a:gd name="connsiteX73" fmla="*/ 4367397 w 5741575"/>
              <a:gd name="connsiteY73" fmla="*/ 271442 h 955271"/>
              <a:gd name="connsiteX74" fmla="*/ 4495366 w 5741575"/>
              <a:gd name="connsiteY74" fmla="*/ 271618 h 955271"/>
              <a:gd name="connsiteX75" fmla="*/ 4517347 w 5741575"/>
              <a:gd name="connsiteY75" fmla="*/ 275639 h 955271"/>
              <a:gd name="connsiteX76" fmla="*/ 4546116 w 5741575"/>
              <a:gd name="connsiteY76" fmla="*/ 268568 h 955271"/>
              <a:gd name="connsiteX77" fmla="*/ 4661259 w 5741575"/>
              <a:gd name="connsiteY77" fmla="*/ 238966 h 955271"/>
              <a:gd name="connsiteX78" fmla="*/ 4750403 w 5741575"/>
              <a:gd name="connsiteY78" fmla="*/ 204364 h 955271"/>
              <a:gd name="connsiteX79" fmla="*/ 4867614 w 5741575"/>
              <a:gd name="connsiteY79" fmla="*/ 208668 h 955271"/>
              <a:gd name="connsiteX80" fmla="*/ 4937036 w 5741575"/>
              <a:gd name="connsiteY80" fmla="*/ 195446 h 955271"/>
              <a:gd name="connsiteX81" fmla="*/ 5047626 w 5741575"/>
              <a:gd name="connsiteY81" fmla="*/ 149604 h 955271"/>
              <a:gd name="connsiteX82" fmla="*/ 5200247 w 5741575"/>
              <a:gd name="connsiteY82" fmla="*/ 142695 h 955271"/>
              <a:gd name="connsiteX83" fmla="*/ 5235691 w 5741575"/>
              <a:gd name="connsiteY83" fmla="*/ 173330 h 955271"/>
              <a:gd name="connsiteX84" fmla="*/ 5280133 w 5741575"/>
              <a:gd name="connsiteY84" fmla="*/ 189342 h 955271"/>
              <a:gd name="connsiteX85" fmla="*/ 5291963 w 5741575"/>
              <a:gd name="connsiteY85" fmla="*/ 139446 h 955271"/>
              <a:gd name="connsiteX86" fmla="*/ 5418472 w 5741575"/>
              <a:gd name="connsiteY86" fmla="*/ 89163 h 955271"/>
              <a:gd name="connsiteX87" fmla="*/ 5482354 w 5741575"/>
              <a:gd name="connsiteY87" fmla="*/ 69470 h 955271"/>
              <a:gd name="connsiteX88" fmla="*/ 5583280 w 5741575"/>
              <a:gd name="connsiteY88" fmla="*/ 49787 h 955271"/>
              <a:gd name="connsiteX89" fmla="*/ 5613766 w 5741575"/>
              <a:gd name="connsiteY89" fmla="*/ 41855 h 955271"/>
              <a:gd name="connsiteX90" fmla="*/ 5684952 w 5741575"/>
              <a:gd name="connsiteY90" fmla="*/ 26088 h 955271"/>
              <a:gd name="connsiteX91" fmla="*/ 5741575 w 5741575"/>
              <a:gd name="connsiteY91" fmla="*/ 0 h 955271"/>
              <a:gd name="connsiteX0" fmla="*/ 5741575 w 5741575"/>
              <a:gd name="connsiteY0" fmla="*/ 0 h 955271"/>
              <a:gd name="connsiteX1" fmla="*/ 5741575 w 5741575"/>
              <a:gd name="connsiteY1" fmla="*/ 955271 h 955271"/>
              <a:gd name="connsiteX2" fmla="*/ 0 w 5741575"/>
              <a:gd name="connsiteY2" fmla="*/ 955271 h 955271"/>
              <a:gd name="connsiteX3" fmla="*/ 8558 w 5741575"/>
              <a:gd name="connsiteY3" fmla="*/ 953971 h 955271"/>
              <a:gd name="connsiteX4" fmla="*/ 16894 w 5741575"/>
              <a:gd name="connsiteY4" fmla="*/ 953847 h 955271"/>
              <a:gd name="connsiteX5" fmla="*/ 28156 w 5741575"/>
              <a:gd name="connsiteY5" fmla="*/ 951374 h 955271"/>
              <a:gd name="connsiteX6" fmla="*/ 28293 w 5741575"/>
              <a:gd name="connsiteY6" fmla="*/ 950971 h 955271"/>
              <a:gd name="connsiteX7" fmla="*/ 39115 w 5741575"/>
              <a:gd name="connsiteY7" fmla="*/ 949326 h 955271"/>
              <a:gd name="connsiteX8" fmla="*/ 93851 w 5741575"/>
              <a:gd name="connsiteY8" fmla="*/ 945611 h 955271"/>
              <a:gd name="connsiteX9" fmla="*/ 148657 w 5741575"/>
              <a:gd name="connsiteY9" fmla="*/ 898134 h 955271"/>
              <a:gd name="connsiteX10" fmla="*/ 174554 w 5741575"/>
              <a:gd name="connsiteY10" fmla="*/ 886351 h 955271"/>
              <a:gd name="connsiteX11" fmla="*/ 187633 w 5741575"/>
              <a:gd name="connsiteY11" fmla="*/ 878226 h 955271"/>
              <a:gd name="connsiteX12" fmla="*/ 187961 w 5741575"/>
              <a:gd name="connsiteY12" fmla="*/ 876538 h 955271"/>
              <a:gd name="connsiteX13" fmla="*/ 240501 w 5741575"/>
              <a:gd name="connsiteY13" fmla="*/ 873150 h 955271"/>
              <a:gd name="connsiteX14" fmla="*/ 246345 w 5741575"/>
              <a:gd name="connsiteY14" fmla="*/ 869942 h 955271"/>
              <a:gd name="connsiteX15" fmla="*/ 282041 w 5741575"/>
              <a:gd name="connsiteY15" fmla="*/ 871263 h 955271"/>
              <a:gd name="connsiteX16" fmla="*/ 299711 w 5741575"/>
              <a:gd name="connsiteY16" fmla="*/ 870064 h 955271"/>
              <a:gd name="connsiteX17" fmla="*/ 306299 w 5741575"/>
              <a:gd name="connsiteY17" fmla="*/ 873609 h 955271"/>
              <a:gd name="connsiteX18" fmla="*/ 331571 w 5741575"/>
              <a:gd name="connsiteY18" fmla="*/ 869866 h 955271"/>
              <a:gd name="connsiteX19" fmla="*/ 333872 w 5741575"/>
              <a:gd name="connsiteY19" fmla="*/ 867971 h 955271"/>
              <a:gd name="connsiteX20" fmla="*/ 356953 w 5741575"/>
              <a:gd name="connsiteY20" fmla="*/ 870334 h 955271"/>
              <a:gd name="connsiteX21" fmla="*/ 570239 w 5741575"/>
              <a:gd name="connsiteY21" fmla="*/ 829596 h 955271"/>
              <a:gd name="connsiteX22" fmla="*/ 787156 w 5741575"/>
              <a:gd name="connsiteY22" fmla="*/ 838447 h 955271"/>
              <a:gd name="connsiteX23" fmla="*/ 948872 w 5741575"/>
              <a:gd name="connsiteY23" fmla="*/ 772201 h 955271"/>
              <a:gd name="connsiteX24" fmla="*/ 1212574 w 5741575"/>
              <a:gd name="connsiteY24" fmla="*/ 724238 h 955271"/>
              <a:gd name="connsiteX25" fmla="*/ 1280768 w 5741575"/>
              <a:gd name="connsiteY25" fmla="*/ 699122 h 955271"/>
              <a:gd name="connsiteX26" fmla="*/ 1352027 w 5741575"/>
              <a:gd name="connsiteY26" fmla="*/ 704323 h 955271"/>
              <a:gd name="connsiteX27" fmla="*/ 1374314 w 5741575"/>
              <a:gd name="connsiteY27" fmla="*/ 688815 h 955271"/>
              <a:gd name="connsiteX28" fmla="*/ 1378034 w 5741575"/>
              <a:gd name="connsiteY28" fmla="*/ 685842 h 955271"/>
              <a:gd name="connsiteX29" fmla="*/ 1395604 w 5741575"/>
              <a:gd name="connsiteY29" fmla="*/ 680460 h 955271"/>
              <a:gd name="connsiteX30" fmla="*/ 1397206 w 5741575"/>
              <a:gd name="connsiteY30" fmla="*/ 670793 h 955271"/>
              <a:gd name="connsiteX31" fmla="*/ 1421250 w 5741575"/>
              <a:gd name="connsiteY31" fmla="*/ 656855 h 955271"/>
              <a:gd name="connsiteX32" fmla="*/ 1454524 w 5741575"/>
              <a:gd name="connsiteY32" fmla="*/ 649224 h 955271"/>
              <a:gd name="connsiteX33" fmla="*/ 1616217 w 5741575"/>
              <a:gd name="connsiteY33" fmla="*/ 622107 h 955271"/>
              <a:gd name="connsiteX34" fmla="*/ 1710928 w 5741575"/>
              <a:gd name="connsiteY34" fmla="*/ 600666 h 955271"/>
              <a:gd name="connsiteX35" fmla="*/ 1743718 w 5741575"/>
              <a:gd name="connsiteY35" fmla="*/ 584327 h 955271"/>
              <a:gd name="connsiteX36" fmla="*/ 1873778 w 5741575"/>
              <a:gd name="connsiteY36" fmla="*/ 530130 h 955271"/>
              <a:gd name="connsiteX37" fmla="*/ 1988411 w 5741575"/>
              <a:gd name="connsiteY37" fmla="*/ 491599 h 955271"/>
              <a:gd name="connsiteX38" fmla="*/ 2085507 w 5741575"/>
              <a:gd name="connsiteY38" fmla="*/ 498527 h 955271"/>
              <a:gd name="connsiteX39" fmla="*/ 2090767 w 5741575"/>
              <a:gd name="connsiteY39" fmla="*/ 490616 h 955271"/>
              <a:gd name="connsiteX40" fmla="*/ 2151143 w 5741575"/>
              <a:gd name="connsiteY40" fmla="*/ 478332 h 955271"/>
              <a:gd name="connsiteX41" fmla="*/ 2378710 w 5741575"/>
              <a:gd name="connsiteY41" fmla="*/ 477570 h 955271"/>
              <a:gd name="connsiteX42" fmla="*/ 2496256 w 5741575"/>
              <a:gd name="connsiteY42" fmla="*/ 452396 h 955271"/>
              <a:gd name="connsiteX43" fmla="*/ 2535387 w 5741575"/>
              <a:gd name="connsiteY43" fmla="*/ 436645 h 955271"/>
              <a:gd name="connsiteX44" fmla="*/ 2601109 w 5741575"/>
              <a:gd name="connsiteY44" fmla="*/ 410678 h 955271"/>
              <a:gd name="connsiteX45" fmla="*/ 2643855 w 5741575"/>
              <a:gd name="connsiteY45" fmla="*/ 374482 h 955271"/>
              <a:gd name="connsiteX46" fmla="*/ 2657726 w 5741575"/>
              <a:gd name="connsiteY46" fmla="*/ 365841 h 955271"/>
              <a:gd name="connsiteX47" fmla="*/ 2687125 w 5741575"/>
              <a:gd name="connsiteY47" fmla="*/ 366820 h 955271"/>
              <a:gd name="connsiteX48" fmla="*/ 2697479 w 5741575"/>
              <a:gd name="connsiteY48" fmla="*/ 361430 h 955271"/>
              <a:gd name="connsiteX49" fmla="*/ 2701547 w 5741575"/>
              <a:gd name="connsiteY49" fmla="*/ 361545 h 955271"/>
              <a:gd name="connsiteX50" fmla="*/ 2711054 w 5741575"/>
              <a:gd name="connsiteY50" fmla="*/ 360597 h 955271"/>
              <a:gd name="connsiteX51" fmla="*/ 2710438 w 5741575"/>
              <a:gd name="connsiteY51" fmla="*/ 366958 h 955271"/>
              <a:gd name="connsiteX52" fmla="*/ 2722936 w 5741575"/>
              <a:gd name="connsiteY52" fmla="*/ 377633 h 955271"/>
              <a:gd name="connsiteX53" fmla="*/ 2777227 w 5741575"/>
              <a:gd name="connsiteY53" fmla="*/ 368972 h 955271"/>
              <a:gd name="connsiteX54" fmla="*/ 2779510 w 5741575"/>
              <a:gd name="connsiteY54" fmla="*/ 361652 h 955271"/>
              <a:gd name="connsiteX55" fmla="*/ 2786278 w 5741575"/>
              <a:gd name="connsiteY55" fmla="*/ 359869 h 955271"/>
              <a:gd name="connsiteX56" fmla="*/ 2792101 w 5741575"/>
              <a:gd name="connsiteY56" fmla="*/ 365927 h 955271"/>
              <a:gd name="connsiteX57" fmla="*/ 2885545 w 5741575"/>
              <a:gd name="connsiteY57" fmla="*/ 372818 h 955271"/>
              <a:gd name="connsiteX58" fmla="*/ 3009558 w 5741575"/>
              <a:gd name="connsiteY58" fmla="*/ 370573 h 955271"/>
              <a:gd name="connsiteX59" fmla="*/ 3095010 w 5741575"/>
              <a:gd name="connsiteY59" fmla="*/ 332454 h 955271"/>
              <a:gd name="connsiteX60" fmla="*/ 3103742 w 5741575"/>
              <a:gd name="connsiteY60" fmla="*/ 337974 h 955271"/>
              <a:gd name="connsiteX61" fmla="*/ 3165093 w 5741575"/>
              <a:gd name="connsiteY61" fmla="*/ 329459 h 955271"/>
              <a:gd name="connsiteX62" fmla="*/ 3373785 w 5741575"/>
              <a:gd name="connsiteY62" fmla="*/ 255680 h 955271"/>
              <a:gd name="connsiteX63" fmla="*/ 3493851 w 5741575"/>
              <a:gd name="connsiteY63" fmla="*/ 240255 h 955271"/>
              <a:gd name="connsiteX64" fmla="*/ 3537470 w 5741575"/>
              <a:gd name="connsiteY64" fmla="*/ 241867 h 955271"/>
              <a:gd name="connsiteX65" fmla="*/ 3610489 w 5741575"/>
              <a:gd name="connsiteY65" fmla="*/ 244128 h 955271"/>
              <a:gd name="connsiteX66" fmla="*/ 3667539 w 5741575"/>
              <a:gd name="connsiteY66" fmla="*/ 263271 h 955271"/>
              <a:gd name="connsiteX67" fmla="*/ 3727614 w 5741575"/>
              <a:gd name="connsiteY67" fmla="*/ 258245 h 955271"/>
              <a:gd name="connsiteX68" fmla="*/ 3738369 w 5741575"/>
              <a:gd name="connsiteY68" fmla="*/ 234506 h 955271"/>
              <a:gd name="connsiteX69" fmla="*/ 3803670 w 5741575"/>
              <a:gd name="connsiteY69" fmla="*/ 236457 h 955271"/>
              <a:gd name="connsiteX70" fmla="*/ 3903080 w 5741575"/>
              <a:gd name="connsiteY70" fmla="*/ 241890 h 955271"/>
              <a:gd name="connsiteX71" fmla="*/ 4114838 w 5741575"/>
              <a:gd name="connsiteY71" fmla="*/ 238165 h 955271"/>
              <a:gd name="connsiteX72" fmla="*/ 4271023 w 5741575"/>
              <a:gd name="connsiteY72" fmla="*/ 241959 h 955271"/>
              <a:gd name="connsiteX73" fmla="*/ 4367397 w 5741575"/>
              <a:gd name="connsiteY73" fmla="*/ 271442 h 955271"/>
              <a:gd name="connsiteX74" fmla="*/ 4495366 w 5741575"/>
              <a:gd name="connsiteY74" fmla="*/ 271618 h 955271"/>
              <a:gd name="connsiteX75" fmla="*/ 4517347 w 5741575"/>
              <a:gd name="connsiteY75" fmla="*/ 275639 h 955271"/>
              <a:gd name="connsiteX76" fmla="*/ 4546116 w 5741575"/>
              <a:gd name="connsiteY76" fmla="*/ 268568 h 955271"/>
              <a:gd name="connsiteX77" fmla="*/ 4661259 w 5741575"/>
              <a:gd name="connsiteY77" fmla="*/ 238966 h 955271"/>
              <a:gd name="connsiteX78" fmla="*/ 4750403 w 5741575"/>
              <a:gd name="connsiteY78" fmla="*/ 204364 h 955271"/>
              <a:gd name="connsiteX79" fmla="*/ 4867614 w 5741575"/>
              <a:gd name="connsiteY79" fmla="*/ 208668 h 955271"/>
              <a:gd name="connsiteX80" fmla="*/ 4937036 w 5741575"/>
              <a:gd name="connsiteY80" fmla="*/ 195446 h 955271"/>
              <a:gd name="connsiteX81" fmla="*/ 5047626 w 5741575"/>
              <a:gd name="connsiteY81" fmla="*/ 149604 h 955271"/>
              <a:gd name="connsiteX82" fmla="*/ 5200247 w 5741575"/>
              <a:gd name="connsiteY82" fmla="*/ 142695 h 955271"/>
              <a:gd name="connsiteX83" fmla="*/ 5235691 w 5741575"/>
              <a:gd name="connsiteY83" fmla="*/ 173330 h 955271"/>
              <a:gd name="connsiteX84" fmla="*/ 5280133 w 5741575"/>
              <a:gd name="connsiteY84" fmla="*/ 189342 h 955271"/>
              <a:gd name="connsiteX85" fmla="*/ 5291963 w 5741575"/>
              <a:gd name="connsiteY85" fmla="*/ 139446 h 955271"/>
              <a:gd name="connsiteX86" fmla="*/ 5418472 w 5741575"/>
              <a:gd name="connsiteY86" fmla="*/ 89163 h 955271"/>
              <a:gd name="connsiteX87" fmla="*/ 5482354 w 5741575"/>
              <a:gd name="connsiteY87" fmla="*/ 69470 h 955271"/>
              <a:gd name="connsiteX88" fmla="*/ 5583280 w 5741575"/>
              <a:gd name="connsiteY88" fmla="*/ 49787 h 955271"/>
              <a:gd name="connsiteX89" fmla="*/ 5613766 w 5741575"/>
              <a:gd name="connsiteY89" fmla="*/ 41855 h 955271"/>
              <a:gd name="connsiteX90" fmla="*/ 5684952 w 5741575"/>
              <a:gd name="connsiteY90" fmla="*/ 26088 h 955271"/>
              <a:gd name="connsiteX91" fmla="*/ 5741575 w 5741575"/>
              <a:gd name="connsiteY91" fmla="*/ 0 h 955271"/>
              <a:gd name="connsiteX0" fmla="*/ 5741575 w 5741575"/>
              <a:gd name="connsiteY0" fmla="*/ 0 h 955271"/>
              <a:gd name="connsiteX1" fmla="*/ 5741575 w 5741575"/>
              <a:gd name="connsiteY1" fmla="*/ 955271 h 955271"/>
              <a:gd name="connsiteX2" fmla="*/ 0 w 5741575"/>
              <a:gd name="connsiteY2" fmla="*/ 955271 h 955271"/>
              <a:gd name="connsiteX3" fmla="*/ 8558 w 5741575"/>
              <a:gd name="connsiteY3" fmla="*/ 953971 h 955271"/>
              <a:gd name="connsiteX4" fmla="*/ 16894 w 5741575"/>
              <a:gd name="connsiteY4" fmla="*/ 953847 h 955271"/>
              <a:gd name="connsiteX5" fmla="*/ 28156 w 5741575"/>
              <a:gd name="connsiteY5" fmla="*/ 951374 h 955271"/>
              <a:gd name="connsiteX6" fmla="*/ 28293 w 5741575"/>
              <a:gd name="connsiteY6" fmla="*/ 950971 h 955271"/>
              <a:gd name="connsiteX7" fmla="*/ 39115 w 5741575"/>
              <a:gd name="connsiteY7" fmla="*/ 949326 h 955271"/>
              <a:gd name="connsiteX8" fmla="*/ 93851 w 5741575"/>
              <a:gd name="connsiteY8" fmla="*/ 945611 h 955271"/>
              <a:gd name="connsiteX9" fmla="*/ 148657 w 5741575"/>
              <a:gd name="connsiteY9" fmla="*/ 898134 h 955271"/>
              <a:gd name="connsiteX10" fmla="*/ 174554 w 5741575"/>
              <a:gd name="connsiteY10" fmla="*/ 886351 h 955271"/>
              <a:gd name="connsiteX11" fmla="*/ 187633 w 5741575"/>
              <a:gd name="connsiteY11" fmla="*/ 878226 h 955271"/>
              <a:gd name="connsiteX12" fmla="*/ 187961 w 5741575"/>
              <a:gd name="connsiteY12" fmla="*/ 876538 h 955271"/>
              <a:gd name="connsiteX13" fmla="*/ 240501 w 5741575"/>
              <a:gd name="connsiteY13" fmla="*/ 873150 h 955271"/>
              <a:gd name="connsiteX14" fmla="*/ 246345 w 5741575"/>
              <a:gd name="connsiteY14" fmla="*/ 869942 h 955271"/>
              <a:gd name="connsiteX15" fmla="*/ 282041 w 5741575"/>
              <a:gd name="connsiteY15" fmla="*/ 871263 h 955271"/>
              <a:gd name="connsiteX16" fmla="*/ 299711 w 5741575"/>
              <a:gd name="connsiteY16" fmla="*/ 870064 h 955271"/>
              <a:gd name="connsiteX17" fmla="*/ 306299 w 5741575"/>
              <a:gd name="connsiteY17" fmla="*/ 873609 h 955271"/>
              <a:gd name="connsiteX18" fmla="*/ 331571 w 5741575"/>
              <a:gd name="connsiteY18" fmla="*/ 869866 h 955271"/>
              <a:gd name="connsiteX19" fmla="*/ 333872 w 5741575"/>
              <a:gd name="connsiteY19" fmla="*/ 867971 h 955271"/>
              <a:gd name="connsiteX20" fmla="*/ 356953 w 5741575"/>
              <a:gd name="connsiteY20" fmla="*/ 870334 h 955271"/>
              <a:gd name="connsiteX21" fmla="*/ 570239 w 5741575"/>
              <a:gd name="connsiteY21" fmla="*/ 829596 h 955271"/>
              <a:gd name="connsiteX22" fmla="*/ 787156 w 5741575"/>
              <a:gd name="connsiteY22" fmla="*/ 838447 h 955271"/>
              <a:gd name="connsiteX23" fmla="*/ 948872 w 5741575"/>
              <a:gd name="connsiteY23" fmla="*/ 772201 h 955271"/>
              <a:gd name="connsiteX24" fmla="*/ 1212574 w 5741575"/>
              <a:gd name="connsiteY24" fmla="*/ 724238 h 955271"/>
              <a:gd name="connsiteX25" fmla="*/ 1280768 w 5741575"/>
              <a:gd name="connsiteY25" fmla="*/ 699122 h 955271"/>
              <a:gd name="connsiteX26" fmla="*/ 1352027 w 5741575"/>
              <a:gd name="connsiteY26" fmla="*/ 704323 h 955271"/>
              <a:gd name="connsiteX27" fmla="*/ 1374314 w 5741575"/>
              <a:gd name="connsiteY27" fmla="*/ 688815 h 955271"/>
              <a:gd name="connsiteX28" fmla="*/ 1378034 w 5741575"/>
              <a:gd name="connsiteY28" fmla="*/ 685842 h 955271"/>
              <a:gd name="connsiteX29" fmla="*/ 1395604 w 5741575"/>
              <a:gd name="connsiteY29" fmla="*/ 680460 h 955271"/>
              <a:gd name="connsiteX30" fmla="*/ 1397206 w 5741575"/>
              <a:gd name="connsiteY30" fmla="*/ 670793 h 955271"/>
              <a:gd name="connsiteX31" fmla="*/ 1421250 w 5741575"/>
              <a:gd name="connsiteY31" fmla="*/ 656855 h 955271"/>
              <a:gd name="connsiteX32" fmla="*/ 1454524 w 5741575"/>
              <a:gd name="connsiteY32" fmla="*/ 649224 h 955271"/>
              <a:gd name="connsiteX33" fmla="*/ 1616217 w 5741575"/>
              <a:gd name="connsiteY33" fmla="*/ 622107 h 955271"/>
              <a:gd name="connsiteX34" fmla="*/ 1710928 w 5741575"/>
              <a:gd name="connsiteY34" fmla="*/ 600666 h 955271"/>
              <a:gd name="connsiteX35" fmla="*/ 1743718 w 5741575"/>
              <a:gd name="connsiteY35" fmla="*/ 584327 h 955271"/>
              <a:gd name="connsiteX36" fmla="*/ 1873778 w 5741575"/>
              <a:gd name="connsiteY36" fmla="*/ 530130 h 955271"/>
              <a:gd name="connsiteX37" fmla="*/ 1988411 w 5741575"/>
              <a:gd name="connsiteY37" fmla="*/ 491599 h 955271"/>
              <a:gd name="connsiteX38" fmla="*/ 2085507 w 5741575"/>
              <a:gd name="connsiteY38" fmla="*/ 498527 h 955271"/>
              <a:gd name="connsiteX39" fmla="*/ 2090767 w 5741575"/>
              <a:gd name="connsiteY39" fmla="*/ 490616 h 955271"/>
              <a:gd name="connsiteX40" fmla="*/ 2151143 w 5741575"/>
              <a:gd name="connsiteY40" fmla="*/ 478332 h 955271"/>
              <a:gd name="connsiteX41" fmla="*/ 2378710 w 5741575"/>
              <a:gd name="connsiteY41" fmla="*/ 477570 h 955271"/>
              <a:gd name="connsiteX42" fmla="*/ 2496256 w 5741575"/>
              <a:gd name="connsiteY42" fmla="*/ 452396 h 955271"/>
              <a:gd name="connsiteX43" fmla="*/ 2535387 w 5741575"/>
              <a:gd name="connsiteY43" fmla="*/ 436645 h 955271"/>
              <a:gd name="connsiteX44" fmla="*/ 2601109 w 5741575"/>
              <a:gd name="connsiteY44" fmla="*/ 410678 h 955271"/>
              <a:gd name="connsiteX45" fmla="*/ 2643855 w 5741575"/>
              <a:gd name="connsiteY45" fmla="*/ 374482 h 955271"/>
              <a:gd name="connsiteX46" fmla="*/ 2657726 w 5741575"/>
              <a:gd name="connsiteY46" fmla="*/ 365841 h 955271"/>
              <a:gd name="connsiteX47" fmla="*/ 2687125 w 5741575"/>
              <a:gd name="connsiteY47" fmla="*/ 366820 h 955271"/>
              <a:gd name="connsiteX48" fmla="*/ 2697479 w 5741575"/>
              <a:gd name="connsiteY48" fmla="*/ 361430 h 955271"/>
              <a:gd name="connsiteX49" fmla="*/ 2701547 w 5741575"/>
              <a:gd name="connsiteY49" fmla="*/ 361545 h 955271"/>
              <a:gd name="connsiteX50" fmla="*/ 2711054 w 5741575"/>
              <a:gd name="connsiteY50" fmla="*/ 360597 h 955271"/>
              <a:gd name="connsiteX51" fmla="*/ 2710438 w 5741575"/>
              <a:gd name="connsiteY51" fmla="*/ 366958 h 955271"/>
              <a:gd name="connsiteX52" fmla="*/ 2722936 w 5741575"/>
              <a:gd name="connsiteY52" fmla="*/ 377633 h 955271"/>
              <a:gd name="connsiteX53" fmla="*/ 2777227 w 5741575"/>
              <a:gd name="connsiteY53" fmla="*/ 368972 h 955271"/>
              <a:gd name="connsiteX54" fmla="*/ 2779510 w 5741575"/>
              <a:gd name="connsiteY54" fmla="*/ 361652 h 955271"/>
              <a:gd name="connsiteX55" fmla="*/ 2786278 w 5741575"/>
              <a:gd name="connsiteY55" fmla="*/ 359869 h 955271"/>
              <a:gd name="connsiteX56" fmla="*/ 2792101 w 5741575"/>
              <a:gd name="connsiteY56" fmla="*/ 365927 h 955271"/>
              <a:gd name="connsiteX57" fmla="*/ 2885545 w 5741575"/>
              <a:gd name="connsiteY57" fmla="*/ 372818 h 955271"/>
              <a:gd name="connsiteX58" fmla="*/ 3009558 w 5741575"/>
              <a:gd name="connsiteY58" fmla="*/ 370573 h 955271"/>
              <a:gd name="connsiteX59" fmla="*/ 3095010 w 5741575"/>
              <a:gd name="connsiteY59" fmla="*/ 332454 h 955271"/>
              <a:gd name="connsiteX60" fmla="*/ 3103742 w 5741575"/>
              <a:gd name="connsiteY60" fmla="*/ 337974 h 955271"/>
              <a:gd name="connsiteX61" fmla="*/ 3165093 w 5741575"/>
              <a:gd name="connsiteY61" fmla="*/ 329459 h 955271"/>
              <a:gd name="connsiteX62" fmla="*/ 3373785 w 5741575"/>
              <a:gd name="connsiteY62" fmla="*/ 255680 h 955271"/>
              <a:gd name="connsiteX63" fmla="*/ 3493851 w 5741575"/>
              <a:gd name="connsiteY63" fmla="*/ 240255 h 955271"/>
              <a:gd name="connsiteX64" fmla="*/ 3537470 w 5741575"/>
              <a:gd name="connsiteY64" fmla="*/ 241867 h 955271"/>
              <a:gd name="connsiteX65" fmla="*/ 3610489 w 5741575"/>
              <a:gd name="connsiteY65" fmla="*/ 244128 h 955271"/>
              <a:gd name="connsiteX66" fmla="*/ 3667539 w 5741575"/>
              <a:gd name="connsiteY66" fmla="*/ 263271 h 955271"/>
              <a:gd name="connsiteX67" fmla="*/ 3727614 w 5741575"/>
              <a:gd name="connsiteY67" fmla="*/ 258245 h 955271"/>
              <a:gd name="connsiteX68" fmla="*/ 3738369 w 5741575"/>
              <a:gd name="connsiteY68" fmla="*/ 234506 h 955271"/>
              <a:gd name="connsiteX69" fmla="*/ 3803670 w 5741575"/>
              <a:gd name="connsiteY69" fmla="*/ 236457 h 955271"/>
              <a:gd name="connsiteX70" fmla="*/ 3903080 w 5741575"/>
              <a:gd name="connsiteY70" fmla="*/ 241890 h 955271"/>
              <a:gd name="connsiteX71" fmla="*/ 4114838 w 5741575"/>
              <a:gd name="connsiteY71" fmla="*/ 238165 h 955271"/>
              <a:gd name="connsiteX72" fmla="*/ 4271023 w 5741575"/>
              <a:gd name="connsiteY72" fmla="*/ 241959 h 955271"/>
              <a:gd name="connsiteX73" fmla="*/ 4367397 w 5741575"/>
              <a:gd name="connsiteY73" fmla="*/ 271442 h 955271"/>
              <a:gd name="connsiteX74" fmla="*/ 4495366 w 5741575"/>
              <a:gd name="connsiteY74" fmla="*/ 271618 h 955271"/>
              <a:gd name="connsiteX75" fmla="*/ 4517347 w 5741575"/>
              <a:gd name="connsiteY75" fmla="*/ 275639 h 955271"/>
              <a:gd name="connsiteX76" fmla="*/ 4546116 w 5741575"/>
              <a:gd name="connsiteY76" fmla="*/ 268568 h 955271"/>
              <a:gd name="connsiteX77" fmla="*/ 4661259 w 5741575"/>
              <a:gd name="connsiteY77" fmla="*/ 238966 h 955271"/>
              <a:gd name="connsiteX78" fmla="*/ 4750403 w 5741575"/>
              <a:gd name="connsiteY78" fmla="*/ 204364 h 955271"/>
              <a:gd name="connsiteX79" fmla="*/ 4867614 w 5741575"/>
              <a:gd name="connsiteY79" fmla="*/ 208668 h 955271"/>
              <a:gd name="connsiteX80" fmla="*/ 4937036 w 5741575"/>
              <a:gd name="connsiteY80" fmla="*/ 195446 h 955271"/>
              <a:gd name="connsiteX81" fmla="*/ 5047626 w 5741575"/>
              <a:gd name="connsiteY81" fmla="*/ 149604 h 955271"/>
              <a:gd name="connsiteX82" fmla="*/ 5200247 w 5741575"/>
              <a:gd name="connsiteY82" fmla="*/ 142695 h 955271"/>
              <a:gd name="connsiteX83" fmla="*/ 5235691 w 5741575"/>
              <a:gd name="connsiteY83" fmla="*/ 173330 h 955271"/>
              <a:gd name="connsiteX84" fmla="*/ 5280133 w 5741575"/>
              <a:gd name="connsiteY84" fmla="*/ 189342 h 955271"/>
              <a:gd name="connsiteX85" fmla="*/ 5291963 w 5741575"/>
              <a:gd name="connsiteY85" fmla="*/ 139446 h 955271"/>
              <a:gd name="connsiteX86" fmla="*/ 5418472 w 5741575"/>
              <a:gd name="connsiteY86" fmla="*/ 89163 h 955271"/>
              <a:gd name="connsiteX87" fmla="*/ 5482354 w 5741575"/>
              <a:gd name="connsiteY87" fmla="*/ 69470 h 955271"/>
              <a:gd name="connsiteX88" fmla="*/ 5583280 w 5741575"/>
              <a:gd name="connsiteY88" fmla="*/ 49787 h 955271"/>
              <a:gd name="connsiteX89" fmla="*/ 5613766 w 5741575"/>
              <a:gd name="connsiteY89" fmla="*/ 41855 h 955271"/>
              <a:gd name="connsiteX90" fmla="*/ 5684952 w 5741575"/>
              <a:gd name="connsiteY90" fmla="*/ 26088 h 955271"/>
              <a:gd name="connsiteX91" fmla="*/ 5741575 w 5741575"/>
              <a:gd name="connsiteY91" fmla="*/ 0 h 955271"/>
              <a:gd name="connsiteX0" fmla="*/ 5741575 w 5741575"/>
              <a:gd name="connsiteY0" fmla="*/ 0 h 955271"/>
              <a:gd name="connsiteX1" fmla="*/ 5741575 w 5741575"/>
              <a:gd name="connsiteY1" fmla="*/ 955271 h 955271"/>
              <a:gd name="connsiteX2" fmla="*/ 0 w 5741575"/>
              <a:gd name="connsiteY2" fmla="*/ 955271 h 955271"/>
              <a:gd name="connsiteX3" fmla="*/ 8558 w 5741575"/>
              <a:gd name="connsiteY3" fmla="*/ 953971 h 955271"/>
              <a:gd name="connsiteX4" fmla="*/ 16894 w 5741575"/>
              <a:gd name="connsiteY4" fmla="*/ 953847 h 955271"/>
              <a:gd name="connsiteX5" fmla="*/ 28156 w 5741575"/>
              <a:gd name="connsiteY5" fmla="*/ 951374 h 955271"/>
              <a:gd name="connsiteX6" fmla="*/ 28293 w 5741575"/>
              <a:gd name="connsiteY6" fmla="*/ 950971 h 955271"/>
              <a:gd name="connsiteX7" fmla="*/ 39115 w 5741575"/>
              <a:gd name="connsiteY7" fmla="*/ 949326 h 955271"/>
              <a:gd name="connsiteX8" fmla="*/ 93851 w 5741575"/>
              <a:gd name="connsiteY8" fmla="*/ 945611 h 955271"/>
              <a:gd name="connsiteX9" fmla="*/ 148657 w 5741575"/>
              <a:gd name="connsiteY9" fmla="*/ 898134 h 955271"/>
              <a:gd name="connsiteX10" fmla="*/ 174554 w 5741575"/>
              <a:gd name="connsiteY10" fmla="*/ 886351 h 955271"/>
              <a:gd name="connsiteX11" fmla="*/ 187633 w 5741575"/>
              <a:gd name="connsiteY11" fmla="*/ 878226 h 955271"/>
              <a:gd name="connsiteX12" fmla="*/ 187961 w 5741575"/>
              <a:gd name="connsiteY12" fmla="*/ 876538 h 955271"/>
              <a:gd name="connsiteX13" fmla="*/ 240501 w 5741575"/>
              <a:gd name="connsiteY13" fmla="*/ 873150 h 955271"/>
              <a:gd name="connsiteX14" fmla="*/ 246345 w 5741575"/>
              <a:gd name="connsiteY14" fmla="*/ 869942 h 955271"/>
              <a:gd name="connsiteX15" fmla="*/ 282041 w 5741575"/>
              <a:gd name="connsiteY15" fmla="*/ 871263 h 955271"/>
              <a:gd name="connsiteX16" fmla="*/ 299711 w 5741575"/>
              <a:gd name="connsiteY16" fmla="*/ 870064 h 955271"/>
              <a:gd name="connsiteX17" fmla="*/ 306299 w 5741575"/>
              <a:gd name="connsiteY17" fmla="*/ 873609 h 955271"/>
              <a:gd name="connsiteX18" fmla="*/ 331571 w 5741575"/>
              <a:gd name="connsiteY18" fmla="*/ 869866 h 955271"/>
              <a:gd name="connsiteX19" fmla="*/ 333872 w 5741575"/>
              <a:gd name="connsiteY19" fmla="*/ 867971 h 955271"/>
              <a:gd name="connsiteX20" fmla="*/ 356953 w 5741575"/>
              <a:gd name="connsiteY20" fmla="*/ 870334 h 955271"/>
              <a:gd name="connsiteX21" fmla="*/ 570239 w 5741575"/>
              <a:gd name="connsiteY21" fmla="*/ 829596 h 955271"/>
              <a:gd name="connsiteX22" fmla="*/ 787156 w 5741575"/>
              <a:gd name="connsiteY22" fmla="*/ 838447 h 955271"/>
              <a:gd name="connsiteX23" fmla="*/ 948872 w 5741575"/>
              <a:gd name="connsiteY23" fmla="*/ 772201 h 955271"/>
              <a:gd name="connsiteX24" fmla="*/ 1127089 w 5741575"/>
              <a:gd name="connsiteY24" fmla="*/ 746926 h 955271"/>
              <a:gd name="connsiteX25" fmla="*/ 1280768 w 5741575"/>
              <a:gd name="connsiteY25" fmla="*/ 699122 h 955271"/>
              <a:gd name="connsiteX26" fmla="*/ 1352027 w 5741575"/>
              <a:gd name="connsiteY26" fmla="*/ 704323 h 955271"/>
              <a:gd name="connsiteX27" fmla="*/ 1374314 w 5741575"/>
              <a:gd name="connsiteY27" fmla="*/ 688815 h 955271"/>
              <a:gd name="connsiteX28" fmla="*/ 1378034 w 5741575"/>
              <a:gd name="connsiteY28" fmla="*/ 685842 h 955271"/>
              <a:gd name="connsiteX29" fmla="*/ 1395604 w 5741575"/>
              <a:gd name="connsiteY29" fmla="*/ 680460 h 955271"/>
              <a:gd name="connsiteX30" fmla="*/ 1397206 w 5741575"/>
              <a:gd name="connsiteY30" fmla="*/ 670793 h 955271"/>
              <a:gd name="connsiteX31" fmla="*/ 1421250 w 5741575"/>
              <a:gd name="connsiteY31" fmla="*/ 656855 h 955271"/>
              <a:gd name="connsiteX32" fmla="*/ 1454524 w 5741575"/>
              <a:gd name="connsiteY32" fmla="*/ 649224 h 955271"/>
              <a:gd name="connsiteX33" fmla="*/ 1616217 w 5741575"/>
              <a:gd name="connsiteY33" fmla="*/ 622107 h 955271"/>
              <a:gd name="connsiteX34" fmla="*/ 1710928 w 5741575"/>
              <a:gd name="connsiteY34" fmla="*/ 600666 h 955271"/>
              <a:gd name="connsiteX35" fmla="*/ 1743718 w 5741575"/>
              <a:gd name="connsiteY35" fmla="*/ 584327 h 955271"/>
              <a:gd name="connsiteX36" fmla="*/ 1873778 w 5741575"/>
              <a:gd name="connsiteY36" fmla="*/ 530130 h 955271"/>
              <a:gd name="connsiteX37" fmla="*/ 1988411 w 5741575"/>
              <a:gd name="connsiteY37" fmla="*/ 491599 h 955271"/>
              <a:gd name="connsiteX38" fmla="*/ 2085507 w 5741575"/>
              <a:gd name="connsiteY38" fmla="*/ 498527 h 955271"/>
              <a:gd name="connsiteX39" fmla="*/ 2090767 w 5741575"/>
              <a:gd name="connsiteY39" fmla="*/ 490616 h 955271"/>
              <a:gd name="connsiteX40" fmla="*/ 2151143 w 5741575"/>
              <a:gd name="connsiteY40" fmla="*/ 478332 h 955271"/>
              <a:gd name="connsiteX41" fmla="*/ 2378710 w 5741575"/>
              <a:gd name="connsiteY41" fmla="*/ 477570 h 955271"/>
              <a:gd name="connsiteX42" fmla="*/ 2496256 w 5741575"/>
              <a:gd name="connsiteY42" fmla="*/ 452396 h 955271"/>
              <a:gd name="connsiteX43" fmla="*/ 2535387 w 5741575"/>
              <a:gd name="connsiteY43" fmla="*/ 436645 h 955271"/>
              <a:gd name="connsiteX44" fmla="*/ 2601109 w 5741575"/>
              <a:gd name="connsiteY44" fmla="*/ 410678 h 955271"/>
              <a:gd name="connsiteX45" fmla="*/ 2643855 w 5741575"/>
              <a:gd name="connsiteY45" fmla="*/ 374482 h 955271"/>
              <a:gd name="connsiteX46" fmla="*/ 2657726 w 5741575"/>
              <a:gd name="connsiteY46" fmla="*/ 365841 h 955271"/>
              <a:gd name="connsiteX47" fmla="*/ 2687125 w 5741575"/>
              <a:gd name="connsiteY47" fmla="*/ 366820 h 955271"/>
              <a:gd name="connsiteX48" fmla="*/ 2697479 w 5741575"/>
              <a:gd name="connsiteY48" fmla="*/ 361430 h 955271"/>
              <a:gd name="connsiteX49" fmla="*/ 2701547 w 5741575"/>
              <a:gd name="connsiteY49" fmla="*/ 361545 h 955271"/>
              <a:gd name="connsiteX50" fmla="*/ 2711054 w 5741575"/>
              <a:gd name="connsiteY50" fmla="*/ 360597 h 955271"/>
              <a:gd name="connsiteX51" fmla="*/ 2710438 w 5741575"/>
              <a:gd name="connsiteY51" fmla="*/ 366958 h 955271"/>
              <a:gd name="connsiteX52" fmla="*/ 2722936 w 5741575"/>
              <a:gd name="connsiteY52" fmla="*/ 377633 h 955271"/>
              <a:gd name="connsiteX53" fmla="*/ 2777227 w 5741575"/>
              <a:gd name="connsiteY53" fmla="*/ 368972 h 955271"/>
              <a:gd name="connsiteX54" fmla="*/ 2779510 w 5741575"/>
              <a:gd name="connsiteY54" fmla="*/ 361652 h 955271"/>
              <a:gd name="connsiteX55" fmla="*/ 2786278 w 5741575"/>
              <a:gd name="connsiteY55" fmla="*/ 359869 h 955271"/>
              <a:gd name="connsiteX56" fmla="*/ 2792101 w 5741575"/>
              <a:gd name="connsiteY56" fmla="*/ 365927 h 955271"/>
              <a:gd name="connsiteX57" fmla="*/ 2885545 w 5741575"/>
              <a:gd name="connsiteY57" fmla="*/ 372818 h 955271"/>
              <a:gd name="connsiteX58" fmla="*/ 3009558 w 5741575"/>
              <a:gd name="connsiteY58" fmla="*/ 370573 h 955271"/>
              <a:gd name="connsiteX59" fmla="*/ 3095010 w 5741575"/>
              <a:gd name="connsiteY59" fmla="*/ 332454 h 955271"/>
              <a:gd name="connsiteX60" fmla="*/ 3103742 w 5741575"/>
              <a:gd name="connsiteY60" fmla="*/ 337974 h 955271"/>
              <a:gd name="connsiteX61" fmla="*/ 3165093 w 5741575"/>
              <a:gd name="connsiteY61" fmla="*/ 329459 h 955271"/>
              <a:gd name="connsiteX62" fmla="*/ 3373785 w 5741575"/>
              <a:gd name="connsiteY62" fmla="*/ 255680 h 955271"/>
              <a:gd name="connsiteX63" fmla="*/ 3493851 w 5741575"/>
              <a:gd name="connsiteY63" fmla="*/ 240255 h 955271"/>
              <a:gd name="connsiteX64" fmla="*/ 3537470 w 5741575"/>
              <a:gd name="connsiteY64" fmla="*/ 241867 h 955271"/>
              <a:gd name="connsiteX65" fmla="*/ 3610489 w 5741575"/>
              <a:gd name="connsiteY65" fmla="*/ 244128 h 955271"/>
              <a:gd name="connsiteX66" fmla="*/ 3667539 w 5741575"/>
              <a:gd name="connsiteY66" fmla="*/ 263271 h 955271"/>
              <a:gd name="connsiteX67" fmla="*/ 3727614 w 5741575"/>
              <a:gd name="connsiteY67" fmla="*/ 258245 h 955271"/>
              <a:gd name="connsiteX68" fmla="*/ 3738369 w 5741575"/>
              <a:gd name="connsiteY68" fmla="*/ 234506 h 955271"/>
              <a:gd name="connsiteX69" fmla="*/ 3803670 w 5741575"/>
              <a:gd name="connsiteY69" fmla="*/ 236457 h 955271"/>
              <a:gd name="connsiteX70" fmla="*/ 3903080 w 5741575"/>
              <a:gd name="connsiteY70" fmla="*/ 241890 h 955271"/>
              <a:gd name="connsiteX71" fmla="*/ 4114838 w 5741575"/>
              <a:gd name="connsiteY71" fmla="*/ 238165 h 955271"/>
              <a:gd name="connsiteX72" fmla="*/ 4271023 w 5741575"/>
              <a:gd name="connsiteY72" fmla="*/ 241959 h 955271"/>
              <a:gd name="connsiteX73" fmla="*/ 4367397 w 5741575"/>
              <a:gd name="connsiteY73" fmla="*/ 271442 h 955271"/>
              <a:gd name="connsiteX74" fmla="*/ 4495366 w 5741575"/>
              <a:gd name="connsiteY74" fmla="*/ 271618 h 955271"/>
              <a:gd name="connsiteX75" fmla="*/ 4517347 w 5741575"/>
              <a:gd name="connsiteY75" fmla="*/ 275639 h 955271"/>
              <a:gd name="connsiteX76" fmla="*/ 4546116 w 5741575"/>
              <a:gd name="connsiteY76" fmla="*/ 268568 h 955271"/>
              <a:gd name="connsiteX77" fmla="*/ 4661259 w 5741575"/>
              <a:gd name="connsiteY77" fmla="*/ 238966 h 955271"/>
              <a:gd name="connsiteX78" fmla="*/ 4750403 w 5741575"/>
              <a:gd name="connsiteY78" fmla="*/ 204364 h 955271"/>
              <a:gd name="connsiteX79" fmla="*/ 4867614 w 5741575"/>
              <a:gd name="connsiteY79" fmla="*/ 208668 h 955271"/>
              <a:gd name="connsiteX80" fmla="*/ 4937036 w 5741575"/>
              <a:gd name="connsiteY80" fmla="*/ 195446 h 955271"/>
              <a:gd name="connsiteX81" fmla="*/ 5047626 w 5741575"/>
              <a:gd name="connsiteY81" fmla="*/ 149604 h 955271"/>
              <a:gd name="connsiteX82" fmla="*/ 5200247 w 5741575"/>
              <a:gd name="connsiteY82" fmla="*/ 142695 h 955271"/>
              <a:gd name="connsiteX83" fmla="*/ 5235691 w 5741575"/>
              <a:gd name="connsiteY83" fmla="*/ 173330 h 955271"/>
              <a:gd name="connsiteX84" fmla="*/ 5280133 w 5741575"/>
              <a:gd name="connsiteY84" fmla="*/ 189342 h 955271"/>
              <a:gd name="connsiteX85" fmla="*/ 5291963 w 5741575"/>
              <a:gd name="connsiteY85" fmla="*/ 139446 h 955271"/>
              <a:gd name="connsiteX86" fmla="*/ 5418472 w 5741575"/>
              <a:gd name="connsiteY86" fmla="*/ 89163 h 955271"/>
              <a:gd name="connsiteX87" fmla="*/ 5482354 w 5741575"/>
              <a:gd name="connsiteY87" fmla="*/ 69470 h 955271"/>
              <a:gd name="connsiteX88" fmla="*/ 5583280 w 5741575"/>
              <a:gd name="connsiteY88" fmla="*/ 49787 h 955271"/>
              <a:gd name="connsiteX89" fmla="*/ 5613766 w 5741575"/>
              <a:gd name="connsiteY89" fmla="*/ 41855 h 955271"/>
              <a:gd name="connsiteX90" fmla="*/ 5684952 w 5741575"/>
              <a:gd name="connsiteY90" fmla="*/ 26088 h 955271"/>
              <a:gd name="connsiteX91" fmla="*/ 5741575 w 5741575"/>
              <a:gd name="connsiteY91" fmla="*/ 0 h 955271"/>
              <a:gd name="connsiteX0" fmla="*/ 5741575 w 5741575"/>
              <a:gd name="connsiteY0" fmla="*/ 0 h 955271"/>
              <a:gd name="connsiteX1" fmla="*/ 5741575 w 5741575"/>
              <a:gd name="connsiteY1" fmla="*/ 955271 h 955271"/>
              <a:gd name="connsiteX2" fmla="*/ 0 w 5741575"/>
              <a:gd name="connsiteY2" fmla="*/ 955271 h 955271"/>
              <a:gd name="connsiteX3" fmla="*/ 8558 w 5741575"/>
              <a:gd name="connsiteY3" fmla="*/ 953971 h 955271"/>
              <a:gd name="connsiteX4" fmla="*/ 16894 w 5741575"/>
              <a:gd name="connsiteY4" fmla="*/ 953847 h 955271"/>
              <a:gd name="connsiteX5" fmla="*/ 28156 w 5741575"/>
              <a:gd name="connsiteY5" fmla="*/ 951374 h 955271"/>
              <a:gd name="connsiteX6" fmla="*/ 28293 w 5741575"/>
              <a:gd name="connsiteY6" fmla="*/ 950971 h 955271"/>
              <a:gd name="connsiteX7" fmla="*/ 39115 w 5741575"/>
              <a:gd name="connsiteY7" fmla="*/ 949326 h 955271"/>
              <a:gd name="connsiteX8" fmla="*/ 93851 w 5741575"/>
              <a:gd name="connsiteY8" fmla="*/ 945611 h 955271"/>
              <a:gd name="connsiteX9" fmla="*/ 148657 w 5741575"/>
              <a:gd name="connsiteY9" fmla="*/ 898134 h 955271"/>
              <a:gd name="connsiteX10" fmla="*/ 174554 w 5741575"/>
              <a:gd name="connsiteY10" fmla="*/ 886351 h 955271"/>
              <a:gd name="connsiteX11" fmla="*/ 187633 w 5741575"/>
              <a:gd name="connsiteY11" fmla="*/ 878226 h 955271"/>
              <a:gd name="connsiteX12" fmla="*/ 187961 w 5741575"/>
              <a:gd name="connsiteY12" fmla="*/ 876538 h 955271"/>
              <a:gd name="connsiteX13" fmla="*/ 240501 w 5741575"/>
              <a:gd name="connsiteY13" fmla="*/ 873150 h 955271"/>
              <a:gd name="connsiteX14" fmla="*/ 246345 w 5741575"/>
              <a:gd name="connsiteY14" fmla="*/ 869942 h 955271"/>
              <a:gd name="connsiteX15" fmla="*/ 282041 w 5741575"/>
              <a:gd name="connsiteY15" fmla="*/ 871263 h 955271"/>
              <a:gd name="connsiteX16" fmla="*/ 299711 w 5741575"/>
              <a:gd name="connsiteY16" fmla="*/ 870064 h 955271"/>
              <a:gd name="connsiteX17" fmla="*/ 306299 w 5741575"/>
              <a:gd name="connsiteY17" fmla="*/ 873609 h 955271"/>
              <a:gd name="connsiteX18" fmla="*/ 331571 w 5741575"/>
              <a:gd name="connsiteY18" fmla="*/ 869866 h 955271"/>
              <a:gd name="connsiteX19" fmla="*/ 333872 w 5741575"/>
              <a:gd name="connsiteY19" fmla="*/ 867971 h 955271"/>
              <a:gd name="connsiteX20" fmla="*/ 356953 w 5741575"/>
              <a:gd name="connsiteY20" fmla="*/ 870334 h 955271"/>
              <a:gd name="connsiteX21" fmla="*/ 570239 w 5741575"/>
              <a:gd name="connsiteY21" fmla="*/ 829596 h 955271"/>
              <a:gd name="connsiteX22" fmla="*/ 787156 w 5741575"/>
              <a:gd name="connsiteY22" fmla="*/ 838447 h 955271"/>
              <a:gd name="connsiteX23" fmla="*/ 948872 w 5741575"/>
              <a:gd name="connsiteY23" fmla="*/ 772201 h 955271"/>
              <a:gd name="connsiteX24" fmla="*/ 1127089 w 5741575"/>
              <a:gd name="connsiteY24" fmla="*/ 746926 h 955271"/>
              <a:gd name="connsiteX25" fmla="*/ 1220426 w 5741575"/>
              <a:gd name="connsiteY25" fmla="*/ 721810 h 955271"/>
              <a:gd name="connsiteX26" fmla="*/ 1352027 w 5741575"/>
              <a:gd name="connsiteY26" fmla="*/ 704323 h 955271"/>
              <a:gd name="connsiteX27" fmla="*/ 1374314 w 5741575"/>
              <a:gd name="connsiteY27" fmla="*/ 688815 h 955271"/>
              <a:gd name="connsiteX28" fmla="*/ 1378034 w 5741575"/>
              <a:gd name="connsiteY28" fmla="*/ 685842 h 955271"/>
              <a:gd name="connsiteX29" fmla="*/ 1395604 w 5741575"/>
              <a:gd name="connsiteY29" fmla="*/ 680460 h 955271"/>
              <a:gd name="connsiteX30" fmla="*/ 1397206 w 5741575"/>
              <a:gd name="connsiteY30" fmla="*/ 670793 h 955271"/>
              <a:gd name="connsiteX31" fmla="*/ 1421250 w 5741575"/>
              <a:gd name="connsiteY31" fmla="*/ 656855 h 955271"/>
              <a:gd name="connsiteX32" fmla="*/ 1454524 w 5741575"/>
              <a:gd name="connsiteY32" fmla="*/ 649224 h 955271"/>
              <a:gd name="connsiteX33" fmla="*/ 1616217 w 5741575"/>
              <a:gd name="connsiteY33" fmla="*/ 622107 h 955271"/>
              <a:gd name="connsiteX34" fmla="*/ 1710928 w 5741575"/>
              <a:gd name="connsiteY34" fmla="*/ 600666 h 955271"/>
              <a:gd name="connsiteX35" fmla="*/ 1743718 w 5741575"/>
              <a:gd name="connsiteY35" fmla="*/ 584327 h 955271"/>
              <a:gd name="connsiteX36" fmla="*/ 1873778 w 5741575"/>
              <a:gd name="connsiteY36" fmla="*/ 530130 h 955271"/>
              <a:gd name="connsiteX37" fmla="*/ 1988411 w 5741575"/>
              <a:gd name="connsiteY37" fmla="*/ 491599 h 955271"/>
              <a:gd name="connsiteX38" fmla="*/ 2085507 w 5741575"/>
              <a:gd name="connsiteY38" fmla="*/ 498527 h 955271"/>
              <a:gd name="connsiteX39" fmla="*/ 2090767 w 5741575"/>
              <a:gd name="connsiteY39" fmla="*/ 490616 h 955271"/>
              <a:gd name="connsiteX40" fmla="*/ 2151143 w 5741575"/>
              <a:gd name="connsiteY40" fmla="*/ 478332 h 955271"/>
              <a:gd name="connsiteX41" fmla="*/ 2378710 w 5741575"/>
              <a:gd name="connsiteY41" fmla="*/ 477570 h 955271"/>
              <a:gd name="connsiteX42" fmla="*/ 2496256 w 5741575"/>
              <a:gd name="connsiteY42" fmla="*/ 452396 h 955271"/>
              <a:gd name="connsiteX43" fmla="*/ 2535387 w 5741575"/>
              <a:gd name="connsiteY43" fmla="*/ 436645 h 955271"/>
              <a:gd name="connsiteX44" fmla="*/ 2601109 w 5741575"/>
              <a:gd name="connsiteY44" fmla="*/ 410678 h 955271"/>
              <a:gd name="connsiteX45" fmla="*/ 2643855 w 5741575"/>
              <a:gd name="connsiteY45" fmla="*/ 374482 h 955271"/>
              <a:gd name="connsiteX46" fmla="*/ 2657726 w 5741575"/>
              <a:gd name="connsiteY46" fmla="*/ 365841 h 955271"/>
              <a:gd name="connsiteX47" fmla="*/ 2687125 w 5741575"/>
              <a:gd name="connsiteY47" fmla="*/ 366820 h 955271"/>
              <a:gd name="connsiteX48" fmla="*/ 2697479 w 5741575"/>
              <a:gd name="connsiteY48" fmla="*/ 361430 h 955271"/>
              <a:gd name="connsiteX49" fmla="*/ 2701547 w 5741575"/>
              <a:gd name="connsiteY49" fmla="*/ 361545 h 955271"/>
              <a:gd name="connsiteX50" fmla="*/ 2711054 w 5741575"/>
              <a:gd name="connsiteY50" fmla="*/ 360597 h 955271"/>
              <a:gd name="connsiteX51" fmla="*/ 2710438 w 5741575"/>
              <a:gd name="connsiteY51" fmla="*/ 366958 h 955271"/>
              <a:gd name="connsiteX52" fmla="*/ 2722936 w 5741575"/>
              <a:gd name="connsiteY52" fmla="*/ 377633 h 955271"/>
              <a:gd name="connsiteX53" fmla="*/ 2777227 w 5741575"/>
              <a:gd name="connsiteY53" fmla="*/ 368972 h 955271"/>
              <a:gd name="connsiteX54" fmla="*/ 2779510 w 5741575"/>
              <a:gd name="connsiteY54" fmla="*/ 361652 h 955271"/>
              <a:gd name="connsiteX55" fmla="*/ 2786278 w 5741575"/>
              <a:gd name="connsiteY55" fmla="*/ 359869 h 955271"/>
              <a:gd name="connsiteX56" fmla="*/ 2792101 w 5741575"/>
              <a:gd name="connsiteY56" fmla="*/ 365927 h 955271"/>
              <a:gd name="connsiteX57" fmla="*/ 2885545 w 5741575"/>
              <a:gd name="connsiteY57" fmla="*/ 372818 h 955271"/>
              <a:gd name="connsiteX58" fmla="*/ 3009558 w 5741575"/>
              <a:gd name="connsiteY58" fmla="*/ 370573 h 955271"/>
              <a:gd name="connsiteX59" fmla="*/ 3095010 w 5741575"/>
              <a:gd name="connsiteY59" fmla="*/ 332454 h 955271"/>
              <a:gd name="connsiteX60" fmla="*/ 3103742 w 5741575"/>
              <a:gd name="connsiteY60" fmla="*/ 337974 h 955271"/>
              <a:gd name="connsiteX61" fmla="*/ 3165093 w 5741575"/>
              <a:gd name="connsiteY61" fmla="*/ 329459 h 955271"/>
              <a:gd name="connsiteX62" fmla="*/ 3373785 w 5741575"/>
              <a:gd name="connsiteY62" fmla="*/ 255680 h 955271"/>
              <a:gd name="connsiteX63" fmla="*/ 3493851 w 5741575"/>
              <a:gd name="connsiteY63" fmla="*/ 240255 h 955271"/>
              <a:gd name="connsiteX64" fmla="*/ 3537470 w 5741575"/>
              <a:gd name="connsiteY64" fmla="*/ 241867 h 955271"/>
              <a:gd name="connsiteX65" fmla="*/ 3610489 w 5741575"/>
              <a:gd name="connsiteY65" fmla="*/ 244128 h 955271"/>
              <a:gd name="connsiteX66" fmla="*/ 3667539 w 5741575"/>
              <a:gd name="connsiteY66" fmla="*/ 263271 h 955271"/>
              <a:gd name="connsiteX67" fmla="*/ 3727614 w 5741575"/>
              <a:gd name="connsiteY67" fmla="*/ 258245 h 955271"/>
              <a:gd name="connsiteX68" fmla="*/ 3738369 w 5741575"/>
              <a:gd name="connsiteY68" fmla="*/ 234506 h 955271"/>
              <a:gd name="connsiteX69" fmla="*/ 3803670 w 5741575"/>
              <a:gd name="connsiteY69" fmla="*/ 236457 h 955271"/>
              <a:gd name="connsiteX70" fmla="*/ 3903080 w 5741575"/>
              <a:gd name="connsiteY70" fmla="*/ 241890 h 955271"/>
              <a:gd name="connsiteX71" fmla="*/ 4114838 w 5741575"/>
              <a:gd name="connsiteY71" fmla="*/ 238165 h 955271"/>
              <a:gd name="connsiteX72" fmla="*/ 4271023 w 5741575"/>
              <a:gd name="connsiteY72" fmla="*/ 241959 h 955271"/>
              <a:gd name="connsiteX73" fmla="*/ 4367397 w 5741575"/>
              <a:gd name="connsiteY73" fmla="*/ 271442 h 955271"/>
              <a:gd name="connsiteX74" fmla="*/ 4495366 w 5741575"/>
              <a:gd name="connsiteY74" fmla="*/ 271618 h 955271"/>
              <a:gd name="connsiteX75" fmla="*/ 4517347 w 5741575"/>
              <a:gd name="connsiteY75" fmla="*/ 275639 h 955271"/>
              <a:gd name="connsiteX76" fmla="*/ 4546116 w 5741575"/>
              <a:gd name="connsiteY76" fmla="*/ 268568 h 955271"/>
              <a:gd name="connsiteX77" fmla="*/ 4661259 w 5741575"/>
              <a:gd name="connsiteY77" fmla="*/ 238966 h 955271"/>
              <a:gd name="connsiteX78" fmla="*/ 4750403 w 5741575"/>
              <a:gd name="connsiteY78" fmla="*/ 204364 h 955271"/>
              <a:gd name="connsiteX79" fmla="*/ 4867614 w 5741575"/>
              <a:gd name="connsiteY79" fmla="*/ 208668 h 955271"/>
              <a:gd name="connsiteX80" fmla="*/ 4937036 w 5741575"/>
              <a:gd name="connsiteY80" fmla="*/ 195446 h 955271"/>
              <a:gd name="connsiteX81" fmla="*/ 5047626 w 5741575"/>
              <a:gd name="connsiteY81" fmla="*/ 149604 h 955271"/>
              <a:gd name="connsiteX82" fmla="*/ 5200247 w 5741575"/>
              <a:gd name="connsiteY82" fmla="*/ 142695 h 955271"/>
              <a:gd name="connsiteX83" fmla="*/ 5235691 w 5741575"/>
              <a:gd name="connsiteY83" fmla="*/ 173330 h 955271"/>
              <a:gd name="connsiteX84" fmla="*/ 5280133 w 5741575"/>
              <a:gd name="connsiteY84" fmla="*/ 189342 h 955271"/>
              <a:gd name="connsiteX85" fmla="*/ 5291963 w 5741575"/>
              <a:gd name="connsiteY85" fmla="*/ 139446 h 955271"/>
              <a:gd name="connsiteX86" fmla="*/ 5418472 w 5741575"/>
              <a:gd name="connsiteY86" fmla="*/ 89163 h 955271"/>
              <a:gd name="connsiteX87" fmla="*/ 5482354 w 5741575"/>
              <a:gd name="connsiteY87" fmla="*/ 69470 h 955271"/>
              <a:gd name="connsiteX88" fmla="*/ 5583280 w 5741575"/>
              <a:gd name="connsiteY88" fmla="*/ 49787 h 955271"/>
              <a:gd name="connsiteX89" fmla="*/ 5613766 w 5741575"/>
              <a:gd name="connsiteY89" fmla="*/ 41855 h 955271"/>
              <a:gd name="connsiteX90" fmla="*/ 5684952 w 5741575"/>
              <a:gd name="connsiteY90" fmla="*/ 26088 h 955271"/>
              <a:gd name="connsiteX91" fmla="*/ 5741575 w 5741575"/>
              <a:gd name="connsiteY91" fmla="*/ 0 h 955271"/>
              <a:gd name="connsiteX0" fmla="*/ 5741575 w 5741575"/>
              <a:gd name="connsiteY0" fmla="*/ 0 h 955271"/>
              <a:gd name="connsiteX1" fmla="*/ 5741575 w 5741575"/>
              <a:gd name="connsiteY1" fmla="*/ 955271 h 955271"/>
              <a:gd name="connsiteX2" fmla="*/ 0 w 5741575"/>
              <a:gd name="connsiteY2" fmla="*/ 955271 h 955271"/>
              <a:gd name="connsiteX3" fmla="*/ 8558 w 5741575"/>
              <a:gd name="connsiteY3" fmla="*/ 953971 h 955271"/>
              <a:gd name="connsiteX4" fmla="*/ 16894 w 5741575"/>
              <a:gd name="connsiteY4" fmla="*/ 953847 h 955271"/>
              <a:gd name="connsiteX5" fmla="*/ 28156 w 5741575"/>
              <a:gd name="connsiteY5" fmla="*/ 951374 h 955271"/>
              <a:gd name="connsiteX6" fmla="*/ 28293 w 5741575"/>
              <a:gd name="connsiteY6" fmla="*/ 950971 h 955271"/>
              <a:gd name="connsiteX7" fmla="*/ 39115 w 5741575"/>
              <a:gd name="connsiteY7" fmla="*/ 949326 h 955271"/>
              <a:gd name="connsiteX8" fmla="*/ 93851 w 5741575"/>
              <a:gd name="connsiteY8" fmla="*/ 945611 h 955271"/>
              <a:gd name="connsiteX9" fmla="*/ 148657 w 5741575"/>
              <a:gd name="connsiteY9" fmla="*/ 898134 h 955271"/>
              <a:gd name="connsiteX10" fmla="*/ 174554 w 5741575"/>
              <a:gd name="connsiteY10" fmla="*/ 886351 h 955271"/>
              <a:gd name="connsiteX11" fmla="*/ 187633 w 5741575"/>
              <a:gd name="connsiteY11" fmla="*/ 878226 h 955271"/>
              <a:gd name="connsiteX12" fmla="*/ 187961 w 5741575"/>
              <a:gd name="connsiteY12" fmla="*/ 876538 h 955271"/>
              <a:gd name="connsiteX13" fmla="*/ 240501 w 5741575"/>
              <a:gd name="connsiteY13" fmla="*/ 873150 h 955271"/>
              <a:gd name="connsiteX14" fmla="*/ 246345 w 5741575"/>
              <a:gd name="connsiteY14" fmla="*/ 869942 h 955271"/>
              <a:gd name="connsiteX15" fmla="*/ 282041 w 5741575"/>
              <a:gd name="connsiteY15" fmla="*/ 871263 h 955271"/>
              <a:gd name="connsiteX16" fmla="*/ 299711 w 5741575"/>
              <a:gd name="connsiteY16" fmla="*/ 870064 h 955271"/>
              <a:gd name="connsiteX17" fmla="*/ 306299 w 5741575"/>
              <a:gd name="connsiteY17" fmla="*/ 873609 h 955271"/>
              <a:gd name="connsiteX18" fmla="*/ 331571 w 5741575"/>
              <a:gd name="connsiteY18" fmla="*/ 869866 h 955271"/>
              <a:gd name="connsiteX19" fmla="*/ 333872 w 5741575"/>
              <a:gd name="connsiteY19" fmla="*/ 867971 h 955271"/>
              <a:gd name="connsiteX20" fmla="*/ 356953 w 5741575"/>
              <a:gd name="connsiteY20" fmla="*/ 870334 h 955271"/>
              <a:gd name="connsiteX21" fmla="*/ 570239 w 5741575"/>
              <a:gd name="connsiteY21" fmla="*/ 829596 h 955271"/>
              <a:gd name="connsiteX22" fmla="*/ 787156 w 5741575"/>
              <a:gd name="connsiteY22" fmla="*/ 838447 h 955271"/>
              <a:gd name="connsiteX23" fmla="*/ 948872 w 5741575"/>
              <a:gd name="connsiteY23" fmla="*/ 772201 h 955271"/>
              <a:gd name="connsiteX24" fmla="*/ 1127089 w 5741575"/>
              <a:gd name="connsiteY24" fmla="*/ 746926 h 955271"/>
              <a:gd name="connsiteX25" fmla="*/ 1220426 w 5741575"/>
              <a:gd name="connsiteY25" fmla="*/ 721810 h 955271"/>
              <a:gd name="connsiteX26" fmla="*/ 1306771 w 5741575"/>
              <a:gd name="connsiteY26" fmla="*/ 717936 h 955271"/>
              <a:gd name="connsiteX27" fmla="*/ 1374314 w 5741575"/>
              <a:gd name="connsiteY27" fmla="*/ 688815 h 955271"/>
              <a:gd name="connsiteX28" fmla="*/ 1378034 w 5741575"/>
              <a:gd name="connsiteY28" fmla="*/ 685842 h 955271"/>
              <a:gd name="connsiteX29" fmla="*/ 1395604 w 5741575"/>
              <a:gd name="connsiteY29" fmla="*/ 680460 h 955271"/>
              <a:gd name="connsiteX30" fmla="*/ 1397206 w 5741575"/>
              <a:gd name="connsiteY30" fmla="*/ 670793 h 955271"/>
              <a:gd name="connsiteX31" fmla="*/ 1421250 w 5741575"/>
              <a:gd name="connsiteY31" fmla="*/ 656855 h 955271"/>
              <a:gd name="connsiteX32" fmla="*/ 1454524 w 5741575"/>
              <a:gd name="connsiteY32" fmla="*/ 649224 h 955271"/>
              <a:gd name="connsiteX33" fmla="*/ 1616217 w 5741575"/>
              <a:gd name="connsiteY33" fmla="*/ 622107 h 955271"/>
              <a:gd name="connsiteX34" fmla="*/ 1710928 w 5741575"/>
              <a:gd name="connsiteY34" fmla="*/ 600666 h 955271"/>
              <a:gd name="connsiteX35" fmla="*/ 1743718 w 5741575"/>
              <a:gd name="connsiteY35" fmla="*/ 584327 h 955271"/>
              <a:gd name="connsiteX36" fmla="*/ 1873778 w 5741575"/>
              <a:gd name="connsiteY36" fmla="*/ 530130 h 955271"/>
              <a:gd name="connsiteX37" fmla="*/ 1988411 w 5741575"/>
              <a:gd name="connsiteY37" fmla="*/ 491599 h 955271"/>
              <a:gd name="connsiteX38" fmla="*/ 2085507 w 5741575"/>
              <a:gd name="connsiteY38" fmla="*/ 498527 h 955271"/>
              <a:gd name="connsiteX39" fmla="*/ 2090767 w 5741575"/>
              <a:gd name="connsiteY39" fmla="*/ 490616 h 955271"/>
              <a:gd name="connsiteX40" fmla="*/ 2151143 w 5741575"/>
              <a:gd name="connsiteY40" fmla="*/ 478332 h 955271"/>
              <a:gd name="connsiteX41" fmla="*/ 2378710 w 5741575"/>
              <a:gd name="connsiteY41" fmla="*/ 477570 h 955271"/>
              <a:gd name="connsiteX42" fmla="*/ 2496256 w 5741575"/>
              <a:gd name="connsiteY42" fmla="*/ 452396 h 955271"/>
              <a:gd name="connsiteX43" fmla="*/ 2535387 w 5741575"/>
              <a:gd name="connsiteY43" fmla="*/ 436645 h 955271"/>
              <a:gd name="connsiteX44" fmla="*/ 2601109 w 5741575"/>
              <a:gd name="connsiteY44" fmla="*/ 410678 h 955271"/>
              <a:gd name="connsiteX45" fmla="*/ 2643855 w 5741575"/>
              <a:gd name="connsiteY45" fmla="*/ 374482 h 955271"/>
              <a:gd name="connsiteX46" fmla="*/ 2657726 w 5741575"/>
              <a:gd name="connsiteY46" fmla="*/ 365841 h 955271"/>
              <a:gd name="connsiteX47" fmla="*/ 2687125 w 5741575"/>
              <a:gd name="connsiteY47" fmla="*/ 366820 h 955271"/>
              <a:gd name="connsiteX48" fmla="*/ 2697479 w 5741575"/>
              <a:gd name="connsiteY48" fmla="*/ 361430 h 955271"/>
              <a:gd name="connsiteX49" fmla="*/ 2701547 w 5741575"/>
              <a:gd name="connsiteY49" fmla="*/ 361545 h 955271"/>
              <a:gd name="connsiteX50" fmla="*/ 2711054 w 5741575"/>
              <a:gd name="connsiteY50" fmla="*/ 360597 h 955271"/>
              <a:gd name="connsiteX51" fmla="*/ 2710438 w 5741575"/>
              <a:gd name="connsiteY51" fmla="*/ 366958 h 955271"/>
              <a:gd name="connsiteX52" fmla="*/ 2722936 w 5741575"/>
              <a:gd name="connsiteY52" fmla="*/ 377633 h 955271"/>
              <a:gd name="connsiteX53" fmla="*/ 2777227 w 5741575"/>
              <a:gd name="connsiteY53" fmla="*/ 368972 h 955271"/>
              <a:gd name="connsiteX54" fmla="*/ 2779510 w 5741575"/>
              <a:gd name="connsiteY54" fmla="*/ 361652 h 955271"/>
              <a:gd name="connsiteX55" fmla="*/ 2786278 w 5741575"/>
              <a:gd name="connsiteY55" fmla="*/ 359869 h 955271"/>
              <a:gd name="connsiteX56" fmla="*/ 2792101 w 5741575"/>
              <a:gd name="connsiteY56" fmla="*/ 365927 h 955271"/>
              <a:gd name="connsiteX57" fmla="*/ 2885545 w 5741575"/>
              <a:gd name="connsiteY57" fmla="*/ 372818 h 955271"/>
              <a:gd name="connsiteX58" fmla="*/ 3009558 w 5741575"/>
              <a:gd name="connsiteY58" fmla="*/ 370573 h 955271"/>
              <a:gd name="connsiteX59" fmla="*/ 3095010 w 5741575"/>
              <a:gd name="connsiteY59" fmla="*/ 332454 h 955271"/>
              <a:gd name="connsiteX60" fmla="*/ 3103742 w 5741575"/>
              <a:gd name="connsiteY60" fmla="*/ 337974 h 955271"/>
              <a:gd name="connsiteX61" fmla="*/ 3165093 w 5741575"/>
              <a:gd name="connsiteY61" fmla="*/ 329459 h 955271"/>
              <a:gd name="connsiteX62" fmla="*/ 3373785 w 5741575"/>
              <a:gd name="connsiteY62" fmla="*/ 255680 h 955271"/>
              <a:gd name="connsiteX63" fmla="*/ 3493851 w 5741575"/>
              <a:gd name="connsiteY63" fmla="*/ 240255 h 955271"/>
              <a:gd name="connsiteX64" fmla="*/ 3537470 w 5741575"/>
              <a:gd name="connsiteY64" fmla="*/ 241867 h 955271"/>
              <a:gd name="connsiteX65" fmla="*/ 3610489 w 5741575"/>
              <a:gd name="connsiteY65" fmla="*/ 244128 h 955271"/>
              <a:gd name="connsiteX66" fmla="*/ 3667539 w 5741575"/>
              <a:gd name="connsiteY66" fmla="*/ 263271 h 955271"/>
              <a:gd name="connsiteX67" fmla="*/ 3727614 w 5741575"/>
              <a:gd name="connsiteY67" fmla="*/ 258245 h 955271"/>
              <a:gd name="connsiteX68" fmla="*/ 3738369 w 5741575"/>
              <a:gd name="connsiteY68" fmla="*/ 234506 h 955271"/>
              <a:gd name="connsiteX69" fmla="*/ 3803670 w 5741575"/>
              <a:gd name="connsiteY69" fmla="*/ 236457 h 955271"/>
              <a:gd name="connsiteX70" fmla="*/ 3903080 w 5741575"/>
              <a:gd name="connsiteY70" fmla="*/ 241890 h 955271"/>
              <a:gd name="connsiteX71" fmla="*/ 4114838 w 5741575"/>
              <a:gd name="connsiteY71" fmla="*/ 238165 h 955271"/>
              <a:gd name="connsiteX72" fmla="*/ 4271023 w 5741575"/>
              <a:gd name="connsiteY72" fmla="*/ 241959 h 955271"/>
              <a:gd name="connsiteX73" fmla="*/ 4367397 w 5741575"/>
              <a:gd name="connsiteY73" fmla="*/ 271442 h 955271"/>
              <a:gd name="connsiteX74" fmla="*/ 4495366 w 5741575"/>
              <a:gd name="connsiteY74" fmla="*/ 271618 h 955271"/>
              <a:gd name="connsiteX75" fmla="*/ 4517347 w 5741575"/>
              <a:gd name="connsiteY75" fmla="*/ 275639 h 955271"/>
              <a:gd name="connsiteX76" fmla="*/ 4546116 w 5741575"/>
              <a:gd name="connsiteY76" fmla="*/ 268568 h 955271"/>
              <a:gd name="connsiteX77" fmla="*/ 4661259 w 5741575"/>
              <a:gd name="connsiteY77" fmla="*/ 238966 h 955271"/>
              <a:gd name="connsiteX78" fmla="*/ 4750403 w 5741575"/>
              <a:gd name="connsiteY78" fmla="*/ 204364 h 955271"/>
              <a:gd name="connsiteX79" fmla="*/ 4867614 w 5741575"/>
              <a:gd name="connsiteY79" fmla="*/ 208668 h 955271"/>
              <a:gd name="connsiteX80" fmla="*/ 4937036 w 5741575"/>
              <a:gd name="connsiteY80" fmla="*/ 195446 h 955271"/>
              <a:gd name="connsiteX81" fmla="*/ 5047626 w 5741575"/>
              <a:gd name="connsiteY81" fmla="*/ 149604 h 955271"/>
              <a:gd name="connsiteX82" fmla="*/ 5200247 w 5741575"/>
              <a:gd name="connsiteY82" fmla="*/ 142695 h 955271"/>
              <a:gd name="connsiteX83" fmla="*/ 5235691 w 5741575"/>
              <a:gd name="connsiteY83" fmla="*/ 173330 h 955271"/>
              <a:gd name="connsiteX84" fmla="*/ 5280133 w 5741575"/>
              <a:gd name="connsiteY84" fmla="*/ 189342 h 955271"/>
              <a:gd name="connsiteX85" fmla="*/ 5291963 w 5741575"/>
              <a:gd name="connsiteY85" fmla="*/ 139446 h 955271"/>
              <a:gd name="connsiteX86" fmla="*/ 5418472 w 5741575"/>
              <a:gd name="connsiteY86" fmla="*/ 89163 h 955271"/>
              <a:gd name="connsiteX87" fmla="*/ 5482354 w 5741575"/>
              <a:gd name="connsiteY87" fmla="*/ 69470 h 955271"/>
              <a:gd name="connsiteX88" fmla="*/ 5583280 w 5741575"/>
              <a:gd name="connsiteY88" fmla="*/ 49787 h 955271"/>
              <a:gd name="connsiteX89" fmla="*/ 5613766 w 5741575"/>
              <a:gd name="connsiteY89" fmla="*/ 41855 h 955271"/>
              <a:gd name="connsiteX90" fmla="*/ 5684952 w 5741575"/>
              <a:gd name="connsiteY90" fmla="*/ 26088 h 955271"/>
              <a:gd name="connsiteX91" fmla="*/ 5741575 w 5741575"/>
              <a:gd name="connsiteY91" fmla="*/ 0 h 955271"/>
              <a:gd name="connsiteX0" fmla="*/ 5741575 w 5741575"/>
              <a:gd name="connsiteY0" fmla="*/ 0 h 955271"/>
              <a:gd name="connsiteX1" fmla="*/ 5741575 w 5741575"/>
              <a:gd name="connsiteY1" fmla="*/ 955271 h 955271"/>
              <a:gd name="connsiteX2" fmla="*/ 0 w 5741575"/>
              <a:gd name="connsiteY2" fmla="*/ 955271 h 955271"/>
              <a:gd name="connsiteX3" fmla="*/ 8558 w 5741575"/>
              <a:gd name="connsiteY3" fmla="*/ 953971 h 955271"/>
              <a:gd name="connsiteX4" fmla="*/ 16894 w 5741575"/>
              <a:gd name="connsiteY4" fmla="*/ 953847 h 955271"/>
              <a:gd name="connsiteX5" fmla="*/ 28156 w 5741575"/>
              <a:gd name="connsiteY5" fmla="*/ 951374 h 955271"/>
              <a:gd name="connsiteX6" fmla="*/ 28293 w 5741575"/>
              <a:gd name="connsiteY6" fmla="*/ 950971 h 955271"/>
              <a:gd name="connsiteX7" fmla="*/ 39115 w 5741575"/>
              <a:gd name="connsiteY7" fmla="*/ 949326 h 955271"/>
              <a:gd name="connsiteX8" fmla="*/ 93851 w 5741575"/>
              <a:gd name="connsiteY8" fmla="*/ 945611 h 955271"/>
              <a:gd name="connsiteX9" fmla="*/ 148657 w 5741575"/>
              <a:gd name="connsiteY9" fmla="*/ 898134 h 955271"/>
              <a:gd name="connsiteX10" fmla="*/ 174554 w 5741575"/>
              <a:gd name="connsiteY10" fmla="*/ 886351 h 955271"/>
              <a:gd name="connsiteX11" fmla="*/ 187633 w 5741575"/>
              <a:gd name="connsiteY11" fmla="*/ 878226 h 955271"/>
              <a:gd name="connsiteX12" fmla="*/ 187961 w 5741575"/>
              <a:gd name="connsiteY12" fmla="*/ 876538 h 955271"/>
              <a:gd name="connsiteX13" fmla="*/ 240501 w 5741575"/>
              <a:gd name="connsiteY13" fmla="*/ 873150 h 955271"/>
              <a:gd name="connsiteX14" fmla="*/ 246345 w 5741575"/>
              <a:gd name="connsiteY14" fmla="*/ 869942 h 955271"/>
              <a:gd name="connsiteX15" fmla="*/ 282041 w 5741575"/>
              <a:gd name="connsiteY15" fmla="*/ 871263 h 955271"/>
              <a:gd name="connsiteX16" fmla="*/ 299711 w 5741575"/>
              <a:gd name="connsiteY16" fmla="*/ 870064 h 955271"/>
              <a:gd name="connsiteX17" fmla="*/ 306299 w 5741575"/>
              <a:gd name="connsiteY17" fmla="*/ 873609 h 955271"/>
              <a:gd name="connsiteX18" fmla="*/ 331571 w 5741575"/>
              <a:gd name="connsiteY18" fmla="*/ 869866 h 955271"/>
              <a:gd name="connsiteX19" fmla="*/ 333872 w 5741575"/>
              <a:gd name="connsiteY19" fmla="*/ 867971 h 955271"/>
              <a:gd name="connsiteX20" fmla="*/ 356953 w 5741575"/>
              <a:gd name="connsiteY20" fmla="*/ 870334 h 955271"/>
              <a:gd name="connsiteX21" fmla="*/ 570239 w 5741575"/>
              <a:gd name="connsiteY21" fmla="*/ 829596 h 955271"/>
              <a:gd name="connsiteX22" fmla="*/ 787156 w 5741575"/>
              <a:gd name="connsiteY22" fmla="*/ 838447 h 955271"/>
              <a:gd name="connsiteX23" fmla="*/ 948872 w 5741575"/>
              <a:gd name="connsiteY23" fmla="*/ 772201 h 955271"/>
              <a:gd name="connsiteX24" fmla="*/ 1127089 w 5741575"/>
              <a:gd name="connsiteY24" fmla="*/ 746926 h 955271"/>
              <a:gd name="connsiteX25" fmla="*/ 1220426 w 5741575"/>
              <a:gd name="connsiteY25" fmla="*/ 721810 h 955271"/>
              <a:gd name="connsiteX26" fmla="*/ 1306771 w 5741575"/>
              <a:gd name="connsiteY26" fmla="*/ 717936 h 955271"/>
              <a:gd name="connsiteX27" fmla="*/ 1374314 w 5741575"/>
              <a:gd name="connsiteY27" fmla="*/ 688815 h 955271"/>
              <a:gd name="connsiteX28" fmla="*/ 1378034 w 5741575"/>
              <a:gd name="connsiteY28" fmla="*/ 685842 h 955271"/>
              <a:gd name="connsiteX29" fmla="*/ 1395604 w 5741575"/>
              <a:gd name="connsiteY29" fmla="*/ 680460 h 955271"/>
              <a:gd name="connsiteX30" fmla="*/ 1397206 w 5741575"/>
              <a:gd name="connsiteY30" fmla="*/ 670793 h 955271"/>
              <a:gd name="connsiteX31" fmla="*/ 1421250 w 5741575"/>
              <a:gd name="connsiteY31" fmla="*/ 656855 h 955271"/>
              <a:gd name="connsiteX32" fmla="*/ 1454524 w 5741575"/>
              <a:gd name="connsiteY32" fmla="*/ 649224 h 955271"/>
              <a:gd name="connsiteX33" fmla="*/ 1616217 w 5741575"/>
              <a:gd name="connsiteY33" fmla="*/ 622107 h 955271"/>
              <a:gd name="connsiteX34" fmla="*/ 1710928 w 5741575"/>
              <a:gd name="connsiteY34" fmla="*/ 600666 h 955271"/>
              <a:gd name="connsiteX35" fmla="*/ 1743718 w 5741575"/>
              <a:gd name="connsiteY35" fmla="*/ 584327 h 955271"/>
              <a:gd name="connsiteX36" fmla="*/ 1873778 w 5741575"/>
              <a:gd name="connsiteY36" fmla="*/ 530130 h 955271"/>
              <a:gd name="connsiteX37" fmla="*/ 1988411 w 5741575"/>
              <a:gd name="connsiteY37" fmla="*/ 491599 h 955271"/>
              <a:gd name="connsiteX38" fmla="*/ 2085507 w 5741575"/>
              <a:gd name="connsiteY38" fmla="*/ 498527 h 955271"/>
              <a:gd name="connsiteX39" fmla="*/ 2090767 w 5741575"/>
              <a:gd name="connsiteY39" fmla="*/ 490616 h 955271"/>
              <a:gd name="connsiteX40" fmla="*/ 2151143 w 5741575"/>
              <a:gd name="connsiteY40" fmla="*/ 478332 h 955271"/>
              <a:gd name="connsiteX41" fmla="*/ 2378710 w 5741575"/>
              <a:gd name="connsiteY41" fmla="*/ 477570 h 955271"/>
              <a:gd name="connsiteX42" fmla="*/ 2496256 w 5741575"/>
              <a:gd name="connsiteY42" fmla="*/ 452396 h 955271"/>
              <a:gd name="connsiteX43" fmla="*/ 2535387 w 5741575"/>
              <a:gd name="connsiteY43" fmla="*/ 436645 h 955271"/>
              <a:gd name="connsiteX44" fmla="*/ 2601109 w 5741575"/>
              <a:gd name="connsiteY44" fmla="*/ 410678 h 955271"/>
              <a:gd name="connsiteX45" fmla="*/ 2643855 w 5741575"/>
              <a:gd name="connsiteY45" fmla="*/ 374482 h 955271"/>
              <a:gd name="connsiteX46" fmla="*/ 2657726 w 5741575"/>
              <a:gd name="connsiteY46" fmla="*/ 365841 h 955271"/>
              <a:gd name="connsiteX47" fmla="*/ 2687125 w 5741575"/>
              <a:gd name="connsiteY47" fmla="*/ 366820 h 955271"/>
              <a:gd name="connsiteX48" fmla="*/ 2697479 w 5741575"/>
              <a:gd name="connsiteY48" fmla="*/ 361430 h 955271"/>
              <a:gd name="connsiteX49" fmla="*/ 2701547 w 5741575"/>
              <a:gd name="connsiteY49" fmla="*/ 361545 h 955271"/>
              <a:gd name="connsiteX50" fmla="*/ 2711054 w 5741575"/>
              <a:gd name="connsiteY50" fmla="*/ 360597 h 955271"/>
              <a:gd name="connsiteX51" fmla="*/ 2710438 w 5741575"/>
              <a:gd name="connsiteY51" fmla="*/ 366958 h 955271"/>
              <a:gd name="connsiteX52" fmla="*/ 2722936 w 5741575"/>
              <a:gd name="connsiteY52" fmla="*/ 377633 h 955271"/>
              <a:gd name="connsiteX53" fmla="*/ 2777227 w 5741575"/>
              <a:gd name="connsiteY53" fmla="*/ 368972 h 955271"/>
              <a:gd name="connsiteX54" fmla="*/ 2779510 w 5741575"/>
              <a:gd name="connsiteY54" fmla="*/ 361652 h 955271"/>
              <a:gd name="connsiteX55" fmla="*/ 2786278 w 5741575"/>
              <a:gd name="connsiteY55" fmla="*/ 359869 h 955271"/>
              <a:gd name="connsiteX56" fmla="*/ 2792101 w 5741575"/>
              <a:gd name="connsiteY56" fmla="*/ 365927 h 955271"/>
              <a:gd name="connsiteX57" fmla="*/ 2885545 w 5741575"/>
              <a:gd name="connsiteY57" fmla="*/ 372818 h 955271"/>
              <a:gd name="connsiteX58" fmla="*/ 3009558 w 5741575"/>
              <a:gd name="connsiteY58" fmla="*/ 370573 h 955271"/>
              <a:gd name="connsiteX59" fmla="*/ 3095010 w 5741575"/>
              <a:gd name="connsiteY59" fmla="*/ 332454 h 955271"/>
              <a:gd name="connsiteX60" fmla="*/ 3103742 w 5741575"/>
              <a:gd name="connsiteY60" fmla="*/ 337974 h 955271"/>
              <a:gd name="connsiteX61" fmla="*/ 3165093 w 5741575"/>
              <a:gd name="connsiteY61" fmla="*/ 329459 h 955271"/>
              <a:gd name="connsiteX62" fmla="*/ 3373785 w 5741575"/>
              <a:gd name="connsiteY62" fmla="*/ 255680 h 955271"/>
              <a:gd name="connsiteX63" fmla="*/ 3493851 w 5741575"/>
              <a:gd name="connsiteY63" fmla="*/ 240255 h 955271"/>
              <a:gd name="connsiteX64" fmla="*/ 3537470 w 5741575"/>
              <a:gd name="connsiteY64" fmla="*/ 241867 h 955271"/>
              <a:gd name="connsiteX65" fmla="*/ 3610489 w 5741575"/>
              <a:gd name="connsiteY65" fmla="*/ 244128 h 955271"/>
              <a:gd name="connsiteX66" fmla="*/ 3667539 w 5741575"/>
              <a:gd name="connsiteY66" fmla="*/ 263271 h 955271"/>
              <a:gd name="connsiteX67" fmla="*/ 3727614 w 5741575"/>
              <a:gd name="connsiteY67" fmla="*/ 258245 h 955271"/>
              <a:gd name="connsiteX68" fmla="*/ 3738369 w 5741575"/>
              <a:gd name="connsiteY68" fmla="*/ 234506 h 955271"/>
              <a:gd name="connsiteX69" fmla="*/ 3803670 w 5741575"/>
              <a:gd name="connsiteY69" fmla="*/ 236457 h 955271"/>
              <a:gd name="connsiteX70" fmla="*/ 3903080 w 5741575"/>
              <a:gd name="connsiteY70" fmla="*/ 241890 h 955271"/>
              <a:gd name="connsiteX71" fmla="*/ 4114838 w 5741575"/>
              <a:gd name="connsiteY71" fmla="*/ 238165 h 955271"/>
              <a:gd name="connsiteX72" fmla="*/ 4271023 w 5741575"/>
              <a:gd name="connsiteY72" fmla="*/ 241959 h 955271"/>
              <a:gd name="connsiteX73" fmla="*/ 4367397 w 5741575"/>
              <a:gd name="connsiteY73" fmla="*/ 271442 h 955271"/>
              <a:gd name="connsiteX74" fmla="*/ 4495366 w 5741575"/>
              <a:gd name="connsiteY74" fmla="*/ 271618 h 955271"/>
              <a:gd name="connsiteX75" fmla="*/ 4517347 w 5741575"/>
              <a:gd name="connsiteY75" fmla="*/ 275639 h 955271"/>
              <a:gd name="connsiteX76" fmla="*/ 4546116 w 5741575"/>
              <a:gd name="connsiteY76" fmla="*/ 268568 h 955271"/>
              <a:gd name="connsiteX77" fmla="*/ 4661259 w 5741575"/>
              <a:gd name="connsiteY77" fmla="*/ 238966 h 955271"/>
              <a:gd name="connsiteX78" fmla="*/ 4750403 w 5741575"/>
              <a:gd name="connsiteY78" fmla="*/ 204364 h 955271"/>
              <a:gd name="connsiteX79" fmla="*/ 4867614 w 5741575"/>
              <a:gd name="connsiteY79" fmla="*/ 208668 h 955271"/>
              <a:gd name="connsiteX80" fmla="*/ 4937036 w 5741575"/>
              <a:gd name="connsiteY80" fmla="*/ 195446 h 955271"/>
              <a:gd name="connsiteX81" fmla="*/ 5047626 w 5741575"/>
              <a:gd name="connsiteY81" fmla="*/ 149604 h 955271"/>
              <a:gd name="connsiteX82" fmla="*/ 5200247 w 5741575"/>
              <a:gd name="connsiteY82" fmla="*/ 142695 h 955271"/>
              <a:gd name="connsiteX83" fmla="*/ 5235691 w 5741575"/>
              <a:gd name="connsiteY83" fmla="*/ 173330 h 955271"/>
              <a:gd name="connsiteX84" fmla="*/ 5280133 w 5741575"/>
              <a:gd name="connsiteY84" fmla="*/ 189342 h 955271"/>
              <a:gd name="connsiteX85" fmla="*/ 5291963 w 5741575"/>
              <a:gd name="connsiteY85" fmla="*/ 139446 h 955271"/>
              <a:gd name="connsiteX86" fmla="*/ 5418472 w 5741575"/>
              <a:gd name="connsiteY86" fmla="*/ 89163 h 955271"/>
              <a:gd name="connsiteX87" fmla="*/ 5482354 w 5741575"/>
              <a:gd name="connsiteY87" fmla="*/ 69470 h 955271"/>
              <a:gd name="connsiteX88" fmla="*/ 5583280 w 5741575"/>
              <a:gd name="connsiteY88" fmla="*/ 49787 h 955271"/>
              <a:gd name="connsiteX89" fmla="*/ 5613766 w 5741575"/>
              <a:gd name="connsiteY89" fmla="*/ 41855 h 955271"/>
              <a:gd name="connsiteX90" fmla="*/ 5684952 w 5741575"/>
              <a:gd name="connsiteY90" fmla="*/ 26088 h 955271"/>
              <a:gd name="connsiteX91" fmla="*/ 5741575 w 5741575"/>
              <a:gd name="connsiteY91" fmla="*/ 0 h 955271"/>
              <a:gd name="connsiteX0" fmla="*/ 5741575 w 5741575"/>
              <a:gd name="connsiteY0" fmla="*/ 0 h 955271"/>
              <a:gd name="connsiteX1" fmla="*/ 5741575 w 5741575"/>
              <a:gd name="connsiteY1" fmla="*/ 955271 h 955271"/>
              <a:gd name="connsiteX2" fmla="*/ 0 w 5741575"/>
              <a:gd name="connsiteY2" fmla="*/ 955271 h 955271"/>
              <a:gd name="connsiteX3" fmla="*/ 8558 w 5741575"/>
              <a:gd name="connsiteY3" fmla="*/ 953971 h 955271"/>
              <a:gd name="connsiteX4" fmla="*/ 16894 w 5741575"/>
              <a:gd name="connsiteY4" fmla="*/ 953847 h 955271"/>
              <a:gd name="connsiteX5" fmla="*/ 28156 w 5741575"/>
              <a:gd name="connsiteY5" fmla="*/ 951374 h 955271"/>
              <a:gd name="connsiteX6" fmla="*/ 28293 w 5741575"/>
              <a:gd name="connsiteY6" fmla="*/ 950971 h 955271"/>
              <a:gd name="connsiteX7" fmla="*/ 39115 w 5741575"/>
              <a:gd name="connsiteY7" fmla="*/ 949326 h 955271"/>
              <a:gd name="connsiteX8" fmla="*/ 93851 w 5741575"/>
              <a:gd name="connsiteY8" fmla="*/ 945611 h 955271"/>
              <a:gd name="connsiteX9" fmla="*/ 148657 w 5741575"/>
              <a:gd name="connsiteY9" fmla="*/ 898134 h 955271"/>
              <a:gd name="connsiteX10" fmla="*/ 174554 w 5741575"/>
              <a:gd name="connsiteY10" fmla="*/ 886351 h 955271"/>
              <a:gd name="connsiteX11" fmla="*/ 187633 w 5741575"/>
              <a:gd name="connsiteY11" fmla="*/ 878226 h 955271"/>
              <a:gd name="connsiteX12" fmla="*/ 187961 w 5741575"/>
              <a:gd name="connsiteY12" fmla="*/ 876538 h 955271"/>
              <a:gd name="connsiteX13" fmla="*/ 240501 w 5741575"/>
              <a:gd name="connsiteY13" fmla="*/ 873150 h 955271"/>
              <a:gd name="connsiteX14" fmla="*/ 246345 w 5741575"/>
              <a:gd name="connsiteY14" fmla="*/ 869942 h 955271"/>
              <a:gd name="connsiteX15" fmla="*/ 282041 w 5741575"/>
              <a:gd name="connsiteY15" fmla="*/ 871263 h 955271"/>
              <a:gd name="connsiteX16" fmla="*/ 299711 w 5741575"/>
              <a:gd name="connsiteY16" fmla="*/ 870064 h 955271"/>
              <a:gd name="connsiteX17" fmla="*/ 306299 w 5741575"/>
              <a:gd name="connsiteY17" fmla="*/ 873609 h 955271"/>
              <a:gd name="connsiteX18" fmla="*/ 331571 w 5741575"/>
              <a:gd name="connsiteY18" fmla="*/ 869866 h 955271"/>
              <a:gd name="connsiteX19" fmla="*/ 333872 w 5741575"/>
              <a:gd name="connsiteY19" fmla="*/ 867971 h 955271"/>
              <a:gd name="connsiteX20" fmla="*/ 477637 w 5741575"/>
              <a:gd name="connsiteY20" fmla="*/ 870334 h 955271"/>
              <a:gd name="connsiteX21" fmla="*/ 570239 w 5741575"/>
              <a:gd name="connsiteY21" fmla="*/ 829596 h 955271"/>
              <a:gd name="connsiteX22" fmla="*/ 787156 w 5741575"/>
              <a:gd name="connsiteY22" fmla="*/ 838447 h 955271"/>
              <a:gd name="connsiteX23" fmla="*/ 948872 w 5741575"/>
              <a:gd name="connsiteY23" fmla="*/ 772201 h 955271"/>
              <a:gd name="connsiteX24" fmla="*/ 1127089 w 5741575"/>
              <a:gd name="connsiteY24" fmla="*/ 746926 h 955271"/>
              <a:gd name="connsiteX25" fmla="*/ 1220426 w 5741575"/>
              <a:gd name="connsiteY25" fmla="*/ 721810 h 955271"/>
              <a:gd name="connsiteX26" fmla="*/ 1306771 w 5741575"/>
              <a:gd name="connsiteY26" fmla="*/ 717936 h 955271"/>
              <a:gd name="connsiteX27" fmla="*/ 1374314 w 5741575"/>
              <a:gd name="connsiteY27" fmla="*/ 688815 h 955271"/>
              <a:gd name="connsiteX28" fmla="*/ 1378034 w 5741575"/>
              <a:gd name="connsiteY28" fmla="*/ 685842 h 955271"/>
              <a:gd name="connsiteX29" fmla="*/ 1395604 w 5741575"/>
              <a:gd name="connsiteY29" fmla="*/ 680460 h 955271"/>
              <a:gd name="connsiteX30" fmla="*/ 1397206 w 5741575"/>
              <a:gd name="connsiteY30" fmla="*/ 670793 h 955271"/>
              <a:gd name="connsiteX31" fmla="*/ 1421250 w 5741575"/>
              <a:gd name="connsiteY31" fmla="*/ 656855 h 955271"/>
              <a:gd name="connsiteX32" fmla="*/ 1454524 w 5741575"/>
              <a:gd name="connsiteY32" fmla="*/ 649224 h 955271"/>
              <a:gd name="connsiteX33" fmla="*/ 1616217 w 5741575"/>
              <a:gd name="connsiteY33" fmla="*/ 622107 h 955271"/>
              <a:gd name="connsiteX34" fmla="*/ 1710928 w 5741575"/>
              <a:gd name="connsiteY34" fmla="*/ 600666 h 955271"/>
              <a:gd name="connsiteX35" fmla="*/ 1743718 w 5741575"/>
              <a:gd name="connsiteY35" fmla="*/ 584327 h 955271"/>
              <a:gd name="connsiteX36" fmla="*/ 1873778 w 5741575"/>
              <a:gd name="connsiteY36" fmla="*/ 530130 h 955271"/>
              <a:gd name="connsiteX37" fmla="*/ 1988411 w 5741575"/>
              <a:gd name="connsiteY37" fmla="*/ 491599 h 955271"/>
              <a:gd name="connsiteX38" fmla="*/ 2085507 w 5741575"/>
              <a:gd name="connsiteY38" fmla="*/ 498527 h 955271"/>
              <a:gd name="connsiteX39" fmla="*/ 2090767 w 5741575"/>
              <a:gd name="connsiteY39" fmla="*/ 490616 h 955271"/>
              <a:gd name="connsiteX40" fmla="*/ 2151143 w 5741575"/>
              <a:gd name="connsiteY40" fmla="*/ 478332 h 955271"/>
              <a:gd name="connsiteX41" fmla="*/ 2378710 w 5741575"/>
              <a:gd name="connsiteY41" fmla="*/ 477570 h 955271"/>
              <a:gd name="connsiteX42" fmla="*/ 2496256 w 5741575"/>
              <a:gd name="connsiteY42" fmla="*/ 452396 h 955271"/>
              <a:gd name="connsiteX43" fmla="*/ 2535387 w 5741575"/>
              <a:gd name="connsiteY43" fmla="*/ 436645 h 955271"/>
              <a:gd name="connsiteX44" fmla="*/ 2601109 w 5741575"/>
              <a:gd name="connsiteY44" fmla="*/ 410678 h 955271"/>
              <a:gd name="connsiteX45" fmla="*/ 2643855 w 5741575"/>
              <a:gd name="connsiteY45" fmla="*/ 374482 h 955271"/>
              <a:gd name="connsiteX46" fmla="*/ 2657726 w 5741575"/>
              <a:gd name="connsiteY46" fmla="*/ 365841 h 955271"/>
              <a:gd name="connsiteX47" fmla="*/ 2687125 w 5741575"/>
              <a:gd name="connsiteY47" fmla="*/ 366820 h 955271"/>
              <a:gd name="connsiteX48" fmla="*/ 2697479 w 5741575"/>
              <a:gd name="connsiteY48" fmla="*/ 361430 h 955271"/>
              <a:gd name="connsiteX49" fmla="*/ 2701547 w 5741575"/>
              <a:gd name="connsiteY49" fmla="*/ 361545 h 955271"/>
              <a:gd name="connsiteX50" fmla="*/ 2711054 w 5741575"/>
              <a:gd name="connsiteY50" fmla="*/ 360597 h 955271"/>
              <a:gd name="connsiteX51" fmla="*/ 2710438 w 5741575"/>
              <a:gd name="connsiteY51" fmla="*/ 366958 h 955271"/>
              <a:gd name="connsiteX52" fmla="*/ 2722936 w 5741575"/>
              <a:gd name="connsiteY52" fmla="*/ 377633 h 955271"/>
              <a:gd name="connsiteX53" fmla="*/ 2777227 w 5741575"/>
              <a:gd name="connsiteY53" fmla="*/ 368972 h 955271"/>
              <a:gd name="connsiteX54" fmla="*/ 2779510 w 5741575"/>
              <a:gd name="connsiteY54" fmla="*/ 361652 h 955271"/>
              <a:gd name="connsiteX55" fmla="*/ 2786278 w 5741575"/>
              <a:gd name="connsiteY55" fmla="*/ 359869 h 955271"/>
              <a:gd name="connsiteX56" fmla="*/ 2792101 w 5741575"/>
              <a:gd name="connsiteY56" fmla="*/ 365927 h 955271"/>
              <a:gd name="connsiteX57" fmla="*/ 2885545 w 5741575"/>
              <a:gd name="connsiteY57" fmla="*/ 372818 h 955271"/>
              <a:gd name="connsiteX58" fmla="*/ 3009558 w 5741575"/>
              <a:gd name="connsiteY58" fmla="*/ 370573 h 955271"/>
              <a:gd name="connsiteX59" fmla="*/ 3095010 w 5741575"/>
              <a:gd name="connsiteY59" fmla="*/ 332454 h 955271"/>
              <a:gd name="connsiteX60" fmla="*/ 3103742 w 5741575"/>
              <a:gd name="connsiteY60" fmla="*/ 337974 h 955271"/>
              <a:gd name="connsiteX61" fmla="*/ 3165093 w 5741575"/>
              <a:gd name="connsiteY61" fmla="*/ 329459 h 955271"/>
              <a:gd name="connsiteX62" fmla="*/ 3373785 w 5741575"/>
              <a:gd name="connsiteY62" fmla="*/ 255680 h 955271"/>
              <a:gd name="connsiteX63" fmla="*/ 3493851 w 5741575"/>
              <a:gd name="connsiteY63" fmla="*/ 240255 h 955271"/>
              <a:gd name="connsiteX64" fmla="*/ 3537470 w 5741575"/>
              <a:gd name="connsiteY64" fmla="*/ 241867 h 955271"/>
              <a:gd name="connsiteX65" fmla="*/ 3610489 w 5741575"/>
              <a:gd name="connsiteY65" fmla="*/ 244128 h 955271"/>
              <a:gd name="connsiteX66" fmla="*/ 3667539 w 5741575"/>
              <a:gd name="connsiteY66" fmla="*/ 263271 h 955271"/>
              <a:gd name="connsiteX67" fmla="*/ 3727614 w 5741575"/>
              <a:gd name="connsiteY67" fmla="*/ 258245 h 955271"/>
              <a:gd name="connsiteX68" fmla="*/ 3738369 w 5741575"/>
              <a:gd name="connsiteY68" fmla="*/ 234506 h 955271"/>
              <a:gd name="connsiteX69" fmla="*/ 3803670 w 5741575"/>
              <a:gd name="connsiteY69" fmla="*/ 236457 h 955271"/>
              <a:gd name="connsiteX70" fmla="*/ 3903080 w 5741575"/>
              <a:gd name="connsiteY70" fmla="*/ 241890 h 955271"/>
              <a:gd name="connsiteX71" fmla="*/ 4114838 w 5741575"/>
              <a:gd name="connsiteY71" fmla="*/ 238165 h 955271"/>
              <a:gd name="connsiteX72" fmla="*/ 4271023 w 5741575"/>
              <a:gd name="connsiteY72" fmla="*/ 241959 h 955271"/>
              <a:gd name="connsiteX73" fmla="*/ 4367397 w 5741575"/>
              <a:gd name="connsiteY73" fmla="*/ 271442 h 955271"/>
              <a:gd name="connsiteX74" fmla="*/ 4495366 w 5741575"/>
              <a:gd name="connsiteY74" fmla="*/ 271618 h 955271"/>
              <a:gd name="connsiteX75" fmla="*/ 4517347 w 5741575"/>
              <a:gd name="connsiteY75" fmla="*/ 275639 h 955271"/>
              <a:gd name="connsiteX76" fmla="*/ 4546116 w 5741575"/>
              <a:gd name="connsiteY76" fmla="*/ 268568 h 955271"/>
              <a:gd name="connsiteX77" fmla="*/ 4661259 w 5741575"/>
              <a:gd name="connsiteY77" fmla="*/ 238966 h 955271"/>
              <a:gd name="connsiteX78" fmla="*/ 4750403 w 5741575"/>
              <a:gd name="connsiteY78" fmla="*/ 204364 h 955271"/>
              <a:gd name="connsiteX79" fmla="*/ 4867614 w 5741575"/>
              <a:gd name="connsiteY79" fmla="*/ 208668 h 955271"/>
              <a:gd name="connsiteX80" fmla="*/ 4937036 w 5741575"/>
              <a:gd name="connsiteY80" fmla="*/ 195446 h 955271"/>
              <a:gd name="connsiteX81" fmla="*/ 5047626 w 5741575"/>
              <a:gd name="connsiteY81" fmla="*/ 149604 h 955271"/>
              <a:gd name="connsiteX82" fmla="*/ 5200247 w 5741575"/>
              <a:gd name="connsiteY82" fmla="*/ 142695 h 955271"/>
              <a:gd name="connsiteX83" fmla="*/ 5235691 w 5741575"/>
              <a:gd name="connsiteY83" fmla="*/ 173330 h 955271"/>
              <a:gd name="connsiteX84" fmla="*/ 5280133 w 5741575"/>
              <a:gd name="connsiteY84" fmla="*/ 189342 h 955271"/>
              <a:gd name="connsiteX85" fmla="*/ 5291963 w 5741575"/>
              <a:gd name="connsiteY85" fmla="*/ 139446 h 955271"/>
              <a:gd name="connsiteX86" fmla="*/ 5418472 w 5741575"/>
              <a:gd name="connsiteY86" fmla="*/ 89163 h 955271"/>
              <a:gd name="connsiteX87" fmla="*/ 5482354 w 5741575"/>
              <a:gd name="connsiteY87" fmla="*/ 69470 h 955271"/>
              <a:gd name="connsiteX88" fmla="*/ 5583280 w 5741575"/>
              <a:gd name="connsiteY88" fmla="*/ 49787 h 955271"/>
              <a:gd name="connsiteX89" fmla="*/ 5613766 w 5741575"/>
              <a:gd name="connsiteY89" fmla="*/ 41855 h 955271"/>
              <a:gd name="connsiteX90" fmla="*/ 5684952 w 5741575"/>
              <a:gd name="connsiteY90" fmla="*/ 26088 h 955271"/>
              <a:gd name="connsiteX91" fmla="*/ 5741575 w 5741575"/>
              <a:gd name="connsiteY91" fmla="*/ 0 h 955271"/>
              <a:gd name="connsiteX0" fmla="*/ 5741575 w 5741575"/>
              <a:gd name="connsiteY0" fmla="*/ 0 h 955271"/>
              <a:gd name="connsiteX1" fmla="*/ 5741575 w 5741575"/>
              <a:gd name="connsiteY1" fmla="*/ 955271 h 955271"/>
              <a:gd name="connsiteX2" fmla="*/ 0 w 5741575"/>
              <a:gd name="connsiteY2" fmla="*/ 955271 h 955271"/>
              <a:gd name="connsiteX3" fmla="*/ 8558 w 5741575"/>
              <a:gd name="connsiteY3" fmla="*/ 953971 h 955271"/>
              <a:gd name="connsiteX4" fmla="*/ 16894 w 5741575"/>
              <a:gd name="connsiteY4" fmla="*/ 953847 h 955271"/>
              <a:gd name="connsiteX5" fmla="*/ 28156 w 5741575"/>
              <a:gd name="connsiteY5" fmla="*/ 951374 h 955271"/>
              <a:gd name="connsiteX6" fmla="*/ 28293 w 5741575"/>
              <a:gd name="connsiteY6" fmla="*/ 950971 h 955271"/>
              <a:gd name="connsiteX7" fmla="*/ 39115 w 5741575"/>
              <a:gd name="connsiteY7" fmla="*/ 949326 h 955271"/>
              <a:gd name="connsiteX8" fmla="*/ 93851 w 5741575"/>
              <a:gd name="connsiteY8" fmla="*/ 945611 h 955271"/>
              <a:gd name="connsiteX9" fmla="*/ 148657 w 5741575"/>
              <a:gd name="connsiteY9" fmla="*/ 898134 h 955271"/>
              <a:gd name="connsiteX10" fmla="*/ 174554 w 5741575"/>
              <a:gd name="connsiteY10" fmla="*/ 886351 h 955271"/>
              <a:gd name="connsiteX11" fmla="*/ 187633 w 5741575"/>
              <a:gd name="connsiteY11" fmla="*/ 878226 h 955271"/>
              <a:gd name="connsiteX12" fmla="*/ 187961 w 5741575"/>
              <a:gd name="connsiteY12" fmla="*/ 876538 h 955271"/>
              <a:gd name="connsiteX13" fmla="*/ 240501 w 5741575"/>
              <a:gd name="connsiteY13" fmla="*/ 873150 h 955271"/>
              <a:gd name="connsiteX14" fmla="*/ 246345 w 5741575"/>
              <a:gd name="connsiteY14" fmla="*/ 869942 h 955271"/>
              <a:gd name="connsiteX15" fmla="*/ 282041 w 5741575"/>
              <a:gd name="connsiteY15" fmla="*/ 871263 h 955271"/>
              <a:gd name="connsiteX16" fmla="*/ 299711 w 5741575"/>
              <a:gd name="connsiteY16" fmla="*/ 870064 h 955271"/>
              <a:gd name="connsiteX17" fmla="*/ 306299 w 5741575"/>
              <a:gd name="connsiteY17" fmla="*/ 873609 h 955271"/>
              <a:gd name="connsiteX18" fmla="*/ 331571 w 5741575"/>
              <a:gd name="connsiteY18" fmla="*/ 869866 h 955271"/>
              <a:gd name="connsiteX19" fmla="*/ 384157 w 5741575"/>
              <a:gd name="connsiteY19" fmla="*/ 867971 h 955271"/>
              <a:gd name="connsiteX20" fmla="*/ 477637 w 5741575"/>
              <a:gd name="connsiteY20" fmla="*/ 870334 h 955271"/>
              <a:gd name="connsiteX21" fmla="*/ 570239 w 5741575"/>
              <a:gd name="connsiteY21" fmla="*/ 829596 h 955271"/>
              <a:gd name="connsiteX22" fmla="*/ 787156 w 5741575"/>
              <a:gd name="connsiteY22" fmla="*/ 838447 h 955271"/>
              <a:gd name="connsiteX23" fmla="*/ 948872 w 5741575"/>
              <a:gd name="connsiteY23" fmla="*/ 772201 h 955271"/>
              <a:gd name="connsiteX24" fmla="*/ 1127089 w 5741575"/>
              <a:gd name="connsiteY24" fmla="*/ 746926 h 955271"/>
              <a:gd name="connsiteX25" fmla="*/ 1220426 w 5741575"/>
              <a:gd name="connsiteY25" fmla="*/ 721810 h 955271"/>
              <a:gd name="connsiteX26" fmla="*/ 1306771 w 5741575"/>
              <a:gd name="connsiteY26" fmla="*/ 717936 h 955271"/>
              <a:gd name="connsiteX27" fmla="*/ 1374314 w 5741575"/>
              <a:gd name="connsiteY27" fmla="*/ 688815 h 955271"/>
              <a:gd name="connsiteX28" fmla="*/ 1378034 w 5741575"/>
              <a:gd name="connsiteY28" fmla="*/ 685842 h 955271"/>
              <a:gd name="connsiteX29" fmla="*/ 1395604 w 5741575"/>
              <a:gd name="connsiteY29" fmla="*/ 680460 h 955271"/>
              <a:gd name="connsiteX30" fmla="*/ 1397206 w 5741575"/>
              <a:gd name="connsiteY30" fmla="*/ 670793 h 955271"/>
              <a:gd name="connsiteX31" fmla="*/ 1421250 w 5741575"/>
              <a:gd name="connsiteY31" fmla="*/ 656855 h 955271"/>
              <a:gd name="connsiteX32" fmla="*/ 1454524 w 5741575"/>
              <a:gd name="connsiteY32" fmla="*/ 649224 h 955271"/>
              <a:gd name="connsiteX33" fmla="*/ 1616217 w 5741575"/>
              <a:gd name="connsiteY33" fmla="*/ 622107 h 955271"/>
              <a:gd name="connsiteX34" fmla="*/ 1710928 w 5741575"/>
              <a:gd name="connsiteY34" fmla="*/ 600666 h 955271"/>
              <a:gd name="connsiteX35" fmla="*/ 1743718 w 5741575"/>
              <a:gd name="connsiteY35" fmla="*/ 584327 h 955271"/>
              <a:gd name="connsiteX36" fmla="*/ 1873778 w 5741575"/>
              <a:gd name="connsiteY36" fmla="*/ 530130 h 955271"/>
              <a:gd name="connsiteX37" fmla="*/ 1988411 w 5741575"/>
              <a:gd name="connsiteY37" fmla="*/ 491599 h 955271"/>
              <a:gd name="connsiteX38" fmla="*/ 2085507 w 5741575"/>
              <a:gd name="connsiteY38" fmla="*/ 498527 h 955271"/>
              <a:gd name="connsiteX39" fmla="*/ 2090767 w 5741575"/>
              <a:gd name="connsiteY39" fmla="*/ 490616 h 955271"/>
              <a:gd name="connsiteX40" fmla="*/ 2151143 w 5741575"/>
              <a:gd name="connsiteY40" fmla="*/ 478332 h 955271"/>
              <a:gd name="connsiteX41" fmla="*/ 2378710 w 5741575"/>
              <a:gd name="connsiteY41" fmla="*/ 477570 h 955271"/>
              <a:gd name="connsiteX42" fmla="*/ 2496256 w 5741575"/>
              <a:gd name="connsiteY42" fmla="*/ 452396 h 955271"/>
              <a:gd name="connsiteX43" fmla="*/ 2535387 w 5741575"/>
              <a:gd name="connsiteY43" fmla="*/ 436645 h 955271"/>
              <a:gd name="connsiteX44" fmla="*/ 2601109 w 5741575"/>
              <a:gd name="connsiteY44" fmla="*/ 410678 h 955271"/>
              <a:gd name="connsiteX45" fmla="*/ 2643855 w 5741575"/>
              <a:gd name="connsiteY45" fmla="*/ 374482 h 955271"/>
              <a:gd name="connsiteX46" fmla="*/ 2657726 w 5741575"/>
              <a:gd name="connsiteY46" fmla="*/ 365841 h 955271"/>
              <a:gd name="connsiteX47" fmla="*/ 2687125 w 5741575"/>
              <a:gd name="connsiteY47" fmla="*/ 366820 h 955271"/>
              <a:gd name="connsiteX48" fmla="*/ 2697479 w 5741575"/>
              <a:gd name="connsiteY48" fmla="*/ 361430 h 955271"/>
              <a:gd name="connsiteX49" fmla="*/ 2701547 w 5741575"/>
              <a:gd name="connsiteY49" fmla="*/ 361545 h 955271"/>
              <a:gd name="connsiteX50" fmla="*/ 2711054 w 5741575"/>
              <a:gd name="connsiteY50" fmla="*/ 360597 h 955271"/>
              <a:gd name="connsiteX51" fmla="*/ 2710438 w 5741575"/>
              <a:gd name="connsiteY51" fmla="*/ 366958 h 955271"/>
              <a:gd name="connsiteX52" fmla="*/ 2722936 w 5741575"/>
              <a:gd name="connsiteY52" fmla="*/ 377633 h 955271"/>
              <a:gd name="connsiteX53" fmla="*/ 2777227 w 5741575"/>
              <a:gd name="connsiteY53" fmla="*/ 368972 h 955271"/>
              <a:gd name="connsiteX54" fmla="*/ 2779510 w 5741575"/>
              <a:gd name="connsiteY54" fmla="*/ 361652 h 955271"/>
              <a:gd name="connsiteX55" fmla="*/ 2786278 w 5741575"/>
              <a:gd name="connsiteY55" fmla="*/ 359869 h 955271"/>
              <a:gd name="connsiteX56" fmla="*/ 2792101 w 5741575"/>
              <a:gd name="connsiteY56" fmla="*/ 365927 h 955271"/>
              <a:gd name="connsiteX57" fmla="*/ 2885545 w 5741575"/>
              <a:gd name="connsiteY57" fmla="*/ 372818 h 955271"/>
              <a:gd name="connsiteX58" fmla="*/ 3009558 w 5741575"/>
              <a:gd name="connsiteY58" fmla="*/ 370573 h 955271"/>
              <a:gd name="connsiteX59" fmla="*/ 3095010 w 5741575"/>
              <a:gd name="connsiteY59" fmla="*/ 332454 h 955271"/>
              <a:gd name="connsiteX60" fmla="*/ 3103742 w 5741575"/>
              <a:gd name="connsiteY60" fmla="*/ 337974 h 955271"/>
              <a:gd name="connsiteX61" fmla="*/ 3165093 w 5741575"/>
              <a:gd name="connsiteY61" fmla="*/ 329459 h 955271"/>
              <a:gd name="connsiteX62" fmla="*/ 3373785 w 5741575"/>
              <a:gd name="connsiteY62" fmla="*/ 255680 h 955271"/>
              <a:gd name="connsiteX63" fmla="*/ 3493851 w 5741575"/>
              <a:gd name="connsiteY63" fmla="*/ 240255 h 955271"/>
              <a:gd name="connsiteX64" fmla="*/ 3537470 w 5741575"/>
              <a:gd name="connsiteY64" fmla="*/ 241867 h 955271"/>
              <a:gd name="connsiteX65" fmla="*/ 3610489 w 5741575"/>
              <a:gd name="connsiteY65" fmla="*/ 244128 h 955271"/>
              <a:gd name="connsiteX66" fmla="*/ 3667539 w 5741575"/>
              <a:gd name="connsiteY66" fmla="*/ 263271 h 955271"/>
              <a:gd name="connsiteX67" fmla="*/ 3727614 w 5741575"/>
              <a:gd name="connsiteY67" fmla="*/ 258245 h 955271"/>
              <a:gd name="connsiteX68" fmla="*/ 3738369 w 5741575"/>
              <a:gd name="connsiteY68" fmla="*/ 234506 h 955271"/>
              <a:gd name="connsiteX69" fmla="*/ 3803670 w 5741575"/>
              <a:gd name="connsiteY69" fmla="*/ 236457 h 955271"/>
              <a:gd name="connsiteX70" fmla="*/ 3903080 w 5741575"/>
              <a:gd name="connsiteY70" fmla="*/ 241890 h 955271"/>
              <a:gd name="connsiteX71" fmla="*/ 4114838 w 5741575"/>
              <a:gd name="connsiteY71" fmla="*/ 238165 h 955271"/>
              <a:gd name="connsiteX72" fmla="*/ 4271023 w 5741575"/>
              <a:gd name="connsiteY72" fmla="*/ 241959 h 955271"/>
              <a:gd name="connsiteX73" fmla="*/ 4367397 w 5741575"/>
              <a:gd name="connsiteY73" fmla="*/ 271442 h 955271"/>
              <a:gd name="connsiteX74" fmla="*/ 4495366 w 5741575"/>
              <a:gd name="connsiteY74" fmla="*/ 271618 h 955271"/>
              <a:gd name="connsiteX75" fmla="*/ 4517347 w 5741575"/>
              <a:gd name="connsiteY75" fmla="*/ 275639 h 955271"/>
              <a:gd name="connsiteX76" fmla="*/ 4546116 w 5741575"/>
              <a:gd name="connsiteY76" fmla="*/ 268568 h 955271"/>
              <a:gd name="connsiteX77" fmla="*/ 4661259 w 5741575"/>
              <a:gd name="connsiteY77" fmla="*/ 238966 h 955271"/>
              <a:gd name="connsiteX78" fmla="*/ 4750403 w 5741575"/>
              <a:gd name="connsiteY78" fmla="*/ 204364 h 955271"/>
              <a:gd name="connsiteX79" fmla="*/ 4867614 w 5741575"/>
              <a:gd name="connsiteY79" fmla="*/ 208668 h 955271"/>
              <a:gd name="connsiteX80" fmla="*/ 4937036 w 5741575"/>
              <a:gd name="connsiteY80" fmla="*/ 195446 h 955271"/>
              <a:gd name="connsiteX81" fmla="*/ 5047626 w 5741575"/>
              <a:gd name="connsiteY81" fmla="*/ 149604 h 955271"/>
              <a:gd name="connsiteX82" fmla="*/ 5200247 w 5741575"/>
              <a:gd name="connsiteY82" fmla="*/ 142695 h 955271"/>
              <a:gd name="connsiteX83" fmla="*/ 5235691 w 5741575"/>
              <a:gd name="connsiteY83" fmla="*/ 173330 h 955271"/>
              <a:gd name="connsiteX84" fmla="*/ 5280133 w 5741575"/>
              <a:gd name="connsiteY84" fmla="*/ 189342 h 955271"/>
              <a:gd name="connsiteX85" fmla="*/ 5291963 w 5741575"/>
              <a:gd name="connsiteY85" fmla="*/ 139446 h 955271"/>
              <a:gd name="connsiteX86" fmla="*/ 5418472 w 5741575"/>
              <a:gd name="connsiteY86" fmla="*/ 89163 h 955271"/>
              <a:gd name="connsiteX87" fmla="*/ 5482354 w 5741575"/>
              <a:gd name="connsiteY87" fmla="*/ 69470 h 955271"/>
              <a:gd name="connsiteX88" fmla="*/ 5583280 w 5741575"/>
              <a:gd name="connsiteY88" fmla="*/ 49787 h 955271"/>
              <a:gd name="connsiteX89" fmla="*/ 5613766 w 5741575"/>
              <a:gd name="connsiteY89" fmla="*/ 41855 h 955271"/>
              <a:gd name="connsiteX90" fmla="*/ 5684952 w 5741575"/>
              <a:gd name="connsiteY90" fmla="*/ 26088 h 955271"/>
              <a:gd name="connsiteX91" fmla="*/ 5741575 w 5741575"/>
              <a:gd name="connsiteY91" fmla="*/ 0 h 955271"/>
              <a:gd name="connsiteX0" fmla="*/ 5741575 w 5741575"/>
              <a:gd name="connsiteY0" fmla="*/ 0 h 955271"/>
              <a:gd name="connsiteX1" fmla="*/ 5741575 w 5741575"/>
              <a:gd name="connsiteY1" fmla="*/ 955271 h 955271"/>
              <a:gd name="connsiteX2" fmla="*/ 0 w 5741575"/>
              <a:gd name="connsiteY2" fmla="*/ 955271 h 955271"/>
              <a:gd name="connsiteX3" fmla="*/ 8558 w 5741575"/>
              <a:gd name="connsiteY3" fmla="*/ 953971 h 955271"/>
              <a:gd name="connsiteX4" fmla="*/ 16894 w 5741575"/>
              <a:gd name="connsiteY4" fmla="*/ 953847 h 955271"/>
              <a:gd name="connsiteX5" fmla="*/ 28156 w 5741575"/>
              <a:gd name="connsiteY5" fmla="*/ 951374 h 955271"/>
              <a:gd name="connsiteX6" fmla="*/ 28293 w 5741575"/>
              <a:gd name="connsiteY6" fmla="*/ 950971 h 955271"/>
              <a:gd name="connsiteX7" fmla="*/ 39115 w 5741575"/>
              <a:gd name="connsiteY7" fmla="*/ 949326 h 955271"/>
              <a:gd name="connsiteX8" fmla="*/ 93851 w 5741575"/>
              <a:gd name="connsiteY8" fmla="*/ 945611 h 955271"/>
              <a:gd name="connsiteX9" fmla="*/ 148657 w 5741575"/>
              <a:gd name="connsiteY9" fmla="*/ 898134 h 955271"/>
              <a:gd name="connsiteX10" fmla="*/ 174554 w 5741575"/>
              <a:gd name="connsiteY10" fmla="*/ 886351 h 955271"/>
              <a:gd name="connsiteX11" fmla="*/ 187633 w 5741575"/>
              <a:gd name="connsiteY11" fmla="*/ 878226 h 955271"/>
              <a:gd name="connsiteX12" fmla="*/ 187961 w 5741575"/>
              <a:gd name="connsiteY12" fmla="*/ 876538 h 955271"/>
              <a:gd name="connsiteX13" fmla="*/ 240501 w 5741575"/>
              <a:gd name="connsiteY13" fmla="*/ 873150 h 955271"/>
              <a:gd name="connsiteX14" fmla="*/ 246345 w 5741575"/>
              <a:gd name="connsiteY14" fmla="*/ 869942 h 955271"/>
              <a:gd name="connsiteX15" fmla="*/ 282041 w 5741575"/>
              <a:gd name="connsiteY15" fmla="*/ 871263 h 955271"/>
              <a:gd name="connsiteX16" fmla="*/ 306299 w 5741575"/>
              <a:gd name="connsiteY16" fmla="*/ 873609 h 955271"/>
              <a:gd name="connsiteX17" fmla="*/ 331571 w 5741575"/>
              <a:gd name="connsiteY17" fmla="*/ 869866 h 955271"/>
              <a:gd name="connsiteX18" fmla="*/ 384157 w 5741575"/>
              <a:gd name="connsiteY18" fmla="*/ 867971 h 955271"/>
              <a:gd name="connsiteX19" fmla="*/ 477637 w 5741575"/>
              <a:gd name="connsiteY19" fmla="*/ 870334 h 955271"/>
              <a:gd name="connsiteX20" fmla="*/ 570239 w 5741575"/>
              <a:gd name="connsiteY20" fmla="*/ 829596 h 955271"/>
              <a:gd name="connsiteX21" fmla="*/ 787156 w 5741575"/>
              <a:gd name="connsiteY21" fmla="*/ 838447 h 955271"/>
              <a:gd name="connsiteX22" fmla="*/ 948872 w 5741575"/>
              <a:gd name="connsiteY22" fmla="*/ 772201 h 955271"/>
              <a:gd name="connsiteX23" fmla="*/ 1127089 w 5741575"/>
              <a:gd name="connsiteY23" fmla="*/ 746926 h 955271"/>
              <a:gd name="connsiteX24" fmla="*/ 1220426 w 5741575"/>
              <a:gd name="connsiteY24" fmla="*/ 721810 h 955271"/>
              <a:gd name="connsiteX25" fmla="*/ 1306771 w 5741575"/>
              <a:gd name="connsiteY25" fmla="*/ 717936 h 955271"/>
              <a:gd name="connsiteX26" fmla="*/ 1374314 w 5741575"/>
              <a:gd name="connsiteY26" fmla="*/ 688815 h 955271"/>
              <a:gd name="connsiteX27" fmla="*/ 1378034 w 5741575"/>
              <a:gd name="connsiteY27" fmla="*/ 685842 h 955271"/>
              <a:gd name="connsiteX28" fmla="*/ 1395604 w 5741575"/>
              <a:gd name="connsiteY28" fmla="*/ 680460 h 955271"/>
              <a:gd name="connsiteX29" fmla="*/ 1397206 w 5741575"/>
              <a:gd name="connsiteY29" fmla="*/ 670793 h 955271"/>
              <a:gd name="connsiteX30" fmla="*/ 1421250 w 5741575"/>
              <a:gd name="connsiteY30" fmla="*/ 656855 h 955271"/>
              <a:gd name="connsiteX31" fmla="*/ 1454524 w 5741575"/>
              <a:gd name="connsiteY31" fmla="*/ 649224 h 955271"/>
              <a:gd name="connsiteX32" fmla="*/ 1616217 w 5741575"/>
              <a:gd name="connsiteY32" fmla="*/ 622107 h 955271"/>
              <a:gd name="connsiteX33" fmla="*/ 1710928 w 5741575"/>
              <a:gd name="connsiteY33" fmla="*/ 600666 h 955271"/>
              <a:gd name="connsiteX34" fmla="*/ 1743718 w 5741575"/>
              <a:gd name="connsiteY34" fmla="*/ 584327 h 955271"/>
              <a:gd name="connsiteX35" fmla="*/ 1873778 w 5741575"/>
              <a:gd name="connsiteY35" fmla="*/ 530130 h 955271"/>
              <a:gd name="connsiteX36" fmla="*/ 1988411 w 5741575"/>
              <a:gd name="connsiteY36" fmla="*/ 491599 h 955271"/>
              <a:gd name="connsiteX37" fmla="*/ 2085507 w 5741575"/>
              <a:gd name="connsiteY37" fmla="*/ 498527 h 955271"/>
              <a:gd name="connsiteX38" fmla="*/ 2090767 w 5741575"/>
              <a:gd name="connsiteY38" fmla="*/ 490616 h 955271"/>
              <a:gd name="connsiteX39" fmla="*/ 2151143 w 5741575"/>
              <a:gd name="connsiteY39" fmla="*/ 478332 h 955271"/>
              <a:gd name="connsiteX40" fmla="*/ 2378710 w 5741575"/>
              <a:gd name="connsiteY40" fmla="*/ 477570 h 955271"/>
              <a:gd name="connsiteX41" fmla="*/ 2496256 w 5741575"/>
              <a:gd name="connsiteY41" fmla="*/ 452396 h 955271"/>
              <a:gd name="connsiteX42" fmla="*/ 2535387 w 5741575"/>
              <a:gd name="connsiteY42" fmla="*/ 436645 h 955271"/>
              <a:gd name="connsiteX43" fmla="*/ 2601109 w 5741575"/>
              <a:gd name="connsiteY43" fmla="*/ 410678 h 955271"/>
              <a:gd name="connsiteX44" fmla="*/ 2643855 w 5741575"/>
              <a:gd name="connsiteY44" fmla="*/ 374482 h 955271"/>
              <a:gd name="connsiteX45" fmla="*/ 2657726 w 5741575"/>
              <a:gd name="connsiteY45" fmla="*/ 365841 h 955271"/>
              <a:gd name="connsiteX46" fmla="*/ 2687125 w 5741575"/>
              <a:gd name="connsiteY46" fmla="*/ 366820 h 955271"/>
              <a:gd name="connsiteX47" fmla="*/ 2697479 w 5741575"/>
              <a:gd name="connsiteY47" fmla="*/ 361430 h 955271"/>
              <a:gd name="connsiteX48" fmla="*/ 2701547 w 5741575"/>
              <a:gd name="connsiteY48" fmla="*/ 361545 h 955271"/>
              <a:gd name="connsiteX49" fmla="*/ 2711054 w 5741575"/>
              <a:gd name="connsiteY49" fmla="*/ 360597 h 955271"/>
              <a:gd name="connsiteX50" fmla="*/ 2710438 w 5741575"/>
              <a:gd name="connsiteY50" fmla="*/ 366958 h 955271"/>
              <a:gd name="connsiteX51" fmla="*/ 2722936 w 5741575"/>
              <a:gd name="connsiteY51" fmla="*/ 377633 h 955271"/>
              <a:gd name="connsiteX52" fmla="*/ 2777227 w 5741575"/>
              <a:gd name="connsiteY52" fmla="*/ 368972 h 955271"/>
              <a:gd name="connsiteX53" fmla="*/ 2779510 w 5741575"/>
              <a:gd name="connsiteY53" fmla="*/ 361652 h 955271"/>
              <a:gd name="connsiteX54" fmla="*/ 2786278 w 5741575"/>
              <a:gd name="connsiteY54" fmla="*/ 359869 h 955271"/>
              <a:gd name="connsiteX55" fmla="*/ 2792101 w 5741575"/>
              <a:gd name="connsiteY55" fmla="*/ 365927 h 955271"/>
              <a:gd name="connsiteX56" fmla="*/ 2885545 w 5741575"/>
              <a:gd name="connsiteY56" fmla="*/ 372818 h 955271"/>
              <a:gd name="connsiteX57" fmla="*/ 3009558 w 5741575"/>
              <a:gd name="connsiteY57" fmla="*/ 370573 h 955271"/>
              <a:gd name="connsiteX58" fmla="*/ 3095010 w 5741575"/>
              <a:gd name="connsiteY58" fmla="*/ 332454 h 955271"/>
              <a:gd name="connsiteX59" fmla="*/ 3103742 w 5741575"/>
              <a:gd name="connsiteY59" fmla="*/ 337974 h 955271"/>
              <a:gd name="connsiteX60" fmla="*/ 3165093 w 5741575"/>
              <a:gd name="connsiteY60" fmla="*/ 329459 h 955271"/>
              <a:gd name="connsiteX61" fmla="*/ 3373785 w 5741575"/>
              <a:gd name="connsiteY61" fmla="*/ 255680 h 955271"/>
              <a:gd name="connsiteX62" fmla="*/ 3493851 w 5741575"/>
              <a:gd name="connsiteY62" fmla="*/ 240255 h 955271"/>
              <a:gd name="connsiteX63" fmla="*/ 3537470 w 5741575"/>
              <a:gd name="connsiteY63" fmla="*/ 241867 h 955271"/>
              <a:gd name="connsiteX64" fmla="*/ 3610489 w 5741575"/>
              <a:gd name="connsiteY64" fmla="*/ 244128 h 955271"/>
              <a:gd name="connsiteX65" fmla="*/ 3667539 w 5741575"/>
              <a:gd name="connsiteY65" fmla="*/ 263271 h 955271"/>
              <a:gd name="connsiteX66" fmla="*/ 3727614 w 5741575"/>
              <a:gd name="connsiteY66" fmla="*/ 258245 h 955271"/>
              <a:gd name="connsiteX67" fmla="*/ 3738369 w 5741575"/>
              <a:gd name="connsiteY67" fmla="*/ 234506 h 955271"/>
              <a:gd name="connsiteX68" fmla="*/ 3803670 w 5741575"/>
              <a:gd name="connsiteY68" fmla="*/ 236457 h 955271"/>
              <a:gd name="connsiteX69" fmla="*/ 3903080 w 5741575"/>
              <a:gd name="connsiteY69" fmla="*/ 241890 h 955271"/>
              <a:gd name="connsiteX70" fmla="*/ 4114838 w 5741575"/>
              <a:gd name="connsiteY70" fmla="*/ 238165 h 955271"/>
              <a:gd name="connsiteX71" fmla="*/ 4271023 w 5741575"/>
              <a:gd name="connsiteY71" fmla="*/ 241959 h 955271"/>
              <a:gd name="connsiteX72" fmla="*/ 4367397 w 5741575"/>
              <a:gd name="connsiteY72" fmla="*/ 271442 h 955271"/>
              <a:gd name="connsiteX73" fmla="*/ 4495366 w 5741575"/>
              <a:gd name="connsiteY73" fmla="*/ 271618 h 955271"/>
              <a:gd name="connsiteX74" fmla="*/ 4517347 w 5741575"/>
              <a:gd name="connsiteY74" fmla="*/ 275639 h 955271"/>
              <a:gd name="connsiteX75" fmla="*/ 4546116 w 5741575"/>
              <a:gd name="connsiteY75" fmla="*/ 268568 h 955271"/>
              <a:gd name="connsiteX76" fmla="*/ 4661259 w 5741575"/>
              <a:gd name="connsiteY76" fmla="*/ 238966 h 955271"/>
              <a:gd name="connsiteX77" fmla="*/ 4750403 w 5741575"/>
              <a:gd name="connsiteY77" fmla="*/ 204364 h 955271"/>
              <a:gd name="connsiteX78" fmla="*/ 4867614 w 5741575"/>
              <a:gd name="connsiteY78" fmla="*/ 208668 h 955271"/>
              <a:gd name="connsiteX79" fmla="*/ 4937036 w 5741575"/>
              <a:gd name="connsiteY79" fmla="*/ 195446 h 955271"/>
              <a:gd name="connsiteX80" fmla="*/ 5047626 w 5741575"/>
              <a:gd name="connsiteY80" fmla="*/ 149604 h 955271"/>
              <a:gd name="connsiteX81" fmla="*/ 5200247 w 5741575"/>
              <a:gd name="connsiteY81" fmla="*/ 142695 h 955271"/>
              <a:gd name="connsiteX82" fmla="*/ 5235691 w 5741575"/>
              <a:gd name="connsiteY82" fmla="*/ 173330 h 955271"/>
              <a:gd name="connsiteX83" fmla="*/ 5280133 w 5741575"/>
              <a:gd name="connsiteY83" fmla="*/ 189342 h 955271"/>
              <a:gd name="connsiteX84" fmla="*/ 5291963 w 5741575"/>
              <a:gd name="connsiteY84" fmla="*/ 139446 h 955271"/>
              <a:gd name="connsiteX85" fmla="*/ 5418472 w 5741575"/>
              <a:gd name="connsiteY85" fmla="*/ 89163 h 955271"/>
              <a:gd name="connsiteX86" fmla="*/ 5482354 w 5741575"/>
              <a:gd name="connsiteY86" fmla="*/ 69470 h 955271"/>
              <a:gd name="connsiteX87" fmla="*/ 5583280 w 5741575"/>
              <a:gd name="connsiteY87" fmla="*/ 49787 h 955271"/>
              <a:gd name="connsiteX88" fmla="*/ 5613766 w 5741575"/>
              <a:gd name="connsiteY88" fmla="*/ 41855 h 955271"/>
              <a:gd name="connsiteX89" fmla="*/ 5684952 w 5741575"/>
              <a:gd name="connsiteY89" fmla="*/ 26088 h 955271"/>
              <a:gd name="connsiteX90" fmla="*/ 5741575 w 5741575"/>
              <a:gd name="connsiteY90" fmla="*/ 0 h 955271"/>
              <a:gd name="connsiteX0" fmla="*/ 5741575 w 5741575"/>
              <a:gd name="connsiteY0" fmla="*/ 0 h 955271"/>
              <a:gd name="connsiteX1" fmla="*/ 5741575 w 5741575"/>
              <a:gd name="connsiteY1" fmla="*/ 955271 h 955271"/>
              <a:gd name="connsiteX2" fmla="*/ 0 w 5741575"/>
              <a:gd name="connsiteY2" fmla="*/ 955271 h 955271"/>
              <a:gd name="connsiteX3" fmla="*/ 8558 w 5741575"/>
              <a:gd name="connsiteY3" fmla="*/ 953971 h 955271"/>
              <a:gd name="connsiteX4" fmla="*/ 16894 w 5741575"/>
              <a:gd name="connsiteY4" fmla="*/ 953847 h 955271"/>
              <a:gd name="connsiteX5" fmla="*/ 28156 w 5741575"/>
              <a:gd name="connsiteY5" fmla="*/ 951374 h 955271"/>
              <a:gd name="connsiteX6" fmla="*/ 28293 w 5741575"/>
              <a:gd name="connsiteY6" fmla="*/ 950971 h 955271"/>
              <a:gd name="connsiteX7" fmla="*/ 39115 w 5741575"/>
              <a:gd name="connsiteY7" fmla="*/ 949326 h 955271"/>
              <a:gd name="connsiteX8" fmla="*/ 93851 w 5741575"/>
              <a:gd name="connsiteY8" fmla="*/ 945611 h 955271"/>
              <a:gd name="connsiteX9" fmla="*/ 148657 w 5741575"/>
              <a:gd name="connsiteY9" fmla="*/ 898134 h 955271"/>
              <a:gd name="connsiteX10" fmla="*/ 174554 w 5741575"/>
              <a:gd name="connsiteY10" fmla="*/ 886351 h 955271"/>
              <a:gd name="connsiteX11" fmla="*/ 187633 w 5741575"/>
              <a:gd name="connsiteY11" fmla="*/ 878226 h 955271"/>
              <a:gd name="connsiteX12" fmla="*/ 187961 w 5741575"/>
              <a:gd name="connsiteY12" fmla="*/ 876538 h 955271"/>
              <a:gd name="connsiteX13" fmla="*/ 240501 w 5741575"/>
              <a:gd name="connsiteY13" fmla="*/ 873150 h 955271"/>
              <a:gd name="connsiteX14" fmla="*/ 246345 w 5741575"/>
              <a:gd name="connsiteY14" fmla="*/ 869942 h 955271"/>
              <a:gd name="connsiteX15" fmla="*/ 306299 w 5741575"/>
              <a:gd name="connsiteY15" fmla="*/ 873609 h 955271"/>
              <a:gd name="connsiteX16" fmla="*/ 331571 w 5741575"/>
              <a:gd name="connsiteY16" fmla="*/ 869866 h 955271"/>
              <a:gd name="connsiteX17" fmla="*/ 384157 w 5741575"/>
              <a:gd name="connsiteY17" fmla="*/ 867971 h 955271"/>
              <a:gd name="connsiteX18" fmla="*/ 477637 w 5741575"/>
              <a:gd name="connsiteY18" fmla="*/ 870334 h 955271"/>
              <a:gd name="connsiteX19" fmla="*/ 570239 w 5741575"/>
              <a:gd name="connsiteY19" fmla="*/ 829596 h 955271"/>
              <a:gd name="connsiteX20" fmla="*/ 787156 w 5741575"/>
              <a:gd name="connsiteY20" fmla="*/ 838447 h 955271"/>
              <a:gd name="connsiteX21" fmla="*/ 948872 w 5741575"/>
              <a:gd name="connsiteY21" fmla="*/ 772201 h 955271"/>
              <a:gd name="connsiteX22" fmla="*/ 1127089 w 5741575"/>
              <a:gd name="connsiteY22" fmla="*/ 746926 h 955271"/>
              <a:gd name="connsiteX23" fmla="*/ 1220426 w 5741575"/>
              <a:gd name="connsiteY23" fmla="*/ 721810 h 955271"/>
              <a:gd name="connsiteX24" fmla="*/ 1306771 w 5741575"/>
              <a:gd name="connsiteY24" fmla="*/ 717936 h 955271"/>
              <a:gd name="connsiteX25" fmla="*/ 1374314 w 5741575"/>
              <a:gd name="connsiteY25" fmla="*/ 688815 h 955271"/>
              <a:gd name="connsiteX26" fmla="*/ 1378034 w 5741575"/>
              <a:gd name="connsiteY26" fmla="*/ 685842 h 955271"/>
              <a:gd name="connsiteX27" fmla="*/ 1395604 w 5741575"/>
              <a:gd name="connsiteY27" fmla="*/ 680460 h 955271"/>
              <a:gd name="connsiteX28" fmla="*/ 1397206 w 5741575"/>
              <a:gd name="connsiteY28" fmla="*/ 670793 h 955271"/>
              <a:gd name="connsiteX29" fmla="*/ 1421250 w 5741575"/>
              <a:gd name="connsiteY29" fmla="*/ 656855 h 955271"/>
              <a:gd name="connsiteX30" fmla="*/ 1454524 w 5741575"/>
              <a:gd name="connsiteY30" fmla="*/ 649224 h 955271"/>
              <a:gd name="connsiteX31" fmla="*/ 1616217 w 5741575"/>
              <a:gd name="connsiteY31" fmla="*/ 622107 h 955271"/>
              <a:gd name="connsiteX32" fmla="*/ 1710928 w 5741575"/>
              <a:gd name="connsiteY32" fmla="*/ 600666 h 955271"/>
              <a:gd name="connsiteX33" fmla="*/ 1743718 w 5741575"/>
              <a:gd name="connsiteY33" fmla="*/ 584327 h 955271"/>
              <a:gd name="connsiteX34" fmla="*/ 1873778 w 5741575"/>
              <a:gd name="connsiteY34" fmla="*/ 530130 h 955271"/>
              <a:gd name="connsiteX35" fmla="*/ 1988411 w 5741575"/>
              <a:gd name="connsiteY35" fmla="*/ 491599 h 955271"/>
              <a:gd name="connsiteX36" fmla="*/ 2085507 w 5741575"/>
              <a:gd name="connsiteY36" fmla="*/ 498527 h 955271"/>
              <a:gd name="connsiteX37" fmla="*/ 2090767 w 5741575"/>
              <a:gd name="connsiteY37" fmla="*/ 490616 h 955271"/>
              <a:gd name="connsiteX38" fmla="*/ 2151143 w 5741575"/>
              <a:gd name="connsiteY38" fmla="*/ 478332 h 955271"/>
              <a:gd name="connsiteX39" fmla="*/ 2378710 w 5741575"/>
              <a:gd name="connsiteY39" fmla="*/ 477570 h 955271"/>
              <a:gd name="connsiteX40" fmla="*/ 2496256 w 5741575"/>
              <a:gd name="connsiteY40" fmla="*/ 452396 h 955271"/>
              <a:gd name="connsiteX41" fmla="*/ 2535387 w 5741575"/>
              <a:gd name="connsiteY41" fmla="*/ 436645 h 955271"/>
              <a:gd name="connsiteX42" fmla="*/ 2601109 w 5741575"/>
              <a:gd name="connsiteY42" fmla="*/ 410678 h 955271"/>
              <a:gd name="connsiteX43" fmla="*/ 2643855 w 5741575"/>
              <a:gd name="connsiteY43" fmla="*/ 374482 h 955271"/>
              <a:gd name="connsiteX44" fmla="*/ 2657726 w 5741575"/>
              <a:gd name="connsiteY44" fmla="*/ 365841 h 955271"/>
              <a:gd name="connsiteX45" fmla="*/ 2687125 w 5741575"/>
              <a:gd name="connsiteY45" fmla="*/ 366820 h 955271"/>
              <a:gd name="connsiteX46" fmla="*/ 2697479 w 5741575"/>
              <a:gd name="connsiteY46" fmla="*/ 361430 h 955271"/>
              <a:gd name="connsiteX47" fmla="*/ 2701547 w 5741575"/>
              <a:gd name="connsiteY47" fmla="*/ 361545 h 955271"/>
              <a:gd name="connsiteX48" fmla="*/ 2711054 w 5741575"/>
              <a:gd name="connsiteY48" fmla="*/ 360597 h 955271"/>
              <a:gd name="connsiteX49" fmla="*/ 2710438 w 5741575"/>
              <a:gd name="connsiteY49" fmla="*/ 366958 h 955271"/>
              <a:gd name="connsiteX50" fmla="*/ 2722936 w 5741575"/>
              <a:gd name="connsiteY50" fmla="*/ 377633 h 955271"/>
              <a:gd name="connsiteX51" fmla="*/ 2777227 w 5741575"/>
              <a:gd name="connsiteY51" fmla="*/ 368972 h 955271"/>
              <a:gd name="connsiteX52" fmla="*/ 2779510 w 5741575"/>
              <a:gd name="connsiteY52" fmla="*/ 361652 h 955271"/>
              <a:gd name="connsiteX53" fmla="*/ 2786278 w 5741575"/>
              <a:gd name="connsiteY53" fmla="*/ 359869 h 955271"/>
              <a:gd name="connsiteX54" fmla="*/ 2792101 w 5741575"/>
              <a:gd name="connsiteY54" fmla="*/ 365927 h 955271"/>
              <a:gd name="connsiteX55" fmla="*/ 2885545 w 5741575"/>
              <a:gd name="connsiteY55" fmla="*/ 372818 h 955271"/>
              <a:gd name="connsiteX56" fmla="*/ 3009558 w 5741575"/>
              <a:gd name="connsiteY56" fmla="*/ 370573 h 955271"/>
              <a:gd name="connsiteX57" fmla="*/ 3095010 w 5741575"/>
              <a:gd name="connsiteY57" fmla="*/ 332454 h 955271"/>
              <a:gd name="connsiteX58" fmla="*/ 3103742 w 5741575"/>
              <a:gd name="connsiteY58" fmla="*/ 337974 h 955271"/>
              <a:gd name="connsiteX59" fmla="*/ 3165093 w 5741575"/>
              <a:gd name="connsiteY59" fmla="*/ 329459 h 955271"/>
              <a:gd name="connsiteX60" fmla="*/ 3373785 w 5741575"/>
              <a:gd name="connsiteY60" fmla="*/ 255680 h 955271"/>
              <a:gd name="connsiteX61" fmla="*/ 3493851 w 5741575"/>
              <a:gd name="connsiteY61" fmla="*/ 240255 h 955271"/>
              <a:gd name="connsiteX62" fmla="*/ 3537470 w 5741575"/>
              <a:gd name="connsiteY62" fmla="*/ 241867 h 955271"/>
              <a:gd name="connsiteX63" fmla="*/ 3610489 w 5741575"/>
              <a:gd name="connsiteY63" fmla="*/ 244128 h 955271"/>
              <a:gd name="connsiteX64" fmla="*/ 3667539 w 5741575"/>
              <a:gd name="connsiteY64" fmla="*/ 263271 h 955271"/>
              <a:gd name="connsiteX65" fmla="*/ 3727614 w 5741575"/>
              <a:gd name="connsiteY65" fmla="*/ 258245 h 955271"/>
              <a:gd name="connsiteX66" fmla="*/ 3738369 w 5741575"/>
              <a:gd name="connsiteY66" fmla="*/ 234506 h 955271"/>
              <a:gd name="connsiteX67" fmla="*/ 3803670 w 5741575"/>
              <a:gd name="connsiteY67" fmla="*/ 236457 h 955271"/>
              <a:gd name="connsiteX68" fmla="*/ 3903080 w 5741575"/>
              <a:gd name="connsiteY68" fmla="*/ 241890 h 955271"/>
              <a:gd name="connsiteX69" fmla="*/ 4114838 w 5741575"/>
              <a:gd name="connsiteY69" fmla="*/ 238165 h 955271"/>
              <a:gd name="connsiteX70" fmla="*/ 4271023 w 5741575"/>
              <a:gd name="connsiteY70" fmla="*/ 241959 h 955271"/>
              <a:gd name="connsiteX71" fmla="*/ 4367397 w 5741575"/>
              <a:gd name="connsiteY71" fmla="*/ 271442 h 955271"/>
              <a:gd name="connsiteX72" fmla="*/ 4495366 w 5741575"/>
              <a:gd name="connsiteY72" fmla="*/ 271618 h 955271"/>
              <a:gd name="connsiteX73" fmla="*/ 4517347 w 5741575"/>
              <a:gd name="connsiteY73" fmla="*/ 275639 h 955271"/>
              <a:gd name="connsiteX74" fmla="*/ 4546116 w 5741575"/>
              <a:gd name="connsiteY74" fmla="*/ 268568 h 955271"/>
              <a:gd name="connsiteX75" fmla="*/ 4661259 w 5741575"/>
              <a:gd name="connsiteY75" fmla="*/ 238966 h 955271"/>
              <a:gd name="connsiteX76" fmla="*/ 4750403 w 5741575"/>
              <a:gd name="connsiteY76" fmla="*/ 204364 h 955271"/>
              <a:gd name="connsiteX77" fmla="*/ 4867614 w 5741575"/>
              <a:gd name="connsiteY77" fmla="*/ 208668 h 955271"/>
              <a:gd name="connsiteX78" fmla="*/ 4937036 w 5741575"/>
              <a:gd name="connsiteY78" fmla="*/ 195446 h 955271"/>
              <a:gd name="connsiteX79" fmla="*/ 5047626 w 5741575"/>
              <a:gd name="connsiteY79" fmla="*/ 149604 h 955271"/>
              <a:gd name="connsiteX80" fmla="*/ 5200247 w 5741575"/>
              <a:gd name="connsiteY80" fmla="*/ 142695 h 955271"/>
              <a:gd name="connsiteX81" fmla="*/ 5235691 w 5741575"/>
              <a:gd name="connsiteY81" fmla="*/ 173330 h 955271"/>
              <a:gd name="connsiteX82" fmla="*/ 5280133 w 5741575"/>
              <a:gd name="connsiteY82" fmla="*/ 189342 h 955271"/>
              <a:gd name="connsiteX83" fmla="*/ 5291963 w 5741575"/>
              <a:gd name="connsiteY83" fmla="*/ 139446 h 955271"/>
              <a:gd name="connsiteX84" fmla="*/ 5418472 w 5741575"/>
              <a:gd name="connsiteY84" fmla="*/ 89163 h 955271"/>
              <a:gd name="connsiteX85" fmla="*/ 5482354 w 5741575"/>
              <a:gd name="connsiteY85" fmla="*/ 69470 h 955271"/>
              <a:gd name="connsiteX86" fmla="*/ 5583280 w 5741575"/>
              <a:gd name="connsiteY86" fmla="*/ 49787 h 955271"/>
              <a:gd name="connsiteX87" fmla="*/ 5613766 w 5741575"/>
              <a:gd name="connsiteY87" fmla="*/ 41855 h 955271"/>
              <a:gd name="connsiteX88" fmla="*/ 5684952 w 5741575"/>
              <a:gd name="connsiteY88" fmla="*/ 26088 h 955271"/>
              <a:gd name="connsiteX89" fmla="*/ 5741575 w 5741575"/>
              <a:gd name="connsiteY89" fmla="*/ 0 h 955271"/>
              <a:gd name="connsiteX0" fmla="*/ 5741575 w 5741575"/>
              <a:gd name="connsiteY0" fmla="*/ 0 h 955271"/>
              <a:gd name="connsiteX1" fmla="*/ 5741575 w 5741575"/>
              <a:gd name="connsiteY1" fmla="*/ 955271 h 955271"/>
              <a:gd name="connsiteX2" fmla="*/ 0 w 5741575"/>
              <a:gd name="connsiteY2" fmla="*/ 955271 h 955271"/>
              <a:gd name="connsiteX3" fmla="*/ 8558 w 5741575"/>
              <a:gd name="connsiteY3" fmla="*/ 953971 h 955271"/>
              <a:gd name="connsiteX4" fmla="*/ 16894 w 5741575"/>
              <a:gd name="connsiteY4" fmla="*/ 953847 h 955271"/>
              <a:gd name="connsiteX5" fmla="*/ 28156 w 5741575"/>
              <a:gd name="connsiteY5" fmla="*/ 951374 h 955271"/>
              <a:gd name="connsiteX6" fmla="*/ 28293 w 5741575"/>
              <a:gd name="connsiteY6" fmla="*/ 950971 h 955271"/>
              <a:gd name="connsiteX7" fmla="*/ 39115 w 5741575"/>
              <a:gd name="connsiteY7" fmla="*/ 949326 h 955271"/>
              <a:gd name="connsiteX8" fmla="*/ 93851 w 5741575"/>
              <a:gd name="connsiteY8" fmla="*/ 922923 h 955271"/>
              <a:gd name="connsiteX9" fmla="*/ 148657 w 5741575"/>
              <a:gd name="connsiteY9" fmla="*/ 898134 h 955271"/>
              <a:gd name="connsiteX10" fmla="*/ 174554 w 5741575"/>
              <a:gd name="connsiteY10" fmla="*/ 886351 h 955271"/>
              <a:gd name="connsiteX11" fmla="*/ 187633 w 5741575"/>
              <a:gd name="connsiteY11" fmla="*/ 878226 h 955271"/>
              <a:gd name="connsiteX12" fmla="*/ 187961 w 5741575"/>
              <a:gd name="connsiteY12" fmla="*/ 876538 h 955271"/>
              <a:gd name="connsiteX13" fmla="*/ 240501 w 5741575"/>
              <a:gd name="connsiteY13" fmla="*/ 873150 h 955271"/>
              <a:gd name="connsiteX14" fmla="*/ 246345 w 5741575"/>
              <a:gd name="connsiteY14" fmla="*/ 869942 h 955271"/>
              <a:gd name="connsiteX15" fmla="*/ 306299 w 5741575"/>
              <a:gd name="connsiteY15" fmla="*/ 873609 h 955271"/>
              <a:gd name="connsiteX16" fmla="*/ 331571 w 5741575"/>
              <a:gd name="connsiteY16" fmla="*/ 869866 h 955271"/>
              <a:gd name="connsiteX17" fmla="*/ 384157 w 5741575"/>
              <a:gd name="connsiteY17" fmla="*/ 867971 h 955271"/>
              <a:gd name="connsiteX18" fmla="*/ 477637 w 5741575"/>
              <a:gd name="connsiteY18" fmla="*/ 870334 h 955271"/>
              <a:gd name="connsiteX19" fmla="*/ 570239 w 5741575"/>
              <a:gd name="connsiteY19" fmla="*/ 829596 h 955271"/>
              <a:gd name="connsiteX20" fmla="*/ 787156 w 5741575"/>
              <a:gd name="connsiteY20" fmla="*/ 838447 h 955271"/>
              <a:gd name="connsiteX21" fmla="*/ 948872 w 5741575"/>
              <a:gd name="connsiteY21" fmla="*/ 772201 h 955271"/>
              <a:gd name="connsiteX22" fmla="*/ 1127089 w 5741575"/>
              <a:gd name="connsiteY22" fmla="*/ 746926 h 955271"/>
              <a:gd name="connsiteX23" fmla="*/ 1220426 w 5741575"/>
              <a:gd name="connsiteY23" fmla="*/ 721810 h 955271"/>
              <a:gd name="connsiteX24" fmla="*/ 1306771 w 5741575"/>
              <a:gd name="connsiteY24" fmla="*/ 717936 h 955271"/>
              <a:gd name="connsiteX25" fmla="*/ 1374314 w 5741575"/>
              <a:gd name="connsiteY25" fmla="*/ 688815 h 955271"/>
              <a:gd name="connsiteX26" fmla="*/ 1378034 w 5741575"/>
              <a:gd name="connsiteY26" fmla="*/ 685842 h 955271"/>
              <a:gd name="connsiteX27" fmla="*/ 1395604 w 5741575"/>
              <a:gd name="connsiteY27" fmla="*/ 680460 h 955271"/>
              <a:gd name="connsiteX28" fmla="*/ 1397206 w 5741575"/>
              <a:gd name="connsiteY28" fmla="*/ 670793 h 955271"/>
              <a:gd name="connsiteX29" fmla="*/ 1421250 w 5741575"/>
              <a:gd name="connsiteY29" fmla="*/ 656855 h 955271"/>
              <a:gd name="connsiteX30" fmla="*/ 1454524 w 5741575"/>
              <a:gd name="connsiteY30" fmla="*/ 649224 h 955271"/>
              <a:gd name="connsiteX31" fmla="*/ 1616217 w 5741575"/>
              <a:gd name="connsiteY31" fmla="*/ 622107 h 955271"/>
              <a:gd name="connsiteX32" fmla="*/ 1710928 w 5741575"/>
              <a:gd name="connsiteY32" fmla="*/ 600666 h 955271"/>
              <a:gd name="connsiteX33" fmla="*/ 1743718 w 5741575"/>
              <a:gd name="connsiteY33" fmla="*/ 584327 h 955271"/>
              <a:gd name="connsiteX34" fmla="*/ 1873778 w 5741575"/>
              <a:gd name="connsiteY34" fmla="*/ 530130 h 955271"/>
              <a:gd name="connsiteX35" fmla="*/ 1988411 w 5741575"/>
              <a:gd name="connsiteY35" fmla="*/ 491599 h 955271"/>
              <a:gd name="connsiteX36" fmla="*/ 2085507 w 5741575"/>
              <a:gd name="connsiteY36" fmla="*/ 498527 h 955271"/>
              <a:gd name="connsiteX37" fmla="*/ 2090767 w 5741575"/>
              <a:gd name="connsiteY37" fmla="*/ 490616 h 955271"/>
              <a:gd name="connsiteX38" fmla="*/ 2151143 w 5741575"/>
              <a:gd name="connsiteY38" fmla="*/ 478332 h 955271"/>
              <a:gd name="connsiteX39" fmla="*/ 2378710 w 5741575"/>
              <a:gd name="connsiteY39" fmla="*/ 477570 h 955271"/>
              <a:gd name="connsiteX40" fmla="*/ 2496256 w 5741575"/>
              <a:gd name="connsiteY40" fmla="*/ 452396 h 955271"/>
              <a:gd name="connsiteX41" fmla="*/ 2535387 w 5741575"/>
              <a:gd name="connsiteY41" fmla="*/ 436645 h 955271"/>
              <a:gd name="connsiteX42" fmla="*/ 2601109 w 5741575"/>
              <a:gd name="connsiteY42" fmla="*/ 410678 h 955271"/>
              <a:gd name="connsiteX43" fmla="*/ 2643855 w 5741575"/>
              <a:gd name="connsiteY43" fmla="*/ 374482 h 955271"/>
              <a:gd name="connsiteX44" fmla="*/ 2657726 w 5741575"/>
              <a:gd name="connsiteY44" fmla="*/ 365841 h 955271"/>
              <a:gd name="connsiteX45" fmla="*/ 2687125 w 5741575"/>
              <a:gd name="connsiteY45" fmla="*/ 366820 h 955271"/>
              <a:gd name="connsiteX46" fmla="*/ 2697479 w 5741575"/>
              <a:gd name="connsiteY46" fmla="*/ 361430 h 955271"/>
              <a:gd name="connsiteX47" fmla="*/ 2701547 w 5741575"/>
              <a:gd name="connsiteY47" fmla="*/ 361545 h 955271"/>
              <a:gd name="connsiteX48" fmla="*/ 2711054 w 5741575"/>
              <a:gd name="connsiteY48" fmla="*/ 360597 h 955271"/>
              <a:gd name="connsiteX49" fmla="*/ 2710438 w 5741575"/>
              <a:gd name="connsiteY49" fmla="*/ 366958 h 955271"/>
              <a:gd name="connsiteX50" fmla="*/ 2722936 w 5741575"/>
              <a:gd name="connsiteY50" fmla="*/ 377633 h 955271"/>
              <a:gd name="connsiteX51" fmla="*/ 2777227 w 5741575"/>
              <a:gd name="connsiteY51" fmla="*/ 368972 h 955271"/>
              <a:gd name="connsiteX52" fmla="*/ 2779510 w 5741575"/>
              <a:gd name="connsiteY52" fmla="*/ 361652 h 955271"/>
              <a:gd name="connsiteX53" fmla="*/ 2786278 w 5741575"/>
              <a:gd name="connsiteY53" fmla="*/ 359869 h 955271"/>
              <a:gd name="connsiteX54" fmla="*/ 2792101 w 5741575"/>
              <a:gd name="connsiteY54" fmla="*/ 365927 h 955271"/>
              <a:gd name="connsiteX55" fmla="*/ 2885545 w 5741575"/>
              <a:gd name="connsiteY55" fmla="*/ 372818 h 955271"/>
              <a:gd name="connsiteX56" fmla="*/ 3009558 w 5741575"/>
              <a:gd name="connsiteY56" fmla="*/ 370573 h 955271"/>
              <a:gd name="connsiteX57" fmla="*/ 3095010 w 5741575"/>
              <a:gd name="connsiteY57" fmla="*/ 332454 h 955271"/>
              <a:gd name="connsiteX58" fmla="*/ 3103742 w 5741575"/>
              <a:gd name="connsiteY58" fmla="*/ 337974 h 955271"/>
              <a:gd name="connsiteX59" fmla="*/ 3165093 w 5741575"/>
              <a:gd name="connsiteY59" fmla="*/ 329459 h 955271"/>
              <a:gd name="connsiteX60" fmla="*/ 3373785 w 5741575"/>
              <a:gd name="connsiteY60" fmla="*/ 255680 h 955271"/>
              <a:gd name="connsiteX61" fmla="*/ 3493851 w 5741575"/>
              <a:gd name="connsiteY61" fmla="*/ 240255 h 955271"/>
              <a:gd name="connsiteX62" fmla="*/ 3537470 w 5741575"/>
              <a:gd name="connsiteY62" fmla="*/ 241867 h 955271"/>
              <a:gd name="connsiteX63" fmla="*/ 3610489 w 5741575"/>
              <a:gd name="connsiteY63" fmla="*/ 244128 h 955271"/>
              <a:gd name="connsiteX64" fmla="*/ 3667539 w 5741575"/>
              <a:gd name="connsiteY64" fmla="*/ 263271 h 955271"/>
              <a:gd name="connsiteX65" fmla="*/ 3727614 w 5741575"/>
              <a:gd name="connsiteY65" fmla="*/ 258245 h 955271"/>
              <a:gd name="connsiteX66" fmla="*/ 3738369 w 5741575"/>
              <a:gd name="connsiteY66" fmla="*/ 234506 h 955271"/>
              <a:gd name="connsiteX67" fmla="*/ 3803670 w 5741575"/>
              <a:gd name="connsiteY67" fmla="*/ 236457 h 955271"/>
              <a:gd name="connsiteX68" fmla="*/ 3903080 w 5741575"/>
              <a:gd name="connsiteY68" fmla="*/ 241890 h 955271"/>
              <a:gd name="connsiteX69" fmla="*/ 4114838 w 5741575"/>
              <a:gd name="connsiteY69" fmla="*/ 238165 h 955271"/>
              <a:gd name="connsiteX70" fmla="*/ 4271023 w 5741575"/>
              <a:gd name="connsiteY70" fmla="*/ 241959 h 955271"/>
              <a:gd name="connsiteX71" fmla="*/ 4367397 w 5741575"/>
              <a:gd name="connsiteY71" fmla="*/ 271442 h 955271"/>
              <a:gd name="connsiteX72" fmla="*/ 4495366 w 5741575"/>
              <a:gd name="connsiteY72" fmla="*/ 271618 h 955271"/>
              <a:gd name="connsiteX73" fmla="*/ 4517347 w 5741575"/>
              <a:gd name="connsiteY73" fmla="*/ 275639 h 955271"/>
              <a:gd name="connsiteX74" fmla="*/ 4546116 w 5741575"/>
              <a:gd name="connsiteY74" fmla="*/ 268568 h 955271"/>
              <a:gd name="connsiteX75" fmla="*/ 4661259 w 5741575"/>
              <a:gd name="connsiteY75" fmla="*/ 238966 h 955271"/>
              <a:gd name="connsiteX76" fmla="*/ 4750403 w 5741575"/>
              <a:gd name="connsiteY76" fmla="*/ 204364 h 955271"/>
              <a:gd name="connsiteX77" fmla="*/ 4867614 w 5741575"/>
              <a:gd name="connsiteY77" fmla="*/ 208668 h 955271"/>
              <a:gd name="connsiteX78" fmla="*/ 4937036 w 5741575"/>
              <a:gd name="connsiteY78" fmla="*/ 195446 h 955271"/>
              <a:gd name="connsiteX79" fmla="*/ 5047626 w 5741575"/>
              <a:gd name="connsiteY79" fmla="*/ 149604 h 955271"/>
              <a:gd name="connsiteX80" fmla="*/ 5200247 w 5741575"/>
              <a:gd name="connsiteY80" fmla="*/ 142695 h 955271"/>
              <a:gd name="connsiteX81" fmla="*/ 5235691 w 5741575"/>
              <a:gd name="connsiteY81" fmla="*/ 173330 h 955271"/>
              <a:gd name="connsiteX82" fmla="*/ 5280133 w 5741575"/>
              <a:gd name="connsiteY82" fmla="*/ 189342 h 955271"/>
              <a:gd name="connsiteX83" fmla="*/ 5291963 w 5741575"/>
              <a:gd name="connsiteY83" fmla="*/ 139446 h 955271"/>
              <a:gd name="connsiteX84" fmla="*/ 5418472 w 5741575"/>
              <a:gd name="connsiteY84" fmla="*/ 89163 h 955271"/>
              <a:gd name="connsiteX85" fmla="*/ 5482354 w 5741575"/>
              <a:gd name="connsiteY85" fmla="*/ 69470 h 955271"/>
              <a:gd name="connsiteX86" fmla="*/ 5583280 w 5741575"/>
              <a:gd name="connsiteY86" fmla="*/ 49787 h 955271"/>
              <a:gd name="connsiteX87" fmla="*/ 5613766 w 5741575"/>
              <a:gd name="connsiteY87" fmla="*/ 41855 h 955271"/>
              <a:gd name="connsiteX88" fmla="*/ 5684952 w 5741575"/>
              <a:gd name="connsiteY88" fmla="*/ 26088 h 955271"/>
              <a:gd name="connsiteX89" fmla="*/ 5741575 w 5741575"/>
              <a:gd name="connsiteY89" fmla="*/ 0 h 955271"/>
              <a:gd name="connsiteX0" fmla="*/ 5741575 w 5741575"/>
              <a:gd name="connsiteY0" fmla="*/ 0 h 955271"/>
              <a:gd name="connsiteX1" fmla="*/ 5741575 w 5741575"/>
              <a:gd name="connsiteY1" fmla="*/ 955271 h 955271"/>
              <a:gd name="connsiteX2" fmla="*/ 0 w 5741575"/>
              <a:gd name="connsiteY2" fmla="*/ 955271 h 955271"/>
              <a:gd name="connsiteX3" fmla="*/ 8558 w 5741575"/>
              <a:gd name="connsiteY3" fmla="*/ 953971 h 955271"/>
              <a:gd name="connsiteX4" fmla="*/ 16894 w 5741575"/>
              <a:gd name="connsiteY4" fmla="*/ 953847 h 955271"/>
              <a:gd name="connsiteX5" fmla="*/ 28156 w 5741575"/>
              <a:gd name="connsiteY5" fmla="*/ 951374 h 955271"/>
              <a:gd name="connsiteX6" fmla="*/ 28293 w 5741575"/>
              <a:gd name="connsiteY6" fmla="*/ 950971 h 955271"/>
              <a:gd name="connsiteX7" fmla="*/ 39115 w 5741575"/>
              <a:gd name="connsiteY7" fmla="*/ 949326 h 955271"/>
              <a:gd name="connsiteX8" fmla="*/ 148657 w 5741575"/>
              <a:gd name="connsiteY8" fmla="*/ 898134 h 955271"/>
              <a:gd name="connsiteX9" fmla="*/ 174554 w 5741575"/>
              <a:gd name="connsiteY9" fmla="*/ 886351 h 955271"/>
              <a:gd name="connsiteX10" fmla="*/ 187633 w 5741575"/>
              <a:gd name="connsiteY10" fmla="*/ 878226 h 955271"/>
              <a:gd name="connsiteX11" fmla="*/ 187961 w 5741575"/>
              <a:gd name="connsiteY11" fmla="*/ 876538 h 955271"/>
              <a:gd name="connsiteX12" fmla="*/ 240501 w 5741575"/>
              <a:gd name="connsiteY12" fmla="*/ 873150 h 955271"/>
              <a:gd name="connsiteX13" fmla="*/ 246345 w 5741575"/>
              <a:gd name="connsiteY13" fmla="*/ 869942 h 955271"/>
              <a:gd name="connsiteX14" fmla="*/ 306299 w 5741575"/>
              <a:gd name="connsiteY14" fmla="*/ 873609 h 955271"/>
              <a:gd name="connsiteX15" fmla="*/ 331571 w 5741575"/>
              <a:gd name="connsiteY15" fmla="*/ 869866 h 955271"/>
              <a:gd name="connsiteX16" fmla="*/ 384157 w 5741575"/>
              <a:gd name="connsiteY16" fmla="*/ 867971 h 955271"/>
              <a:gd name="connsiteX17" fmla="*/ 477637 w 5741575"/>
              <a:gd name="connsiteY17" fmla="*/ 870334 h 955271"/>
              <a:gd name="connsiteX18" fmla="*/ 570239 w 5741575"/>
              <a:gd name="connsiteY18" fmla="*/ 829596 h 955271"/>
              <a:gd name="connsiteX19" fmla="*/ 787156 w 5741575"/>
              <a:gd name="connsiteY19" fmla="*/ 838447 h 955271"/>
              <a:gd name="connsiteX20" fmla="*/ 948872 w 5741575"/>
              <a:gd name="connsiteY20" fmla="*/ 772201 h 955271"/>
              <a:gd name="connsiteX21" fmla="*/ 1127089 w 5741575"/>
              <a:gd name="connsiteY21" fmla="*/ 746926 h 955271"/>
              <a:gd name="connsiteX22" fmla="*/ 1220426 w 5741575"/>
              <a:gd name="connsiteY22" fmla="*/ 721810 h 955271"/>
              <a:gd name="connsiteX23" fmla="*/ 1306771 w 5741575"/>
              <a:gd name="connsiteY23" fmla="*/ 717936 h 955271"/>
              <a:gd name="connsiteX24" fmla="*/ 1374314 w 5741575"/>
              <a:gd name="connsiteY24" fmla="*/ 688815 h 955271"/>
              <a:gd name="connsiteX25" fmla="*/ 1378034 w 5741575"/>
              <a:gd name="connsiteY25" fmla="*/ 685842 h 955271"/>
              <a:gd name="connsiteX26" fmla="*/ 1395604 w 5741575"/>
              <a:gd name="connsiteY26" fmla="*/ 680460 h 955271"/>
              <a:gd name="connsiteX27" fmla="*/ 1397206 w 5741575"/>
              <a:gd name="connsiteY27" fmla="*/ 670793 h 955271"/>
              <a:gd name="connsiteX28" fmla="*/ 1421250 w 5741575"/>
              <a:gd name="connsiteY28" fmla="*/ 656855 h 955271"/>
              <a:gd name="connsiteX29" fmla="*/ 1454524 w 5741575"/>
              <a:gd name="connsiteY29" fmla="*/ 649224 h 955271"/>
              <a:gd name="connsiteX30" fmla="*/ 1616217 w 5741575"/>
              <a:gd name="connsiteY30" fmla="*/ 622107 h 955271"/>
              <a:gd name="connsiteX31" fmla="*/ 1710928 w 5741575"/>
              <a:gd name="connsiteY31" fmla="*/ 600666 h 955271"/>
              <a:gd name="connsiteX32" fmla="*/ 1743718 w 5741575"/>
              <a:gd name="connsiteY32" fmla="*/ 584327 h 955271"/>
              <a:gd name="connsiteX33" fmla="*/ 1873778 w 5741575"/>
              <a:gd name="connsiteY33" fmla="*/ 530130 h 955271"/>
              <a:gd name="connsiteX34" fmla="*/ 1988411 w 5741575"/>
              <a:gd name="connsiteY34" fmla="*/ 491599 h 955271"/>
              <a:gd name="connsiteX35" fmla="*/ 2085507 w 5741575"/>
              <a:gd name="connsiteY35" fmla="*/ 498527 h 955271"/>
              <a:gd name="connsiteX36" fmla="*/ 2090767 w 5741575"/>
              <a:gd name="connsiteY36" fmla="*/ 490616 h 955271"/>
              <a:gd name="connsiteX37" fmla="*/ 2151143 w 5741575"/>
              <a:gd name="connsiteY37" fmla="*/ 478332 h 955271"/>
              <a:gd name="connsiteX38" fmla="*/ 2378710 w 5741575"/>
              <a:gd name="connsiteY38" fmla="*/ 477570 h 955271"/>
              <a:gd name="connsiteX39" fmla="*/ 2496256 w 5741575"/>
              <a:gd name="connsiteY39" fmla="*/ 452396 h 955271"/>
              <a:gd name="connsiteX40" fmla="*/ 2535387 w 5741575"/>
              <a:gd name="connsiteY40" fmla="*/ 436645 h 955271"/>
              <a:gd name="connsiteX41" fmla="*/ 2601109 w 5741575"/>
              <a:gd name="connsiteY41" fmla="*/ 410678 h 955271"/>
              <a:gd name="connsiteX42" fmla="*/ 2643855 w 5741575"/>
              <a:gd name="connsiteY42" fmla="*/ 374482 h 955271"/>
              <a:gd name="connsiteX43" fmla="*/ 2657726 w 5741575"/>
              <a:gd name="connsiteY43" fmla="*/ 365841 h 955271"/>
              <a:gd name="connsiteX44" fmla="*/ 2687125 w 5741575"/>
              <a:gd name="connsiteY44" fmla="*/ 366820 h 955271"/>
              <a:gd name="connsiteX45" fmla="*/ 2697479 w 5741575"/>
              <a:gd name="connsiteY45" fmla="*/ 361430 h 955271"/>
              <a:gd name="connsiteX46" fmla="*/ 2701547 w 5741575"/>
              <a:gd name="connsiteY46" fmla="*/ 361545 h 955271"/>
              <a:gd name="connsiteX47" fmla="*/ 2711054 w 5741575"/>
              <a:gd name="connsiteY47" fmla="*/ 360597 h 955271"/>
              <a:gd name="connsiteX48" fmla="*/ 2710438 w 5741575"/>
              <a:gd name="connsiteY48" fmla="*/ 366958 h 955271"/>
              <a:gd name="connsiteX49" fmla="*/ 2722936 w 5741575"/>
              <a:gd name="connsiteY49" fmla="*/ 377633 h 955271"/>
              <a:gd name="connsiteX50" fmla="*/ 2777227 w 5741575"/>
              <a:gd name="connsiteY50" fmla="*/ 368972 h 955271"/>
              <a:gd name="connsiteX51" fmla="*/ 2779510 w 5741575"/>
              <a:gd name="connsiteY51" fmla="*/ 361652 h 955271"/>
              <a:gd name="connsiteX52" fmla="*/ 2786278 w 5741575"/>
              <a:gd name="connsiteY52" fmla="*/ 359869 h 955271"/>
              <a:gd name="connsiteX53" fmla="*/ 2792101 w 5741575"/>
              <a:gd name="connsiteY53" fmla="*/ 365927 h 955271"/>
              <a:gd name="connsiteX54" fmla="*/ 2885545 w 5741575"/>
              <a:gd name="connsiteY54" fmla="*/ 372818 h 955271"/>
              <a:gd name="connsiteX55" fmla="*/ 3009558 w 5741575"/>
              <a:gd name="connsiteY55" fmla="*/ 370573 h 955271"/>
              <a:gd name="connsiteX56" fmla="*/ 3095010 w 5741575"/>
              <a:gd name="connsiteY56" fmla="*/ 332454 h 955271"/>
              <a:gd name="connsiteX57" fmla="*/ 3103742 w 5741575"/>
              <a:gd name="connsiteY57" fmla="*/ 337974 h 955271"/>
              <a:gd name="connsiteX58" fmla="*/ 3165093 w 5741575"/>
              <a:gd name="connsiteY58" fmla="*/ 329459 h 955271"/>
              <a:gd name="connsiteX59" fmla="*/ 3373785 w 5741575"/>
              <a:gd name="connsiteY59" fmla="*/ 255680 h 955271"/>
              <a:gd name="connsiteX60" fmla="*/ 3493851 w 5741575"/>
              <a:gd name="connsiteY60" fmla="*/ 240255 h 955271"/>
              <a:gd name="connsiteX61" fmla="*/ 3537470 w 5741575"/>
              <a:gd name="connsiteY61" fmla="*/ 241867 h 955271"/>
              <a:gd name="connsiteX62" fmla="*/ 3610489 w 5741575"/>
              <a:gd name="connsiteY62" fmla="*/ 244128 h 955271"/>
              <a:gd name="connsiteX63" fmla="*/ 3667539 w 5741575"/>
              <a:gd name="connsiteY63" fmla="*/ 263271 h 955271"/>
              <a:gd name="connsiteX64" fmla="*/ 3727614 w 5741575"/>
              <a:gd name="connsiteY64" fmla="*/ 258245 h 955271"/>
              <a:gd name="connsiteX65" fmla="*/ 3738369 w 5741575"/>
              <a:gd name="connsiteY65" fmla="*/ 234506 h 955271"/>
              <a:gd name="connsiteX66" fmla="*/ 3803670 w 5741575"/>
              <a:gd name="connsiteY66" fmla="*/ 236457 h 955271"/>
              <a:gd name="connsiteX67" fmla="*/ 3903080 w 5741575"/>
              <a:gd name="connsiteY67" fmla="*/ 241890 h 955271"/>
              <a:gd name="connsiteX68" fmla="*/ 4114838 w 5741575"/>
              <a:gd name="connsiteY68" fmla="*/ 238165 h 955271"/>
              <a:gd name="connsiteX69" fmla="*/ 4271023 w 5741575"/>
              <a:gd name="connsiteY69" fmla="*/ 241959 h 955271"/>
              <a:gd name="connsiteX70" fmla="*/ 4367397 w 5741575"/>
              <a:gd name="connsiteY70" fmla="*/ 271442 h 955271"/>
              <a:gd name="connsiteX71" fmla="*/ 4495366 w 5741575"/>
              <a:gd name="connsiteY71" fmla="*/ 271618 h 955271"/>
              <a:gd name="connsiteX72" fmla="*/ 4517347 w 5741575"/>
              <a:gd name="connsiteY72" fmla="*/ 275639 h 955271"/>
              <a:gd name="connsiteX73" fmla="*/ 4546116 w 5741575"/>
              <a:gd name="connsiteY73" fmla="*/ 268568 h 955271"/>
              <a:gd name="connsiteX74" fmla="*/ 4661259 w 5741575"/>
              <a:gd name="connsiteY74" fmla="*/ 238966 h 955271"/>
              <a:gd name="connsiteX75" fmla="*/ 4750403 w 5741575"/>
              <a:gd name="connsiteY75" fmla="*/ 204364 h 955271"/>
              <a:gd name="connsiteX76" fmla="*/ 4867614 w 5741575"/>
              <a:gd name="connsiteY76" fmla="*/ 208668 h 955271"/>
              <a:gd name="connsiteX77" fmla="*/ 4937036 w 5741575"/>
              <a:gd name="connsiteY77" fmla="*/ 195446 h 955271"/>
              <a:gd name="connsiteX78" fmla="*/ 5047626 w 5741575"/>
              <a:gd name="connsiteY78" fmla="*/ 149604 h 955271"/>
              <a:gd name="connsiteX79" fmla="*/ 5200247 w 5741575"/>
              <a:gd name="connsiteY79" fmla="*/ 142695 h 955271"/>
              <a:gd name="connsiteX80" fmla="*/ 5235691 w 5741575"/>
              <a:gd name="connsiteY80" fmla="*/ 173330 h 955271"/>
              <a:gd name="connsiteX81" fmla="*/ 5280133 w 5741575"/>
              <a:gd name="connsiteY81" fmla="*/ 189342 h 955271"/>
              <a:gd name="connsiteX82" fmla="*/ 5291963 w 5741575"/>
              <a:gd name="connsiteY82" fmla="*/ 139446 h 955271"/>
              <a:gd name="connsiteX83" fmla="*/ 5418472 w 5741575"/>
              <a:gd name="connsiteY83" fmla="*/ 89163 h 955271"/>
              <a:gd name="connsiteX84" fmla="*/ 5482354 w 5741575"/>
              <a:gd name="connsiteY84" fmla="*/ 69470 h 955271"/>
              <a:gd name="connsiteX85" fmla="*/ 5583280 w 5741575"/>
              <a:gd name="connsiteY85" fmla="*/ 49787 h 955271"/>
              <a:gd name="connsiteX86" fmla="*/ 5613766 w 5741575"/>
              <a:gd name="connsiteY86" fmla="*/ 41855 h 955271"/>
              <a:gd name="connsiteX87" fmla="*/ 5684952 w 5741575"/>
              <a:gd name="connsiteY87" fmla="*/ 26088 h 955271"/>
              <a:gd name="connsiteX88" fmla="*/ 5741575 w 5741575"/>
              <a:gd name="connsiteY88" fmla="*/ 0 h 955271"/>
              <a:gd name="connsiteX0" fmla="*/ 5741575 w 5741575"/>
              <a:gd name="connsiteY0" fmla="*/ 0 h 955271"/>
              <a:gd name="connsiteX1" fmla="*/ 5741575 w 5741575"/>
              <a:gd name="connsiteY1" fmla="*/ 955271 h 955271"/>
              <a:gd name="connsiteX2" fmla="*/ 0 w 5741575"/>
              <a:gd name="connsiteY2" fmla="*/ 955271 h 955271"/>
              <a:gd name="connsiteX3" fmla="*/ 8558 w 5741575"/>
              <a:gd name="connsiteY3" fmla="*/ 953971 h 955271"/>
              <a:gd name="connsiteX4" fmla="*/ 16894 w 5741575"/>
              <a:gd name="connsiteY4" fmla="*/ 953847 h 955271"/>
              <a:gd name="connsiteX5" fmla="*/ 28156 w 5741575"/>
              <a:gd name="connsiteY5" fmla="*/ 951374 h 955271"/>
              <a:gd name="connsiteX6" fmla="*/ 28293 w 5741575"/>
              <a:gd name="connsiteY6" fmla="*/ 950971 h 955271"/>
              <a:gd name="connsiteX7" fmla="*/ 59229 w 5741575"/>
              <a:gd name="connsiteY7" fmla="*/ 903950 h 955271"/>
              <a:gd name="connsiteX8" fmla="*/ 148657 w 5741575"/>
              <a:gd name="connsiteY8" fmla="*/ 898134 h 955271"/>
              <a:gd name="connsiteX9" fmla="*/ 174554 w 5741575"/>
              <a:gd name="connsiteY9" fmla="*/ 886351 h 955271"/>
              <a:gd name="connsiteX10" fmla="*/ 187633 w 5741575"/>
              <a:gd name="connsiteY10" fmla="*/ 878226 h 955271"/>
              <a:gd name="connsiteX11" fmla="*/ 187961 w 5741575"/>
              <a:gd name="connsiteY11" fmla="*/ 876538 h 955271"/>
              <a:gd name="connsiteX12" fmla="*/ 240501 w 5741575"/>
              <a:gd name="connsiteY12" fmla="*/ 873150 h 955271"/>
              <a:gd name="connsiteX13" fmla="*/ 246345 w 5741575"/>
              <a:gd name="connsiteY13" fmla="*/ 869942 h 955271"/>
              <a:gd name="connsiteX14" fmla="*/ 306299 w 5741575"/>
              <a:gd name="connsiteY14" fmla="*/ 873609 h 955271"/>
              <a:gd name="connsiteX15" fmla="*/ 331571 w 5741575"/>
              <a:gd name="connsiteY15" fmla="*/ 869866 h 955271"/>
              <a:gd name="connsiteX16" fmla="*/ 384157 w 5741575"/>
              <a:gd name="connsiteY16" fmla="*/ 867971 h 955271"/>
              <a:gd name="connsiteX17" fmla="*/ 477637 w 5741575"/>
              <a:gd name="connsiteY17" fmla="*/ 870334 h 955271"/>
              <a:gd name="connsiteX18" fmla="*/ 570239 w 5741575"/>
              <a:gd name="connsiteY18" fmla="*/ 829596 h 955271"/>
              <a:gd name="connsiteX19" fmla="*/ 787156 w 5741575"/>
              <a:gd name="connsiteY19" fmla="*/ 838447 h 955271"/>
              <a:gd name="connsiteX20" fmla="*/ 948872 w 5741575"/>
              <a:gd name="connsiteY20" fmla="*/ 772201 h 955271"/>
              <a:gd name="connsiteX21" fmla="*/ 1127089 w 5741575"/>
              <a:gd name="connsiteY21" fmla="*/ 746926 h 955271"/>
              <a:gd name="connsiteX22" fmla="*/ 1220426 w 5741575"/>
              <a:gd name="connsiteY22" fmla="*/ 721810 h 955271"/>
              <a:gd name="connsiteX23" fmla="*/ 1306771 w 5741575"/>
              <a:gd name="connsiteY23" fmla="*/ 717936 h 955271"/>
              <a:gd name="connsiteX24" fmla="*/ 1374314 w 5741575"/>
              <a:gd name="connsiteY24" fmla="*/ 688815 h 955271"/>
              <a:gd name="connsiteX25" fmla="*/ 1378034 w 5741575"/>
              <a:gd name="connsiteY25" fmla="*/ 685842 h 955271"/>
              <a:gd name="connsiteX26" fmla="*/ 1395604 w 5741575"/>
              <a:gd name="connsiteY26" fmla="*/ 680460 h 955271"/>
              <a:gd name="connsiteX27" fmla="*/ 1397206 w 5741575"/>
              <a:gd name="connsiteY27" fmla="*/ 670793 h 955271"/>
              <a:gd name="connsiteX28" fmla="*/ 1421250 w 5741575"/>
              <a:gd name="connsiteY28" fmla="*/ 656855 h 955271"/>
              <a:gd name="connsiteX29" fmla="*/ 1454524 w 5741575"/>
              <a:gd name="connsiteY29" fmla="*/ 649224 h 955271"/>
              <a:gd name="connsiteX30" fmla="*/ 1616217 w 5741575"/>
              <a:gd name="connsiteY30" fmla="*/ 622107 h 955271"/>
              <a:gd name="connsiteX31" fmla="*/ 1710928 w 5741575"/>
              <a:gd name="connsiteY31" fmla="*/ 600666 h 955271"/>
              <a:gd name="connsiteX32" fmla="*/ 1743718 w 5741575"/>
              <a:gd name="connsiteY32" fmla="*/ 584327 h 955271"/>
              <a:gd name="connsiteX33" fmla="*/ 1873778 w 5741575"/>
              <a:gd name="connsiteY33" fmla="*/ 530130 h 955271"/>
              <a:gd name="connsiteX34" fmla="*/ 1988411 w 5741575"/>
              <a:gd name="connsiteY34" fmla="*/ 491599 h 955271"/>
              <a:gd name="connsiteX35" fmla="*/ 2085507 w 5741575"/>
              <a:gd name="connsiteY35" fmla="*/ 498527 h 955271"/>
              <a:gd name="connsiteX36" fmla="*/ 2090767 w 5741575"/>
              <a:gd name="connsiteY36" fmla="*/ 490616 h 955271"/>
              <a:gd name="connsiteX37" fmla="*/ 2151143 w 5741575"/>
              <a:gd name="connsiteY37" fmla="*/ 478332 h 955271"/>
              <a:gd name="connsiteX38" fmla="*/ 2378710 w 5741575"/>
              <a:gd name="connsiteY38" fmla="*/ 477570 h 955271"/>
              <a:gd name="connsiteX39" fmla="*/ 2496256 w 5741575"/>
              <a:gd name="connsiteY39" fmla="*/ 452396 h 955271"/>
              <a:gd name="connsiteX40" fmla="*/ 2535387 w 5741575"/>
              <a:gd name="connsiteY40" fmla="*/ 436645 h 955271"/>
              <a:gd name="connsiteX41" fmla="*/ 2601109 w 5741575"/>
              <a:gd name="connsiteY41" fmla="*/ 410678 h 955271"/>
              <a:gd name="connsiteX42" fmla="*/ 2643855 w 5741575"/>
              <a:gd name="connsiteY42" fmla="*/ 374482 h 955271"/>
              <a:gd name="connsiteX43" fmla="*/ 2657726 w 5741575"/>
              <a:gd name="connsiteY43" fmla="*/ 365841 h 955271"/>
              <a:gd name="connsiteX44" fmla="*/ 2687125 w 5741575"/>
              <a:gd name="connsiteY44" fmla="*/ 366820 h 955271"/>
              <a:gd name="connsiteX45" fmla="*/ 2697479 w 5741575"/>
              <a:gd name="connsiteY45" fmla="*/ 361430 h 955271"/>
              <a:gd name="connsiteX46" fmla="*/ 2701547 w 5741575"/>
              <a:gd name="connsiteY46" fmla="*/ 361545 h 955271"/>
              <a:gd name="connsiteX47" fmla="*/ 2711054 w 5741575"/>
              <a:gd name="connsiteY47" fmla="*/ 360597 h 955271"/>
              <a:gd name="connsiteX48" fmla="*/ 2710438 w 5741575"/>
              <a:gd name="connsiteY48" fmla="*/ 366958 h 955271"/>
              <a:gd name="connsiteX49" fmla="*/ 2722936 w 5741575"/>
              <a:gd name="connsiteY49" fmla="*/ 377633 h 955271"/>
              <a:gd name="connsiteX50" fmla="*/ 2777227 w 5741575"/>
              <a:gd name="connsiteY50" fmla="*/ 368972 h 955271"/>
              <a:gd name="connsiteX51" fmla="*/ 2779510 w 5741575"/>
              <a:gd name="connsiteY51" fmla="*/ 361652 h 955271"/>
              <a:gd name="connsiteX52" fmla="*/ 2786278 w 5741575"/>
              <a:gd name="connsiteY52" fmla="*/ 359869 h 955271"/>
              <a:gd name="connsiteX53" fmla="*/ 2792101 w 5741575"/>
              <a:gd name="connsiteY53" fmla="*/ 365927 h 955271"/>
              <a:gd name="connsiteX54" fmla="*/ 2885545 w 5741575"/>
              <a:gd name="connsiteY54" fmla="*/ 372818 h 955271"/>
              <a:gd name="connsiteX55" fmla="*/ 3009558 w 5741575"/>
              <a:gd name="connsiteY55" fmla="*/ 370573 h 955271"/>
              <a:gd name="connsiteX56" fmla="*/ 3095010 w 5741575"/>
              <a:gd name="connsiteY56" fmla="*/ 332454 h 955271"/>
              <a:gd name="connsiteX57" fmla="*/ 3103742 w 5741575"/>
              <a:gd name="connsiteY57" fmla="*/ 337974 h 955271"/>
              <a:gd name="connsiteX58" fmla="*/ 3165093 w 5741575"/>
              <a:gd name="connsiteY58" fmla="*/ 329459 h 955271"/>
              <a:gd name="connsiteX59" fmla="*/ 3373785 w 5741575"/>
              <a:gd name="connsiteY59" fmla="*/ 255680 h 955271"/>
              <a:gd name="connsiteX60" fmla="*/ 3493851 w 5741575"/>
              <a:gd name="connsiteY60" fmla="*/ 240255 h 955271"/>
              <a:gd name="connsiteX61" fmla="*/ 3537470 w 5741575"/>
              <a:gd name="connsiteY61" fmla="*/ 241867 h 955271"/>
              <a:gd name="connsiteX62" fmla="*/ 3610489 w 5741575"/>
              <a:gd name="connsiteY62" fmla="*/ 244128 h 955271"/>
              <a:gd name="connsiteX63" fmla="*/ 3667539 w 5741575"/>
              <a:gd name="connsiteY63" fmla="*/ 263271 h 955271"/>
              <a:gd name="connsiteX64" fmla="*/ 3727614 w 5741575"/>
              <a:gd name="connsiteY64" fmla="*/ 258245 h 955271"/>
              <a:gd name="connsiteX65" fmla="*/ 3738369 w 5741575"/>
              <a:gd name="connsiteY65" fmla="*/ 234506 h 955271"/>
              <a:gd name="connsiteX66" fmla="*/ 3803670 w 5741575"/>
              <a:gd name="connsiteY66" fmla="*/ 236457 h 955271"/>
              <a:gd name="connsiteX67" fmla="*/ 3903080 w 5741575"/>
              <a:gd name="connsiteY67" fmla="*/ 241890 h 955271"/>
              <a:gd name="connsiteX68" fmla="*/ 4114838 w 5741575"/>
              <a:gd name="connsiteY68" fmla="*/ 238165 h 955271"/>
              <a:gd name="connsiteX69" fmla="*/ 4271023 w 5741575"/>
              <a:gd name="connsiteY69" fmla="*/ 241959 h 955271"/>
              <a:gd name="connsiteX70" fmla="*/ 4367397 w 5741575"/>
              <a:gd name="connsiteY70" fmla="*/ 271442 h 955271"/>
              <a:gd name="connsiteX71" fmla="*/ 4495366 w 5741575"/>
              <a:gd name="connsiteY71" fmla="*/ 271618 h 955271"/>
              <a:gd name="connsiteX72" fmla="*/ 4517347 w 5741575"/>
              <a:gd name="connsiteY72" fmla="*/ 275639 h 955271"/>
              <a:gd name="connsiteX73" fmla="*/ 4546116 w 5741575"/>
              <a:gd name="connsiteY73" fmla="*/ 268568 h 955271"/>
              <a:gd name="connsiteX74" fmla="*/ 4661259 w 5741575"/>
              <a:gd name="connsiteY74" fmla="*/ 238966 h 955271"/>
              <a:gd name="connsiteX75" fmla="*/ 4750403 w 5741575"/>
              <a:gd name="connsiteY75" fmla="*/ 204364 h 955271"/>
              <a:gd name="connsiteX76" fmla="*/ 4867614 w 5741575"/>
              <a:gd name="connsiteY76" fmla="*/ 208668 h 955271"/>
              <a:gd name="connsiteX77" fmla="*/ 4937036 w 5741575"/>
              <a:gd name="connsiteY77" fmla="*/ 195446 h 955271"/>
              <a:gd name="connsiteX78" fmla="*/ 5047626 w 5741575"/>
              <a:gd name="connsiteY78" fmla="*/ 149604 h 955271"/>
              <a:gd name="connsiteX79" fmla="*/ 5200247 w 5741575"/>
              <a:gd name="connsiteY79" fmla="*/ 142695 h 955271"/>
              <a:gd name="connsiteX80" fmla="*/ 5235691 w 5741575"/>
              <a:gd name="connsiteY80" fmla="*/ 173330 h 955271"/>
              <a:gd name="connsiteX81" fmla="*/ 5280133 w 5741575"/>
              <a:gd name="connsiteY81" fmla="*/ 189342 h 955271"/>
              <a:gd name="connsiteX82" fmla="*/ 5291963 w 5741575"/>
              <a:gd name="connsiteY82" fmla="*/ 139446 h 955271"/>
              <a:gd name="connsiteX83" fmla="*/ 5418472 w 5741575"/>
              <a:gd name="connsiteY83" fmla="*/ 89163 h 955271"/>
              <a:gd name="connsiteX84" fmla="*/ 5482354 w 5741575"/>
              <a:gd name="connsiteY84" fmla="*/ 69470 h 955271"/>
              <a:gd name="connsiteX85" fmla="*/ 5583280 w 5741575"/>
              <a:gd name="connsiteY85" fmla="*/ 49787 h 955271"/>
              <a:gd name="connsiteX86" fmla="*/ 5613766 w 5741575"/>
              <a:gd name="connsiteY86" fmla="*/ 41855 h 955271"/>
              <a:gd name="connsiteX87" fmla="*/ 5684952 w 5741575"/>
              <a:gd name="connsiteY87" fmla="*/ 26088 h 955271"/>
              <a:gd name="connsiteX88" fmla="*/ 5741575 w 5741575"/>
              <a:gd name="connsiteY88" fmla="*/ 0 h 955271"/>
              <a:gd name="connsiteX0" fmla="*/ 5741575 w 5741575"/>
              <a:gd name="connsiteY0" fmla="*/ 0 h 955271"/>
              <a:gd name="connsiteX1" fmla="*/ 5741575 w 5741575"/>
              <a:gd name="connsiteY1" fmla="*/ 955271 h 955271"/>
              <a:gd name="connsiteX2" fmla="*/ 0 w 5741575"/>
              <a:gd name="connsiteY2" fmla="*/ 955271 h 955271"/>
              <a:gd name="connsiteX3" fmla="*/ 8558 w 5741575"/>
              <a:gd name="connsiteY3" fmla="*/ 953971 h 955271"/>
              <a:gd name="connsiteX4" fmla="*/ 16894 w 5741575"/>
              <a:gd name="connsiteY4" fmla="*/ 953847 h 955271"/>
              <a:gd name="connsiteX5" fmla="*/ 28156 w 5741575"/>
              <a:gd name="connsiteY5" fmla="*/ 951374 h 955271"/>
              <a:gd name="connsiteX6" fmla="*/ 28293 w 5741575"/>
              <a:gd name="connsiteY6" fmla="*/ 950971 h 955271"/>
              <a:gd name="connsiteX7" fmla="*/ 59229 w 5741575"/>
              <a:gd name="connsiteY7" fmla="*/ 903950 h 955271"/>
              <a:gd name="connsiteX8" fmla="*/ 148657 w 5741575"/>
              <a:gd name="connsiteY8" fmla="*/ 898134 h 955271"/>
              <a:gd name="connsiteX9" fmla="*/ 174554 w 5741575"/>
              <a:gd name="connsiteY9" fmla="*/ 886351 h 955271"/>
              <a:gd name="connsiteX10" fmla="*/ 187633 w 5741575"/>
              <a:gd name="connsiteY10" fmla="*/ 878226 h 955271"/>
              <a:gd name="connsiteX11" fmla="*/ 187961 w 5741575"/>
              <a:gd name="connsiteY11" fmla="*/ 876538 h 955271"/>
              <a:gd name="connsiteX12" fmla="*/ 240501 w 5741575"/>
              <a:gd name="connsiteY12" fmla="*/ 873150 h 955271"/>
              <a:gd name="connsiteX13" fmla="*/ 246345 w 5741575"/>
              <a:gd name="connsiteY13" fmla="*/ 869942 h 955271"/>
              <a:gd name="connsiteX14" fmla="*/ 306299 w 5741575"/>
              <a:gd name="connsiteY14" fmla="*/ 873609 h 955271"/>
              <a:gd name="connsiteX15" fmla="*/ 331571 w 5741575"/>
              <a:gd name="connsiteY15" fmla="*/ 869866 h 955271"/>
              <a:gd name="connsiteX16" fmla="*/ 384157 w 5741575"/>
              <a:gd name="connsiteY16" fmla="*/ 867971 h 955271"/>
              <a:gd name="connsiteX17" fmla="*/ 477637 w 5741575"/>
              <a:gd name="connsiteY17" fmla="*/ 870334 h 955271"/>
              <a:gd name="connsiteX18" fmla="*/ 570239 w 5741575"/>
              <a:gd name="connsiteY18" fmla="*/ 829596 h 955271"/>
              <a:gd name="connsiteX19" fmla="*/ 772070 w 5741575"/>
              <a:gd name="connsiteY19" fmla="*/ 820296 h 955271"/>
              <a:gd name="connsiteX20" fmla="*/ 948872 w 5741575"/>
              <a:gd name="connsiteY20" fmla="*/ 772201 h 955271"/>
              <a:gd name="connsiteX21" fmla="*/ 1127089 w 5741575"/>
              <a:gd name="connsiteY21" fmla="*/ 746926 h 955271"/>
              <a:gd name="connsiteX22" fmla="*/ 1220426 w 5741575"/>
              <a:gd name="connsiteY22" fmla="*/ 721810 h 955271"/>
              <a:gd name="connsiteX23" fmla="*/ 1306771 w 5741575"/>
              <a:gd name="connsiteY23" fmla="*/ 717936 h 955271"/>
              <a:gd name="connsiteX24" fmla="*/ 1374314 w 5741575"/>
              <a:gd name="connsiteY24" fmla="*/ 688815 h 955271"/>
              <a:gd name="connsiteX25" fmla="*/ 1378034 w 5741575"/>
              <a:gd name="connsiteY25" fmla="*/ 685842 h 955271"/>
              <a:gd name="connsiteX26" fmla="*/ 1395604 w 5741575"/>
              <a:gd name="connsiteY26" fmla="*/ 680460 h 955271"/>
              <a:gd name="connsiteX27" fmla="*/ 1397206 w 5741575"/>
              <a:gd name="connsiteY27" fmla="*/ 670793 h 955271"/>
              <a:gd name="connsiteX28" fmla="*/ 1421250 w 5741575"/>
              <a:gd name="connsiteY28" fmla="*/ 656855 h 955271"/>
              <a:gd name="connsiteX29" fmla="*/ 1454524 w 5741575"/>
              <a:gd name="connsiteY29" fmla="*/ 649224 h 955271"/>
              <a:gd name="connsiteX30" fmla="*/ 1616217 w 5741575"/>
              <a:gd name="connsiteY30" fmla="*/ 622107 h 955271"/>
              <a:gd name="connsiteX31" fmla="*/ 1710928 w 5741575"/>
              <a:gd name="connsiteY31" fmla="*/ 600666 h 955271"/>
              <a:gd name="connsiteX32" fmla="*/ 1743718 w 5741575"/>
              <a:gd name="connsiteY32" fmla="*/ 584327 h 955271"/>
              <a:gd name="connsiteX33" fmla="*/ 1873778 w 5741575"/>
              <a:gd name="connsiteY33" fmla="*/ 530130 h 955271"/>
              <a:gd name="connsiteX34" fmla="*/ 1988411 w 5741575"/>
              <a:gd name="connsiteY34" fmla="*/ 491599 h 955271"/>
              <a:gd name="connsiteX35" fmla="*/ 2085507 w 5741575"/>
              <a:gd name="connsiteY35" fmla="*/ 498527 h 955271"/>
              <a:gd name="connsiteX36" fmla="*/ 2090767 w 5741575"/>
              <a:gd name="connsiteY36" fmla="*/ 490616 h 955271"/>
              <a:gd name="connsiteX37" fmla="*/ 2151143 w 5741575"/>
              <a:gd name="connsiteY37" fmla="*/ 478332 h 955271"/>
              <a:gd name="connsiteX38" fmla="*/ 2378710 w 5741575"/>
              <a:gd name="connsiteY38" fmla="*/ 477570 h 955271"/>
              <a:gd name="connsiteX39" fmla="*/ 2496256 w 5741575"/>
              <a:gd name="connsiteY39" fmla="*/ 452396 h 955271"/>
              <a:gd name="connsiteX40" fmla="*/ 2535387 w 5741575"/>
              <a:gd name="connsiteY40" fmla="*/ 436645 h 955271"/>
              <a:gd name="connsiteX41" fmla="*/ 2601109 w 5741575"/>
              <a:gd name="connsiteY41" fmla="*/ 410678 h 955271"/>
              <a:gd name="connsiteX42" fmla="*/ 2643855 w 5741575"/>
              <a:gd name="connsiteY42" fmla="*/ 374482 h 955271"/>
              <a:gd name="connsiteX43" fmla="*/ 2657726 w 5741575"/>
              <a:gd name="connsiteY43" fmla="*/ 365841 h 955271"/>
              <a:gd name="connsiteX44" fmla="*/ 2687125 w 5741575"/>
              <a:gd name="connsiteY44" fmla="*/ 366820 h 955271"/>
              <a:gd name="connsiteX45" fmla="*/ 2697479 w 5741575"/>
              <a:gd name="connsiteY45" fmla="*/ 361430 h 955271"/>
              <a:gd name="connsiteX46" fmla="*/ 2701547 w 5741575"/>
              <a:gd name="connsiteY46" fmla="*/ 361545 h 955271"/>
              <a:gd name="connsiteX47" fmla="*/ 2711054 w 5741575"/>
              <a:gd name="connsiteY47" fmla="*/ 360597 h 955271"/>
              <a:gd name="connsiteX48" fmla="*/ 2710438 w 5741575"/>
              <a:gd name="connsiteY48" fmla="*/ 366958 h 955271"/>
              <a:gd name="connsiteX49" fmla="*/ 2722936 w 5741575"/>
              <a:gd name="connsiteY49" fmla="*/ 377633 h 955271"/>
              <a:gd name="connsiteX50" fmla="*/ 2777227 w 5741575"/>
              <a:gd name="connsiteY50" fmla="*/ 368972 h 955271"/>
              <a:gd name="connsiteX51" fmla="*/ 2779510 w 5741575"/>
              <a:gd name="connsiteY51" fmla="*/ 361652 h 955271"/>
              <a:gd name="connsiteX52" fmla="*/ 2786278 w 5741575"/>
              <a:gd name="connsiteY52" fmla="*/ 359869 h 955271"/>
              <a:gd name="connsiteX53" fmla="*/ 2792101 w 5741575"/>
              <a:gd name="connsiteY53" fmla="*/ 365927 h 955271"/>
              <a:gd name="connsiteX54" fmla="*/ 2885545 w 5741575"/>
              <a:gd name="connsiteY54" fmla="*/ 372818 h 955271"/>
              <a:gd name="connsiteX55" fmla="*/ 3009558 w 5741575"/>
              <a:gd name="connsiteY55" fmla="*/ 370573 h 955271"/>
              <a:gd name="connsiteX56" fmla="*/ 3095010 w 5741575"/>
              <a:gd name="connsiteY56" fmla="*/ 332454 h 955271"/>
              <a:gd name="connsiteX57" fmla="*/ 3103742 w 5741575"/>
              <a:gd name="connsiteY57" fmla="*/ 337974 h 955271"/>
              <a:gd name="connsiteX58" fmla="*/ 3165093 w 5741575"/>
              <a:gd name="connsiteY58" fmla="*/ 329459 h 955271"/>
              <a:gd name="connsiteX59" fmla="*/ 3373785 w 5741575"/>
              <a:gd name="connsiteY59" fmla="*/ 255680 h 955271"/>
              <a:gd name="connsiteX60" fmla="*/ 3493851 w 5741575"/>
              <a:gd name="connsiteY60" fmla="*/ 240255 h 955271"/>
              <a:gd name="connsiteX61" fmla="*/ 3537470 w 5741575"/>
              <a:gd name="connsiteY61" fmla="*/ 241867 h 955271"/>
              <a:gd name="connsiteX62" fmla="*/ 3610489 w 5741575"/>
              <a:gd name="connsiteY62" fmla="*/ 244128 h 955271"/>
              <a:gd name="connsiteX63" fmla="*/ 3667539 w 5741575"/>
              <a:gd name="connsiteY63" fmla="*/ 263271 h 955271"/>
              <a:gd name="connsiteX64" fmla="*/ 3727614 w 5741575"/>
              <a:gd name="connsiteY64" fmla="*/ 258245 h 955271"/>
              <a:gd name="connsiteX65" fmla="*/ 3738369 w 5741575"/>
              <a:gd name="connsiteY65" fmla="*/ 234506 h 955271"/>
              <a:gd name="connsiteX66" fmla="*/ 3803670 w 5741575"/>
              <a:gd name="connsiteY66" fmla="*/ 236457 h 955271"/>
              <a:gd name="connsiteX67" fmla="*/ 3903080 w 5741575"/>
              <a:gd name="connsiteY67" fmla="*/ 241890 h 955271"/>
              <a:gd name="connsiteX68" fmla="*/ 4114838 w 5741575"/>
              <a:gd name="connsiteY68" fmla="*/ 238165 h 955271"/>
              <a:gd name="connsiteX69" fmla="*/ 4271023 w 5741575"/>
              <a:gd name="connsiteY69" fmla="*/ 241959 h 955271"/>
              <a:gd name="connsiteX70" fmla="*/ 4367397 w 5741575"/>
              <a:gd name="connsiteY70" fmla="*/ 271442 h 955271"/>
              <a:gd name="connsiteX71" fmla="*/ 4495366 w 5741575"/>
              <a:gd name="connsiteY71" fmla="*/ 271618 h 955271"/>
              <a:gd name="connsiteX72" fmla="*/ 4517347 w 5741575"/>
              <a:gd name="connsiteY72" fmla="*/ 275639 h 955271"/>
              <a:gd name="connsiteX73" fmla="*/ 4546116 w 5741575"/>
              <a:gd name="connsiteY73" fmla="*/ 268568 h 955271"/>
              <a:gd name="connsiteX74" fmla="*/ 4661259 w 5741575"/>
              <a:gd name="connsiteY74" fmla="*/ 238966 h 955271"/>
              <a:gd name="connsiteX75" fmla="*/ 4750403 w 5741575"/>
              <a:gd name="connsiteY75" fmla="*/ 204364 h 955271"/>
              <a:gd name="connsiteX76" fmla="*/ 4867614 w 5741575"/>
              <a:gd name="connsiteY76" fmla="*/ 208668 h 955271"/>
              <a:gd name="connsiteX77" fmla="*/ 4937036 w 5741575"/>
              <a:gd name="connsiteY77" fmla="*/ 195446 h 955271"/>
              <a:gd name="connsiteX78" fmla="*/ 5047626 w 5741575"/>
              <a:gd name="connsiteY78" fmla="*/ 149604 h 955271"/>
              <a:gd name="connsiteX79" fmla="*/ 5200247 w 5741575"/>
              <a:gd name="connsiteY79" fmla="*/ 142695 h 955271"/>
              <a:gd name="connsiteX80" fmla="*/ 5235691 w 5741575"/>
              <a:gd name="connsiteY80" fmla="*/ 173330 h 955271"/>
              <a:gd name="connsiteX81" fmla="*/ 5280133 w 5741575"/>
              <a:gd name="connsiteY81" fmla="*/ 189342 h 955271"/>
              <a:gd name="connsiteX82" fmla="*/ 5291963 w 5741575"/>
              <a:gd name="connsiteY82" fmla="*/ 139446 h 955271"/>
              <a:gd name="connsiteX83" fmla="*/ 5418472 w 5741575"/>
              <a:gd name="connsiteY83" fmla="*/ 89163 h 955271"/>
              <a:gd name="connsiteX84" fmla="*/ 5482354 w 5741575"/>
              <a:gd name="connsiteY84" fmla="*/ 69470 h 955271"/>
              <a:gd name="connsiteX85" fmla="*/ 5583280 w 5741575"/>
              <a:gd name="connsiteY85" fmla="*/ 49787 h 955271"/>
              <a:gd name="connsiteX86" fmla="*/ 5613766 w 5741575"/>
              <a:gd name="connsiteY86" fmla="*/ 41855 h 955271"/>
              <a:gd name="connsiteX87" fmla="*/ 5684952 w 5741575"/>
              <a:gd name="connsiteY87" fmla="*/ 26088 h 955271"/>
              <a:gd name="connsiteX88" fmla="*/ 5741575 w 5741575"/>
              <a:gd name="connsiteY88" fmla="*/ 0 h 955271"/>
              <a:gd name="connsiteX0" fmla="*/ 5741575 w 5741575"/>
              <a:gd name="connsiteY0" fmla="*/ 0 h 955271"/>
              <a:gd name="connsiteX1" fmla="*/ 5741575 w 5741575"/>
              <a:gd name="connsiteY1" fmla="*/ 955271 h 955271"/>
              <a:gd name="connsiteX2" fmla="*/ 0 w 5741575"/>
              <a:gd name="connsiteY2" fmla="*/ 955271 h 955271"/>
              <a:gd name="connsiteX3" fmla="*/ 8558 w 5741575"/>
              <a:gd name="connsiteY3" fmla="*/ 953971 h 955271"/>
              <a:gd name="connsiteX4" fmla="*/ 16894 w 5741575"/>
              <a:gd name="connsiteY4" fmla="*/ 953847 h 955271"/>
              <a:gd name="connsiteX5" fmla="*/ 28156 w 5741575"/>
              <a:gd name="connsiteY5" fmla="*/ 951374 h 955271"/>
              <a:gd name="connsiteX6" fmla="*/ 28293 w 5741575"/>
              <a:gd name="connsiteY6" fmla="*/ 950971 h 955271"/>
              <a:gd name="connsiteX7" fmla="*/ 59229 w 5741575"/>
              <a:gd name="connsiteY7" fmla="*/ 903950 h 955271"/>
              <a:gd name="connsiteX8" fmla="*/ 148657 w 5741575"/>
              <a:gd name="connsiteY8" fmla="*/ 898134 h 955271"/>
              <a:gd name="connsiteX9" fmla="*/ 174554 w 5741575"/>
              <a:gd name="connsiteY9" fmla="*/ 886351 h 955271"/>
              <a:gd name="connsiteX10" fmla="*/ 187633 w 5741575"/>
              <a:gd name="connsiteY10" fmla="*/ 878226 h 955271"/>
              <a:gd name="connsiteX11" fmla="*/ 187961 w 5741575"/>
              <a:gd name="connsiteY11" fmla="*/ 876538 h 955271"/>
              <a:gd name="connsiteX12" fmla="*/ 240501 w 5741575"/>
              <a:gd name="connsiteY12" fmla="*/ 873150 h 955271"/>
              <a:gd name="connsiteX13" fmla="*/ 246345 w 5741575"/>
              <a:gd name="connsiteY13" fmla="*/ 869942 h 955271"/>
              <a:gd name="connsiteX14" fmla="*/ 306299 w 5741575"/>
              <a:gd name="connsiteY14" fmla="*/ 873609 h 955271"/>
              <a:gd name="connsiteX15" fmla="*/ 331571 w 5741575"/>
              <a:gd name="connsiteY15" fmla="*/ 869866 h 955271"/>
              <a:gd name="connsiteX16" fmla="*/ 384157 w 5741575"/>
              <a:gd name="connsiteY16" fmla="*/ 867971 h 955271"/>
              <a:gd name="connsiteX17" fmla="*/ 477637 w 5741575"/>
              <a:gd name="connsiteY17" fmla="*/ 870334 h 955271"/>
              <a:gd name="connsiteX18" fmla="*/ 570239 w 5741575"/>
              <a:gd name="connsiteY18" fmla="*/ 829596 h 955271"/>
              <a:gd name="connsiteX19" fmla="*/ 772070 w 5741575"/>
              <a:gd name="connsiteY19" fmla="*/ 820296 h 955271"/>
              <a:gd name="connsiteX20" fmla="*/ 948872 w 5741575"/>
              <a:gd name="connsiteY20" fmla="*/ 772201 h 955271"/>
              <a:gd name="connsiteX21" fmla="*/ 1127089 w 5741575"/>
              <a:gd name="connsiteY21" fmla="*/ 746926 h 955271"/>
              <a:gd name="connsiteX22" fmla="*/ 1220426 w 5741575"/>
              <a:gd name="connsiteY22" fmla="*/ 721810 h 955271"/>
              <a:gd name="connsiteX23" fmla="*/ 1306771 w 5741575"/>
              <a:gd name="connsiteY23" fmla="*/ 717936 h 955271"/>
              <a:gd name="connsiteX24" fmla="*/ 1374314 w 5741575"/>
              <a:gd name="connsiteY24" fmla="*/ 688815 h 955271"/>
              <a:gd name="connsiteX25" fmla="*/ 1378034 w 5741575"/>
              <a:gd name="connsiteY25" fmla="*/ 685842 h 955271"/>
              <a:gd name="connsiteX26" fmla="*/ 1395604 w 5741575"/>
              <a:gd name="connsiteY26" fmla="*/ 680460 h 955271"/>
              <a:gd name="connsiteX27" fmla="*/ 1397206 w 5741575"/>
              <a:gd name="connsiteY27" fmla="*/ 670793 h 955271"/>
              <a:gd name="connsiteX28" fmla="*/ 1421250 w 5741575"/>
              <a:gd name="connsiteY28" fmla="*/ 656855 h 955271"/>
              <a:gd name="connsiteX29" fmla="*/ 1454524 w 5741575"/>
              <a:gd name="connsiteY29" fmla="*/ 649224 h 955271"/>
              <a:gd name="connsiteX30" fmla="*/ 1616217 w 5741575"/>
              <a:gd name="connsiteY30" fmla="*/ 622107 h 955271"/>
              <a:gd name="connsiteX31" fmla="*/ 1710928 w 5741575"/>
              <a:gd name="connsiteY31" fmla="*/ 600666 h 955271"/>
              <a:gd name="connsiteX32" fmla="*/ 1743718 w 5741575"/>
              <a:gd name="connsiteY32" fmla="*/ 584327 h 955271"/>
              <a:gd name="connsiteX33" fmla="*/ 1873778 w 5741575"/>
              <a:gd name="connsiteY33" fmla="*/ 530130 h 955271"/>
              <a:gd name="connsiteX34" fmla="*/ 1988411 w 5741575"/>
              <a:gd name="connsiteY34" fmla="*/ 491599 h 955271"/>
              <a:gd name="connsiteX35" fmla="*/ 2085507 w 5741575"/>
              <a:gd name="connsiteY35" fmla="*/ 498527 h 955271"/>
              <a:gd name="connsiteX36" fmla="*/ 2090767 w 5741575"/>
              <a:gd name="connsiteY36" fmla="*/ 490616 h 955271"/>
              <a:gd name="connsiteX37" fmla="*/ 2151143 w 5741575"/>
              <a:gd name="connsiteY37" fmla="*/ 478332 h 955271"/>
              <a:gd name="connsiteX38" fmla="*/ 2378710 w 5741575"/>
              <a:gd name="connsiteY38" fmla="*/ 477570 h 955271"/>
              <a:gd name="connsiteX39" fmla="*/ 2496256 w 5741575"/>
              <a:gd name="connsiteY39" fmla="*/ 452396 h 955271"/>
              <a:gd name="connsiteX40" fmla="*/ 2535387 w 5741575"/>
              <a:gd name="connsiteY40" fmla="*/ 436645 h 955271"/>
              <a:gd name="connsiteX41" fmla="*/ 2601109 w 5741575"/>
              <a:gd name="connsiteY41" fmla="*/ 410678 h 955271"/>
              <a:gd name="connsiteX42" fmla="*/ 2643855 w 5741575"/>
              <a:gd name="connsiteY42" fmla="*/ 374482 h 955271"/>
              <a:gd name="connsiteX43" fmla="*/ 2657726 w 5741575"/>
              <a:gd name="connsiteY43" fmla="*/ 365841 h 955271"/>
              <a:gd name="connsiteX44" fmla="*/ 2687125 w 5741575"/>
              <a:gd name="connsiteY44" fmla="*/ 366820 h 955271"/>
              <a:gd name="connsiteX45" fmla="*/ 2697479 w 5741575"/>
              <a:gd name="connsiteY45" fmla="*/ 361430 h 955271"/>
              <a:gd name="connsiteX46" fmla="*/ 2701547 w 5741575"/>
              <a:gd name="connsiteY46" fmla="*/ 361545 h 955271"/>
              <a:gd name="connsiteX47" fmla="*/ 2711054 w 5741575"/>
              <a:gd name="connsiteY47" fmla="*/ 360597 h 955271"/>
              <a:gd name="connsiteX48" fmla="*/ 2710438 w 5741575"/>
              <a:gd name="connsiteY48" fmla="*/ 366958 h 955271"/>
              <a:gd name="connsiteX49" fmla="*/ 2722936 w 5741575"/>
              <a:gd name="connsiteY49" fmla="*/ 377633 h 955271"/>
              <a:gd name="connsiteX50" fmla="*/ 2777227 w 5741575"/>
              <a:gd name="connsiteY50" fmla="*/ 368972 h 955271"/>
              <a:gd name="connsiteX51" fmla="*/ 2779510 w 5741575"/>
              <a:gd name="connsiteY51" fmla="*/ 361652 h 955271"/>
              <a:gd name="connsiteX52" fmla="*/ 2786278 w 5741575"/>
              <a:gd name="connsiteY52" fmla="*/ 359869 h 955271"/>
              <a:gd name="connsiteX53" fmla="*/ 2792101 w 5741575"/>
              <a:gd name="connsiteY53" fmla="*/ 365927 h 955271"/>
              <a:gd name="connsiteX54" fmla="*/ 2885545 w 5741575"/>
              <a:gd name="connsiteY54" fmla="*/ 372818 h 955271"/>
              <a:gd name="connsiteX55" fmla="*/ 3009558 w 5741575"/>
              <a:gd name="connsiteY55" fmla="*/ 370573 h 955271"/>
              <a:gd name="connsiteX56" fmla="*/ 3095010 w 5741575"/>
              <a:gd name="connsiteY56" fmla="*/ 332454 h 955271"/>
              <a:gd name="connsiteX57" fmla="*/ 3103742 w 5741575"/>
              <a:gd name="connsiteY57" fmla="*/ 337974 h 955271"/>
              <a:gd name="connsiteX58" fmla="*/ 3165093 w 5741575"/>
              <a:gd name="connsiteY58" fmla="*/ 329459 h 955271"/>
              <a:gd name="connsiteX59" fmla="*/ 3373785 w 5741575"/>
              <a:gd name="connsiteY59" fmla="*/ 255680 h 955271"/>
              <a:gd name="connsiteX60" fmla="*/ 3493851 w 5741575"/>
              <a:gd name="connsiteY60" fmla="*/ 240255 h 955271"/>
              <a:gd name="connsiteX61" fmla="*/ 3537470 w 5741575"/>
              <a:gd name="connsiteY61" fmla="*/ 241867 h 955271"/>
              <a:gd name="connsiteX62" fmla="*/ 3610489 w 5741575"/>
              <a:gd name="connsiteY62" fmla="*/ 244128 h 955271"/>
              <a:gd name="connsiteX63" fmla="*/ 3667539 w 5741575"/>
              <a:gd name="connsiteY63" fmla="*/ 263271 h 955271"/>
              <a:gd name="connsiteX64" fmla="*/ 3727614 w 5741575"/>
              <a:gd name="connsiteY64" fmla="*/ 258245 h 955271"/>
              <a:gd name="connsiteX65" fmla="*/ 3738369 w 5741575"/>
              <a:gd name="connsiteY65" fmla="*/ 234506 h 955271"/>
              <a:gd name="connsiteX66" fmla="*/ 3803670 w 5741575"/>
              <a:gd name="connsiteY66" fmla="*/ 236457 h 955271"/>
              <a:gd name="connsiteX67" fmla="*/ 3903080 w 5741575"/>
              <a:gd name="connsiteY67" fmla="*/ 241890 h 955271"/>
              <a:gd name="connsiteX68" fmla="*/ 4114838 w 5741575"/>
              <a:gd name="connsiteY68" fmla="*/ 238165 h 955271"/>
              <a:gd name="connsiteX69" fmla="*/ 4271023 w 5741575"/>
              <a:gd name="connsiteY69" fmla="*/ 241959 h 955271"/>
              <a:gd name="connsiteX70" fmla="*/ 4367397 w 5741575"/>
              <a:gd name="connsiteY70" fmla="*/ 271442 h 955271"/>
              <a:gd name="connsiteX71" fmla="*/ 4495366 w 5741575"/>
              <a:gd name="connsiteY71" fmla="*/ 271618 h 955271"/>
              <a:gd name="connsiteX72" fmla="*/ 4517347 w 5741575"/>
              <a:gd name="connsiteY72" fmla="*/ 275639 h 955271"/>
              <a:gd name="connsiteX73" fmla="*/ 4546116 w 5741575"/>
              <a:gd name="connsiteY73" fmla="*/ 268568 h 955271"/>
              <a:gd name="connsiteX74" fmla="*/ 4661259 w 5741575"/>
              <a:gd name="connsiteY74" fmla="*/ 238966 h 955271"/>
              <a:gd name="connsiteX75" fmla="*/ 4750403 w 5741575"/>
              <a:gd name="connsiteY75" fmla="*/ 204364 h 955271"/>
              <a:gd name="connsiteX76" fmla="*/ 4867614 w 5741575"/>
              <a:gd name="connsiteY76" fmla="*/ 208668 h 955271"/>
              <a:gd name="connsiteX77" fmla="*/ 4937036 w 5741575"/>
              <a:gd name="connsiteY77" fmla="*/ 195446 h 955271"/>
              <a:gd name="connsiteX78" fmla="*/ 5047626 w 5741575"/>
              <a:gd name="connsiteY78" fmla="*/ 149604 h 955271"/>
              <a:gd name="connsiteX79" fmla="*/ 5200247 w 5741575"/>
              <a:gd name="connsiteY79" fmla="*/ 142695 h 955271"/>
              <a:gd name="connsiteX80" fmla="*/ 5235691 w 5741575"/>
              <a:gd name="connsiteY80" fmla="*/ 173330 h 955271"/>
              <a:gd name="connsiteX81" fmla="*/ 5280133 w 5741575"/>
              <a:gd name="connsiteY81" fmla="*/ 189342 h 955271"/>
              <a:gd name="connsiteX82" fmla="*/ 5291963 w 5741575"/>
              <a:gd name="connsiteY82" fmla="*/ 139446 h 955271"/>
              <a:gd name="connsiteX83" fmla="*/ 5418472 w 5741575"/>
              <a:gd name="connsiteY83" fmla="*/ 89163 h 955271"/>
              <a:gd name="connsiteX84" fmla="*/ 5482354 w 5741575"/>
              <a:gd name="connsiteY84" fmla="*/ 69470 h 955271"/>
              <a:gd name="connsiteX85" fmla="*/ 5583280 w 5741575"/>
              <a:gd name="connsiteY85" fmla="*/ 49787 h 955271"/>
              <a:gd name="connsiteX86" fmla="*/ 5613766 w 5741575"/>
              <a:gd name="connsiteY86" fmla="*/ 41855 h 955271"/>
              <a:gd name="connsiteX87" fmla="*/ 5684952 w 5741575"/>
              <a:gd name="connsiteY87" fmla="*/ 26088 h 955271"/>
              <a:gd name="connsiteX88" fmla="*/ 5741575 w 5741575"/>
              <a:gd name="connsiteY88" fmla="*/ 0 h 955271"/>
              <a:gd name="connsiteX0" fmla="*/ 5741575 w 5741575"/>
              <a:gd name="connsiteY0" fmla="*/ 0 h 955271"/>
              <a:gd name="connsiteX1" fmla="*/ 5741575 w 5741575"/>
              <a:gd name="connsiteY1" fmla="*/ 955271 h 955271"/>
              <a:gd name="connsiteX2" fmla="*/ 0 w 5741575"/>
              <a:gd name="connsiteY2" fmla="*/ 955271 h 955271"/>
              <a:gd name="connsiteX3" fmla="*/ 8558 w 5741575"/>
              <a:gd name="connsiteY3" fmla="*/ 953971 h 955271"/>
              <a:gd name="connsiteX4" fmla="*/ 16894 w 5741575"/>
              <a:gd name="connsiteY4" fmla="*/ 953847 h 955271"/>
              <a:gd name="connsiteX5" fmla="*/ 28156 w 5741575"/>
              <a:gd name="connsiteY5" fmla="*/ 951374 h 955271"/>
              <a:gd name="connsiteX6" fmla="*/ 28293 w 5741575"/>
              <a:gd name="connsiteY6" fmla="*/ 950971 h 955271"/>
              <a:gd name="connsiteX7" fmla="*/ 59229 w 5741575"/>
              <a:gd name="connsiteY7" fmla="*/ 903950 h 955271"/>
              <a:gd name="connsiteX8" fmla="*/ 148657 w 5741575"/>
              <a:gd name="connsiteY8" fmla="*/ 898134 h 955271"/>
              <a:gd name="connsiteX9" fmla="*/ 174554 w 5741575"/>
              <a:gd name="connsiteY9" fmla="*/ 886351 h 955271"/>
              <a:gd name="connsiteX10" fmla="*/ 187633 w 5741575"/>
              <a:gd name="connsiteY10" fmla="*/ 878226 h 955271"/>
              <a:gd name="connsiteX11" fmla="*/ 187961 w 5741575"/>
              <a:gd name="connsiteY11" fmla="*/ 876538 h 955271"/>
              <a:gd name="connsiteX12" fmla="*/ 240501 w 5741575"/>
              <a:gd name="connsiteY12" fmla="*/ 873150 h 955271"/>
              <a:gd name="connsiteX13" fmla="*/ 246345 w 5741575"/>
              <a:gd name="connsiteY13" fmla="*/ 869942 h 955271"/>
              <a:gd name="connsiteX14" fmla="*/ 306299 w 5741575"/>
              <a:gd name="connsiteY14" fmla="*/ 873609 h 955271"/>
              <a:gd name="connsiteX15" fmla="*/ 331571 w 5741575"/>
              <a:gd name="connsiteY15" fmla="*/ 869866 h 955271"/>
              <a:gd name="connsiteX16" fmla="*/ 384157 w 5741575"/>
              <a:gd name="connsiteY16" fmla="*/ 867971 h 955271"/>
              <a:gd name="connsiteX17" fmla="*/ 477637 w 5741575"/>
              <a:gd name="connsiteY17" fmla="*/ 870334 h 955271"/>
              <a:gd name="connsiteX18" fmla="*/ 570239 w 5741575"/>
              <a:gd name="connsiteY18" fmla="*/ 829596 h 955271"/>
              <a:gd name="connsiteX19" fmla="*/ 772070 w 5741575"/>
              <a:gd name="connsiteY19" fmla="*/ 820296 h 955271"/>
              <a:gd name="connsiteX20" fmla="*/ 948872 w 5741575"/>
              <a:gd name="connsiteY20" fmla="*/ 772201 h 955271"/>
              <a:gd name="connsiteX21" fmla="*/ 1127089 w 5741575"/>
              <a:gd name="connsiteY21" fmla="*/ 746926 h 955271"/>
              <a:gd name="connsiteX22" fmla="*/ 1220426 w 5741575"/>
              <a:gd name="connsiteY22" fmla="*/ 721810 h 955271"/>
              <a:gd name="connsiteX23" fmla="*/ 1306771 w 5741575"/>
              <a:gd name="connsiteY23" fmla="*/ 717936 h 955271"/>
              <a:gd name="connsiteX24" fmla="*/ 1374314 w 5741575"/>
              <a:gd name="connsiteY24" fmla="*/ 688815 h 955271"/>
              <a:gd name="connsiteX25" fmla="*/ 1378034 w 5741575"/>
              <a:gd name="connsiteY25" fmla="*/ 685842 h 955271"/>
              <a:gd name="connsiteX26" fmla="*/ 1395604 w 5741575"/>
              <a:gd name="connsiteY26" fmla="*/ 680460 h 955271"/>
              <a:gd name="connsiteX27" fmla="*/ 1397206 w 5741575"/>
              <a:gd name="connsiteY27" fmla="*/ 670793 h 955271"/>
              <a:gd name="connsiteX28" fmla="*/ 1421250 w 5741575"/>
              <a:gd name="connsiteY28" fmla="*/ 656855 h 955271"/>
              <a:gd name="connsiteX29" fmla="*/ 1494753 w 5741575"/>
              <a:gd name="connsiteY29" fmla="*/ 644686 h 955271"/>
              <a:gd name="connsiteX30" fmla="*/ 1616217 w 5741575"/>
              <a:gd name="connsiteY30" fmla="*/ 622107 h 955271"/>
              <a:gd name="connsiteX31" fmla="*/ 1710928 w 5741575"/>
              <a:gd name="connsiteY31" fmla="*/ 600666 h 955271"/>
              <a:gd name="connsiteX32" fmla="*/ 1743718 w 5741575"/>
              <a:gd name="connsiteY32" fmla="*/ 584327 h 955271"/>
              <a:gd name="connsiteX33" fmla="*/ 1873778 w 5741575"/>
              <a:gd name="connsiteY33" fmla="*/ 530130 h 955271"/>
              <a:gd name="connsiteX34" fmla="*/ 1988411 w 5741575"/>
              <a:gd name="connsiteY34" fmla="*/ 491599 h 955271"/>
              <a:gd name="connsiteX35" fmla="*/ 2085507 w 5741575"/>
              <a:gd name="connsiteY35" fmla="*/ 498527 h 955271"/>
              <a:gd name="connsiteX36" fmla="*/ 2090767 w 5741575"/>
              <a:gd name="connsiteY36" fmla="*/ 490616 h 955271"/>
              <a:gd name="connsiteX37" fmla="*/ 2151143 w 5741575"/>
              <a:gd name="connsiteY37" fmla="*/ 478332 h 955271"/>
              <a:gd name="connsiteX38" fmla="*/ 2378710 w 5741575"/>
              <a:gd name="connsiteY38" fmla="*/ 477570 h 955271"/>
              <a:gd name="connsiteX39" fmla="*/ 2496256 w 5741575"/>
              <a:gd name="connsiteY39" fmla="*/ 452396 h 955271"/>
              <a:gd name="connsiteX40" fmla="*/ 2535387 w 5741575"/>
              <a:gd name="connsiteY40" fmla="*/ 436645 h 955271"/>
              <a:gd name="connsiteX41" fmla="*/ 2601109 w 5741575"/>
              <a:gd name="connsiteY41" fmla="*/ 410678 h 955271"/>
              <a:gd name="connsiteX42" fmla="*/ 2643855 w 5741575"/>
              <a:gd name="connsiteY42" fmla="*/ 374482 h 955271"/>
              <a:gd name="connsiteX43" fmla="*/ 2657726 w 5741575"/>
              <a:gd name="connsiteY43" fmla="*/ 365841 h 955271"/>
              <a:gd name="connsiteX44" fmla="*/ 2687125 w 5741575"/>
              <a:gd name="connsiteY44" fmla="*/ 366820 h 955271"/>
              <a:gd name="connsiteX45" fmla="*/ 2697479 w 5741575"/>
              <a:gd name="connsiteY45" fmla="*/ 361430 h 955271"/>
              <a:gd name="connsiteX46" fmla="*/ 2701547 w 5741575"/>
              <a:gd name="connsiteY46" fmla="*/ 361545 h 955271"/>
              <a:gd name="connsiteX47" fmla="*/ 2711054 w 5741575"/>
              <a:gd name="connsiteY47" fmla="*/ 360597 h 955271"/>
              <a:gd name="connsiteX48" fmla="*/ 2710438 w 5741575"/>
              <a:gd name="connsiteY48" fmla="*/ 366958 h 955271"/>
              <a:gd name="connsiteX49" fmla="*/ 2722936 w 5741575"/>
              <a:gd name="connsiteY49" fmla="*/ 377633 h 955271"/>
              <a:gd name="connsiteX50" fmla="*/ 2777227 w 5741575"/>
              <a:gd name="connsiteY50" fmla="*/ 368972 h 955271"/>
              <a:gd name="connsiteX51" fmla="*/ 2779510 w 5741575"/>
              <a:gd name="connsiteY51" fmla="*/ 361652 h 955271"/>
              <a:gd name="connsiteX52" fmla="*/ 2786278 w 5741575"/>
              <a:gd name="connsiteY52" fmla="*/ 359869 h 955271"/>
              <a:gd name="connsiteX53" fmla="*/ 2792101 w 5741575"/>
              <a:gd name="connsiteY53" fmla="*/ 365927 h 955271"/>
              <a:gd name="connsiteX54" fmla="*/ 2885545 w 5741575"/>
              <a:gd name="connsiteY54" fmla="*/ 372818 h 955271"/>
              <a:gd name="connsiteX55" fmla="*/ 3009558 w 5741575"/>
              <a:gd name="connsiteY55" fmla="*/ 370573 h 955271"/>
              <a:gd name="connsiteX56" fmla="*/ 3095010 w 5741575"/>
              <a:gd name="connsiteY56" fmla="*/ 332454 h 955271"/>
              <a:gd name="connsiteX57" fmla="*/ 3103742 w 5741575"/>
              <a:gd name="connsiteY57" fmla="*/ 337974 h 955271"/>
              <a:gd name="connsiteX58" fmla="*/ 3165093 w 5741575"/>
              <a:gd name="connsiteY58" fmla="*/ 329459 h 955271"/>
              <a:gd name="connsiteX59" fmla="*/ 3373785 w 5741575"/>
              <a:gd name="connsiteY59" fmla="*/ 255680 h 955271"/>
              <a:gd name="connsiteX60" fmla="*/ 3493851 w 5741575"/>
              <a:gd name="connsiteY60" fmla="*/ 240255 h 955271"/>
              <a:gd name="connsiteX61" fmla="*/ 3537470 w 5741575"/>
              <a:gd name="connsiteY61" fmla="*/ 241867 h 955271"/>
              <a:gd name="connsiteX62" fmla="*/ 3610489 w 5741575"/>
              <a:gd name="connsiteY62" fmla="*/ 244128 h 955271"/>
              <a:gd name="connsiteX63" fmla="*/ 3667539 w 5741575"/>
              <a:gd name="connsiteY63" fmla="*/ 263271 h 955271"/>
              <a:gd name="connsiteX64" fmla="*/ 3727614 w 5741575"/>
              <a:gd name="connsiteY64" fmla="*/ 258245 h 955271"/>
              <a:gd name="connsiteX65" fmla="*/ 3738369 w 5741575"/>
              <a:gd name="connsiteY65" fmla="*/ 234506 h 955271"/>
              <a:gd name="connsiteX66" fmla="*/ 3803670 w 5741575"/>
              <a:gd name="connsiteY66" fmla="*/ 236457 h 955271"/>
              <a:gd name="connsiteX67" fmla="*/ 3903080 w 5741575"/>
              <a:gd name="connsiteY67" fmla="*/ 241890 h 955271"/>
              <a:gd name="connsiteX68" fmla="*/ 4114838 w 5741575"/>
              <a:gd name="connsiteY68" fmla="*/ 238165 h 955271"/>
              <a:gd name="connsiteX69" fmla="*/ 4271023 w 5741575"/>
              <a:gd name="connsiteY69" fmla="*/ 241959 h 955271"/>
              <a:gd name="connsiteX70" fmla="*/ 4367397 w 5741575"/>
              <a:gd name="connsiteY70" fmla="*/ 271442 h 955271"/>
              <a:gd name="connsiteX71" fmla="*/ 4495366 w 5741575"/>
              <a:gd name="connsiteY71" fmla="*/ 271618 h 955271"/>
              <a:gd name="connsiteX72" fmla="*/ 4517347 w 5741575"/>
              <a:gd name="connsiteY72" fmla="*/ 275639 h 955271"/>
              <a:gd name="connsiteX73" fmla="*/ 4546116 w 5741575"/>
              <a:gd name="connsiteY73" fmla="*/ 268568 h 955271"/>
              <a:gd name="connsiteX74" fmla="*/ 4661259 w 5741575"/>
              <a:gd name="connsiteY74" fmla="*/ 238966 h 955271"/>
              <a:gd name="connsiteX75" fmla="*/ 4750403 w 5741575"/>
              <a:gd name="connsiteY75" fmla="*/ 204364 h 955271"/>
              <a:gd name="connsiteX76" fmla="*/ 4867614 w 5741575"/>
              <a:gd name="connsiteY76" fmla="*/ 208668 h 955271"/>
              <a:gd name="connsiteX77" fmla="*/ 4937036 w 5741575"/>
              <a:gd name="connsiteY77" fmla="*/ 195446 h 955271"/>
              <a:gd name="connsiteX78" fmla="*/ 5047626 w 5741575"/>
              <a:gd name="connsiteY78" fmla="*/ 149604 h 955271"/>
              <a:gd name="connsiteX79" fmla="*/ 5200247 w 5741575"/>
              <a:gd name="connsiteY79" fmla="*/ 142695 h 955271"/>
              <a:gd name="connsiteX80" fmla="*/ 5235691 w 5741575"/>
              <a:gd name="connsiteY80" fmla="*/ 173330 h 955271"/>
              <a:gd name="connsiteX81" fmla="*/ 5280133 w 5741575"/>
              <a:gd name="connsiteY81" fmla="*/ 189342 h 955271"/>
              <a:gd name="connsiteX82" fmla="*/ 5291963 w 5741575"/>
              <a:gd name="connsiteY82" fmla="*/ 139446 h 955271"/>
              <a:gd name="connsiteX83" fmla="*/ 5418472 w 5741575"/>
              <a:gd name="connsiteY83" fmla="*/ 89163 h 955271"/>
              <a:gd name="connsiteX84" fmla="*/ 5482354 w 5741575"/>
              <a:gd name="connsiteY84" fmla="*/ 69470 h 955271"/>
              <a:gd name="connsiteX85" fmla="*/ 5583280 w 5741575"/>
              <a:gd name="connsiteY85" fmla="*/ 49787 h 955271"/>
              <a:gd name="connsiteX86" fmla="*/ 5613766 w 5741575"/>
              <a:gd name="connsiteY86" fmla="*/ 41855 h 955271"/>
              <a:gd name="connsiteX87" fmla="*/ 5684952 w 5741575"/>
              <a:gd name="connsiteY87" fmla="*/ 26088 h 955271"/>
              <a:gd name="connsiteX88" fmla="*/ 5741575 w 5741575"/>
              <a:gd name="connsiteY88" fmla="*/ 0 h 955271"/>
              <a:gd name="connsiteX0" fmla="*/ 5741575 w 5741575"/>
              <a:gd name="connsiteY0" fmla="*/ 0 h 955271"/>
              <a:gd name="connsiteX1" fmla="*/ 5741575 w 5741575"/>
              <a:gd name="connsiteY1" fmla="*/ 955271 h 955271"/>
              <a:gd name="connsiteX2" fmla="*/ 0 w 5741575"/>
              <a:gd name="connsiteY2" fmla="*/ 955271 h 955271"/>
              <a:gd name="connsiteX3" fmla="*/ 8558 w 5741575"/>
              <a:gd name="connsiteY3" fmla="*/ 953971 h 955271"/>
              <a:gd name="connsiteX4" fmla="*/ 16894 w 5741575"/>
              <a:gd name="connsiteY4" fmla="*/ 953847 h 955271"/>
              <a:gd name="connsiteX5" fmla="*/ 28156 w 5741575"/>
              <a:gd name="connsiteY5" fmla="*/ 951374 h 955271"/>
              <a:gd name="connsiteX6" fmla="*/ 28293 w 5741575"/>
              <a:gd name="connsiteY6" fmla="*/ 950971 h 955271"/>
              <a:gd name="connsiteX7" fmla="*/ 59229 w 5741575"/>
              <a:gd name="connsiteY7" fmla="*/ 903950 h 955271"/>
              <a:gd name="connsiteX8" fmla="*/ 148657 w 5741575"/>
              <a:gd name="connsiteY8" fmla="*/ 898134 h 955271"/>
              <a:gd name="connsiteX9" fmla="*/ 174554 w 5741575"/>
              <a:gd name="connsiteY9" fmla="*/ 886351 h 955271"/>
              <a:gd name="connsiteX10" fmla="*/ 187633 w 5741575"/>
              <a:gd name="connsiteY10" fmla="*/ 878226 h 955271"/>
              <a:gd name="connsiteX11" fmla="*/ 187961 w 5741575"/>
              <a:gd name="connsiteY11" fmla="*/ 876538 h 955271"/>
              <a:gd name="connsiteX12" fmla="*/ 240501 w 5741575"/>
              <a:gd name="connsiteY12" fmla="*/ 873150 h 955271"/>
              <a:gd name="connsiteX13" fmla="*/ 246345 w 5741575"/>
              <a:gd name="connsiteY13" fmla="*/ 869942 h 955271"/>
              <a:gd name="connsiteX14" fmla="*/ 306299 w 5741575"/>
              <a:gd name="connsiteY14" fmla="*/ 873609 h 955271"/>
              <a:gd name="connsiteX15" fmla="*/ 331571 w 5741575"/>
              <a:gd name="connsiteY15" fmla="*/ 869866 h 955271"/>
              <a:gd name="connsiteX16" fmla="*/ 384157 w 5741575"/>
              <a:gd name="connsiteY16" fmla="*/ 867971 h 955271"/>
              <a:gd name="connsiteX17" fmla="*/ 477637 w 5741575"/>
              <a:gd name="connsiteY17" fmla="*/ 870334 h 955271"/>
              <a:gd name="connsiteX18" fmla="*/ 570239 w 5741575"/>
              <a:gd name="connsiteY18" fmla="*/ 829596 h 955271"/>
              <a:gd name="connsiteX19" fmla="*/ 772070 w 5741575"/>
              <a:gd name="connsiteY19" fmla="*/ 820296 h 955271"/>
              <a:gd name="connsiteX20" fmla="*/ 948872 w 5741575"/>
              <a:gd name="connsiteY20" fmla="*/ 772201 h 955271"/>
              <a:gd name="connsiteX21" fmla="*/ 1127089 w 5741575"/>
              <a:gd name="connsiteY21" fmla="*/ 746926 h 955271"/>
              <a:gd name="connsiteX22" fmla="*/ 1220426 w 5741575"/>
              <a:gd name="connsiteY22" fmla="*/ 721810 h 955271"/>
              <a:gd name="connsiteX23" fmla="*/ 1306771 w 5741575"/>
              <a:gd name="connsiteY23" fmla="*/ 717936 h 955271"/>
              <a:gd name="connsiteX24" fmla="*/ 1374314 w 5741575"/>
              <a:gd name="connsiteY24" fmla="*/ 688815 h 955271"/>
              <a:gd name="connsiteX25" fmla="*/ 1378034 w 5741575"/>
              <a:gd name="connsiteY25" fmla="*/ 685842 h 955271"/>
              <a:gd name="connsiteX26" fmla="*/ 1395604 w 5741575"/>
              <a:gd name="connsiteY26" fmla="*/ 680460 h 955271"/>
              <a:gd name="connsiteX27" fmla="*/ 1397206 w 5741575"/>
              <a:gd name="connsiteY27" fmla="*/ 670793 h 955271"/>
              <a:gd name="connsiteX28" fmla="*/ 1441364 w 5741575"/>
              <a:gd name="connsiteY28" fmla="*/ 661393 h 955271"/>
              <a:gd name="connsiteX29" fmla="*/ 1494753 w 5741575"/>
              <a:gd name="connsiteY29" fmla="*/ 644686 h 955271"/>
              <a:gd name="connsiteX30" fmla="*/ 1616217 w 5741575"/>
              <a:gd name="connsiteY30" fmla="*/ 622107 h 955271"/>
              <a:gd name="connsiteX31" fmla="*/ 1710928 w 5741575"/>
              <a:gd name="connsiteY31" fmla="*/ 600666 h 955271"/>
              <a:gd name="connsiteX32" fmla="*/ 1743718 w 5741575"/>
              <a:gd name="connsiteY32" fmla="*/ 584327 h 955271"/>
              <a:gd name="connsiteX33" fmla="*/ 1873778 w 5741575"/>
              <a:gd name="connsiteY33" fmla="*/ 530130 h 955271"/>
              <a:gd name="connsiteX34" fmla="*/ 1988411 w 5741575"/>
              <a:gd name="connsiteY34" fmla="*/ 491599 h 955271"/>
              <a:gd name="connsiteX35" fmla="*/ 2085507 w 5741575"/>
              <a:gd name="connsiteY35" fmla="*/ 498527 h 955271"/>
              <a:gd name="connsiteX36" fmla="*/ 2090767 w 5741575"/>
              <a:gd name="connsiteY36" fmla="*/ 490616 h 955271"/>
              <a:gd name="connsiteX37" fmla="*/ 2151143 w 5741575"/>
              <a:gd name="connsiteY37" fmla="*/ 478332 h 955271"/>
              <a:gd name="connsiteX38" fmla="*/ 2378710 w 5741575"/>
              <a:gd name="connsiteY38" fmla="*/ 477570 h 955271"/>
              <a:gd name="connsiteX39" fmla="*/ 2496256 w 5741575"/>
              <a:gd name="connsiteY39" fmla="*/ 452396 h 955271"/>
              <a:gd name="connsiteX40" fmla="*/ 2535387 w 5741575"/>
              <a:gd name="connsiteY40" fmla="*/ 436645 h 955271"/>
              <a:gd name="connsiteX41" fmla="*/ 2601109 w 5741575"/>
              <a:gd name="connsiteY41" fmla="*/ 410678 h 955271"/>
              <a:gd name="connsiteX42" fmla="*/ 2643855 w 5741575"/>
              <a:gd name="connsiteY42" fmla="*/ 374482 h 955271"/>
              <a:gd name="connsiteX43" fmla="*/ 2657726 w 5741575"/>
              <a:gd name="connsiteY43" fmla="*/ 365841 h 955271"/>
              <a:gd name="connsiteX44" fmla="*/ 2687125 w 5741575"/>
              <a:gd name="connsiteY44" fmla="*/ 366820 h 955271"/>
              <a:gd name="connsiteX45" fmla="*/ 2697479 w 5741575"/>
              <a:gd name="connsiteY45" fmla="*/ 361430 h 955271"/>
              <a:gd name="connsiteX46" fmla="*/ 2701547 w 5741575"/>
              <a:gd name="connsiteY46" fmla="*/ 361545 h 955271"/>
              <a:gd name="connsiteX47" fmla="*/ 2711054 w 5741575"/>
              <a:gd name="connsiteY47" fmla="*/ 360597 h 955271"/>
              <a:gd name="connsiteX48" fmla="*/ 2710438 w 5741575"/>
              <a:gd name="connsiteY48" fmla="*/ 366958 h 955271"/>
              <a:gd name="connsiteX49" fmla="*/ 2722936 w 5741575"/>
              <a:gd name="connsiteY49" fmla="*/ 377633 h 955271"/>
              <a:gd name="connsiteX50" fmla="*/ 2777227 w 5741575"/>
              <a:gd name="connsiteY50" fmla="*/ 368972 h 955271"/>
              <a:gd name="connsiteX51" fmla="*/ 2779510 w 5741575"/>
              <a:gd name="connsiteY51" fmla="*/ 361652 h 955271"/>
              <a:gd name="connsiteX52" fmla="*/ 2786278 w 5741575"/>
              <a:gd name="connsiteY52" fmla="*/ 359869 h 955271"/>
              <a:gd name="connsiteX53" fmla="*/ 2792101 w 5741575"/>
              <a:gd name="connsiteY53" fmla="*/ 365927 h 955271"/>
              <a:gd name="connsiteX54" fmla="*/ 2885545 w 5741575"/>
              <a:gd name="connsiteY54" fmla="*/ 372818 h 955271"/>
              <a:gd name="connsiteX55" fmla="*/ 3009558 w 5741575"/>
              <a:gd name="connsiteY55" fmla="*/ 370573 h 955271"/>
              <a:gd name="connsiteX56" fmla="*/ 3095010 w 5741575"/>
              <a:gd name="connsiteY56" fmla="*/ 332454 h 955271"/>
              <a:gd name="connsiteX57" fmla="*/ 3103742 w 5741575"/>
              <a:gd name="connsiteY57" fmla="*/ 337974 h 955271"/>
              <a:gd name="connsiteX58" fmla="*/ 3165093 w 5741575"/>
              <a:gd name="connsiteY58" fmla="*/ 329459 h 955271"/>
              <a:gd name="connsiteX59" fmla="*/ 3373785 w 5741575"/>
              <a:gd name="connsiteY59" fmla="*/ 255680 h 955271"/>
              <a:gd name="connsiteX60" fmla="*/ 3493851 w 5741575"/>
              <a:gd name="connsiteY60" fmla="*/ 240255 h 955271"/>
              <a:gd name="connsiteX61" fmla="*/ 3537470 w 5741575"/>
              <a:gd name="connsiteY61" fmla="*/ 241867 h 955271"/>
              <a:gd name="connsiteX62" fmla="*/ 3610489 w 5741575"/>
              <a:gd name="connsiteY62" fmla="*/ 244128 h 955271"/>
              <a:gd name="connsiteX63" fmla="*/ 3667539 w 5741575"/>
              <a:gd name="connsiteY63" fmla="*/ 263271 h 955271"/>
              <a:gd name="connsiteX64" fmla="*/ 3727614 w 5741575"/>
              <a:gd name="connsiteY64" fmla="*/ 258245 h 955271"/>
              <a:gd name="connsiteX65" fmla="*/ 3738369 w 5741575"/>
              <a:gd name="connsiteY65" fmla="*/ 234506 h 955271"/>
              <a:gd name="connsiteX66" fmla="*/ 3803670 w 5741575"/>
              <a:gd name="connsiteY66" fmla="*/ 236457 h 955271"/>
              <a:gd name="connsiteX67" fmla="*/ 3903080 w 5741575"/>
              <a:gd name="connsiteY67" fmla="*/ 241890 h 955271"/>
              <a:gd name="connsiteX68" fmla="*/ 4114838 w 5741575"/>
              <a:gd name="connsiteY68" fmla="*/ 238165 h 955271"/>
              <a:gd name="connsiteX69" fmla="*/ 4271023 w 5741575"/>
              <a:gd name="connsiteY69" fmla="*/ 241959 h 955271"/>
              <a:gd name="connsiteX70" fmla="*/ 4367397 w 5741575"/>
              <a:gd name="connsiteY70" fmla="*/ 271442 h 955271"/>
              <a:gd name="connsiteX71" fmla="*/ 4495366 w 5741575"/>
              <a:gd name="connsiteY71" fmla="*/ 271618 h 955271"/>
              <a:gd name="connsiteX72" fmla="*/ 4517347 w 5741575"/>
              <a:gd name="connsiteY72" fmla="*/ 275639 h 955271"/>
              <a:gd name="connsiteX73" fmla="*/ 4546116 w 5741575"/>
              <a:gd name="connsiteY73" fmla="*/ 268568 h 955271"/>
              <a:gd name="connsiteX74" fmla="*/ 4661259 w 5741575"/>
              <a:gd name="connsiteY74" fmla="*/ 238966 h 955271"/>
              <a:gd name="connsiteX75" fmla="*/ 4750403 w 5741575"/>
              <a:gd name="connsiteY75" fmla="*/ 204364 h 955271"/>
              <a:gd name="connsiteX76" fmla="*/ 4867614 w 5741575"/>
              <a:gd name="connsiteY76" fmla="*/ 208668 h 955271"/>
              <a:gd name="connsiteX77" fmla="*/ 4937036 w 5741575"/>
              <a:gd name="connsiteY77" fmla="*/ 195446 h 955271"/>
              <a:gd name="connsiteX78" fmla="*/ 5047626 w 5741575"/>
              <a:gd name="connsiteY78" fmla="*/ 149604 h 955271"/>
              <a:gd name="connsiteX79" fmla="*/ 5200247 w 5741575"/>
              <a:gd name="connsiteY79" fmla="*/ 142695 h 955271"/>
              <a:gd name="connsiteX80" fmla="*/ 5235691 w 5741575"/>
              <a:gd name="connsiteY80" fmla="*/ 173330 h 955271"/>
              <a:gd name="connsiteX81" fmla="*/ 5280133 w 5741575"/>
              <a:gd name="connsiteY81" fmla="*/ 189342 h 955271"/>
              <a:gd name="connsiteX82" fmla="*/ 5291963 w 5741575"/>
              <a:gd name="connsiteY82" fmla="*/ 139446 h 955271"/>
              <a:gd name="connsiteX83" fmla="*/ 5418472 w 5741575"/>
              <a:gd name="connsiteY83" fmla="*/ 89163 h 955271"/>
              <a:gd name="connsiteX84" fmla="*/ 5482354 w 5741575"/>
              <a:gd name="connsiteY84" fmla="*/ 69470 h 955271"/>
              <a:gd name="connsiteX85" fmla="*/ 5583280 w 5741575"/>
              <a:gd name="connsiteY85" fmla="*/ 49787 h 955271"/>
              <a:gd name="connsiteX86" fmla="*/ 5613766 w 5741575"/>
              <a:gd name="connsiteY86" fmla="*/ 41855 h 955271"/>
              <a:gd name="connsiteX87" fmla="*/ 5684952 w 5741575"/>
              <a:gd name="connsiteY87" fmla="*/ 26088 h 955271"/>
              <a:gd name="connsiteX88" fmla="*/ 5741575 w 5741575"/>
              <a:gd name="connsiteY88" fmla="*/ 0 h 955271"/>
              <a:gd name="connsiteX0" fmla="*/ 5741575 w 5741575"/>
              <a:gd name="connsiteY0" fmla="*/ 0 h 955271"/>
              <a:gd name="connsiteX1" fmla="*/ 5741575 w 5741575"/>
              <a:gd name="connsiteY1" fmla="*/ 955271 h 955271"/>
              <a:gd name="connsiteX2" fmla="*/ 0 w 5741575"/>
              <a:gd name="connsiteY2" fmla="*/ 955271 h 955271"/>
              <a:gd name="connsiteX3" fmla="*/ 8558 w 5741575"/>
              <a:gd name="connsiteY3" fmla="*/ 953971 h 955271"/>
              <a:gd name="connsiteX4" fmla="*/ 16894 w 5741575"/>
              <a:gd name="connsiteY4" fmla="*/ 953847 h 955271"/>
              <a:gd name="connsiteX5" fmla="*/ 28156 w 5741575"/>
              <a:gd name="connsiteY5" fmla="*/ 951374 h 955271"/>
              <a:gd name="connsiteX6" fmla="*/ 28293 w 5741575"/>
              <a:gd name="connsiteY6" fmla="*/ 950971 h 955271"/>
              <a:gd name="connsiteX7" fmla="*/ 59229 w 5741575"/>
              <a:gd name="connsiteY7" fmla="*/ 903950 h 955271"/>
              <a:gd name="connsiteX8" fmla="*/ 148657 w 5741575"/>
              <a:gd name="connsiteY8" fmla="*/ 898134 h 955271"/>
              <a:gd name="connsiteX9" fmla="*/ 174554 w 5741575"/>
              <a:gd name="connsiteY9" fmla="*/ 886351 h 955271"/>
              <a:gd name="connsiteX10" fmla="*/ 187633 w 5741575"/>
              <a:gd name="connsiteY10" fmla="*/ 878226 h 955271"/>
              <a:gd name="connsiteX11" fmla="*/ 187961 w 5741575"/>
              <a:gd name="connsiteY11" fmla="*/ 876538 h 955271"/>
              <a:gd name="connsiteX12" fmla="*/ 240501 w 5741575"/>
              <a:gd name="connsiteY12" fmla="*/ 873150 h 955271"/>
              <a:gd name="connsiteX13" fmla="*/ 246345 w 5741575"/>
              <a:gd name="connsiteY13" fmla="*/ 869942 h 955271"/>
              <a:gd name="connsiteX14" fmla="*/ 306299 w 5741575"/>
              <a:gd name="connsiteY14" fmla="*/ 873609 h 955271"/>
              <a:gd name="connsiteX15" fmla="*/ 331571 w 5741575"/>
              <a:gd name="connsiteY15" fmla="*/ 869866 h 955271"/>
              <a:gd name="connsiteX16" fmla="*/ 384157 w 5741575"/>
              <a:gd name="connsiteY16" fmla="*/ 867971 h 955271"/>
              <a:gd name="connsiteX17" fmla="*/ 477637 w 5741575"/>
              <a:gd name="connsiteY17" fmla="*/ 870334 h 955271"/>
              <a:gd name="connsiteX18" fmla="*/ 570239 w 5741575"/>
              <a:gd name="connsiteY18" fmla="*/ 829596 h 955271"/>
              <a:gd name="connsiteX19" fmla="*/ 772070 w 5741575"/>
              <a:gd name="connsiteY19" fmla="*/ 820296 h 955271"/>
              <a:gd name="connsiteX20" fmla="*/ 948872 w 5741575"/>
              <a:gd name="connsiteY20" fmla="*/ 772201 h 955271"/>
              <a:gd name="connsiteX21" fmla="*/ 1127089 w 5741575"/>
              <a:gd name="connsiteY21" fmla="*/ 746926 h 955271"/>
              <a:gd name="connsiteX22" fmla="*/ 1220426 w 5741575"/>
              <a:gd name="connsiteY22" fmla="*/ 721810 h 955271"/>
              <a:gd name="connsiteX23" fmla="*/ 1306771 w 5741575"/>
              <a:gd name="connsiteY23" fmla="*/ 717936 h 955271"/>
              <a:gd name="connsiteX24" fmla="*/ 1374314 w 5741575"/>
              <a:gd name="connsiteY24" fmla="*/ 688815 h 955271"/>
              <a:gd name="connsiteX25" fmla="*/ 1378034 w 5741575"/>
              <a:gd name="connsiteY25" fmla="*/ 685842 h 955271"/>
              <a:gd name="connsiteX26" fmla="*/ 1395604 w 5741575"/>
              <a:gd name="connsiteY26" fmla="*/ 680460 h 955271"/>
              <a:gd name="connsiteX27" fmla="*/ 1397206 w 5741575"/>
              <a:gd name="connsiteY27" fmla="*/ 670793 h 955271"/>
              <a:gd name="connsiteX28" fmla="*/ 1494753 w 5741575"/>
              <a:gd name="connsiteY28" fmla="*/ 644686 h 955271"/>
              <a:gd name="connsiteX29" fmla="*/ 1616217 w 5741575"/>
              <a:gd name="connsiteY29" fmla="*/ 622107 h 955271"/>
              <a:gd name="connsiteX30" fmla="*/ 1710928 w 5741575"/>
              <a:gd name="connsiteY30" fmla="*/ 600666 h 955271"/>
              <a:gd name="connsiteX31" fmla="*/ 1743718 w 5741575"/>
              <a:gd name="connsiteY31" fmla="*/ 584327 h 955271"/>
              <a:gd name="connsiteX32" fmla="*/ 1873778 w 5741575"/>
              <a:gd name="connsiteY32" fmla="*/ 530130 h 955271"/>
              <a:gd name="connsiteX33" fmla="*/ 1988411 w 5741575"/>
              <a:gd name="connsiteY33" fmla="*/ 491599 h 955271"/>
              <a:gd name="connsiteX34" fmla="*/ 2085507 w 5741575"/>
              <a:gd name="connsiteY34" fmla="*/ 498527 h 955271"/>
              <a:gd name="connsiteX35" fmla="*/ 2090767 w 5741575"/>
              <a:gd name="connsiteY35" fmla="*/ 490616 h 955271"/>
              <a:gd name="connsiteX36" fmla="*/ 2151143 w 5741575"/>
              <a:gd name="connsiteY36" fmla="*/ 478332 h 955271"/>
              <a:gd name="connsiteX37" fmla="*/ 2378710 w 5741575"/>
              <a:gd name="connsiteY37" fmla="*/ 477570 h 955271"/>
              <a:gd name="connsiteX38" fmla="*/ 2496256 w 5741575"/>
              <a:gd name="connsiteY38" fmla="*/ 452396 h 955271"/>
              <a:gd name="connsiteX39" fmla="*/ 2535387 w 5741575"/>
              <a:gd name="connsiteY39" fmla="*/ 436645 h 955271"/>
              <a:gd name="connsiteX40" fmla="*/ 2601109 w 5741575"/>
              <a:gd name="connsiteY40" fmla="*/ 410678 h 955271"/>
              <a:gd name="connsiteX41" fmla="*/ 2643855 w 5741575"/>
              <a:gd name="connsiteY41" fmla="*/ 374482 h 955271"/>
              <a:gd name="connsiteX42" fmla="*/ 2657726 w 5741575"/>
              <a:gd name="connsiteY42" fmla="*/ 365841 h 955271"/>
              <a:gd name="connsiteX43" fmla="*/ 2687125 w 5741575"/>
              <a:gd name="connsiteY43" fmla="*/ 366820 h 955271"/>
              <a:gd name="connsiteX44" fmla="*/ 2697479 w 5741575"/>
              <a:gd name="connsiteY44" fmla="*/ 361430 h 955271"/>
              <a:gd name="connsiteX45" fmla="*/ 2701547 w 5741575"/>
              <a:gd name="connsiteY45" fmla="*/ 361545 h 955271"/>
              <a:gd name="connsiteX46" fmla="*/ 2711054 w 5741575"/>
              <a:gd name="connsiteY46" fmla="*/ 360597 h 955271"/>
              <a:gd name="connsiteX47" fmla="*/ 2710438 w 5741575"/>
              <a:gd name="connsiteY47" fmla="*/ 366958 h 955271"/>
              <a:gd name="connsiteX48" fmla="*/ 2722936 w 5741575"/>
              <a:gd name="connsiteY48" fmla="*/ 377633 h 955271"/>
              <a:gd name="connsiteX49" fmla="*/ 2777227 w 5741575"/>
              <a:gd name="connsiteY49" fmla="*/ 368972 h 955271"/>
              <a:gd name="connsiteX50" fmla="*/ 2779510 w 5741575"/>
              <a:gd name="connsiteY50" fmla="*/ 361652 h 955271"/>
              <a:gd name="connsiteX51" fmla="*/ 2786278 w 5741575"/>
              <a:gd name="connsiteY51" fmla="*/ 359869 h 955271"/>
              <a:gd name="connsiteX52" fmla="*/ 2792101 w 5741575"/>
              <a:gd name="connsiteY52" fmla="*/ 365927 h 955271"/>
              <a:gd name="connsiteX53" fmla="*/ 2885545 w 5741575"/>
              <a:gd name="connsiteY53" fmla="*/ 372818 h 955271"/>
              <a:gd name="connsiteX54" fmla="*/ 3009558 w 5741575"/>
              <a:gd name="connsiteY54" fmla="*/ 370573 h 955271"/>
              <a:gd name="connsiteX55" fmla="*/ 3095010 w 5741575"/>
              <a:gd name="connsiteY55" fmla="*/ 332454 h 955271"/>
              <a:gd name="connsiteX56" fmla="*/ 3103742 w 5741575"/>
              <a:gd name="connsiteY56" fmla="*/ 337974 h 955271"/>
              <a:gd name="connsiteX57" fmla="*/ 3165093 w 5741575"/>
              <a:gd name="connsiteY57" fmla="*/ 329459 h 955271"/>
              <a:gd name="connsiteX58" fmla="*/ 3373785 w 5741575"/>
              <a:gd name="connsiteY58" fmla="*/ 255680 h 955271"/>
              <a:gd name="connsiteX59" fmla="*/ 3493851 w 5741575"/>
              <a:gd name="connsiteY59" fmla="*/ 240255 h 955271"/>
              <a:gd name="connsiteX60" fmla="*/ 3537470 w 5741575"/>
              <a:gd name="connsiteY60" fmla="*/ 241867 h 955271"/>
              <a:gd name="connsiteX61" fmla="*/ 3610489 w 5741575"/>
              <a:gd name="connsiteY61" fmla="*/ 244128 h 955271"/>
              <a:gd name="connsiteX62" fmla="*/ 3667539 w 5741575"/>
              <a:gd name="connsiteY62" fmla="*/ 263271 h 955271"/>
              <a:gd name="connsiteX63" fmla="*/ 3727614 w 5741575"/>
              <a:gd name="connsiteY63" fmla="*/ 258245 h 955271"/>
              <a:gd name="connsiteX64" fmla="*/ 3738369 w 5741575"/>
              <a:gd name="connsiteY64" fmla="*/ 234506 h 955271"/>
              <a:gd name="connsiteX65" fmla="*/ 3803670 w 5741575"/>
              <a:gd name="connsiteY65" fmla="*/ 236457 h 955271"/>
              <a:gd name="connsiteX66" fmla="*/ 3903080 w 5741575"/>
              <a:gd name="connsiteY66" fmla="*/ 241890 h 955271"/>
              <a:gd name="connsiteX67" fmla="*/ 4114838 w 5741575"/>
              <a:gd name="connsiteY67" fmla="*/ 238165 h 955271"/>
              <a:gd name="connsiteX68" fmla="*/ 4271023 w 5741575"/>
              <a:gd name="connsiteY68" fmla="*/ 241959 h 955271"/>
              <a:gd name="connsiteX69" fmla="*/ 4367397 w 5741575"/>
              <a:gd name="connsiteY69" fmla="*/ 271442 h 955271"/>
              <a:gd name="connsiteX70" fmla="*/ 4495366 w 5741575"/>
              <a:gd name="connsiteY70" fmla="*/ 271618 h 955271"/>
              <a:gd name="connsiteX71" fmla="*/ 4517347 w 5741575"/>
              <a:gd name="connsiteY71" fmla="*/ 275639 h 955271"/>
              <a:gd name="connsiteX72" fmla="*/ 4546116 w 5741575"/>
              <a:gd name="connsiteY72" fmla="*/ 268568 h 955271"/>
              <a:gd name="connsiteX73" fmla="*/ 4661259 w 5741575"/>
              <a:gd name="connsiteY73" fmla="*/ 238966 h 955271"/>
              <a:gd name="connsiteX74" fmla="*/ 4750403 w 5741575"/>
              <a:gd name="connsiteY74" fmla="*/ 204364 h 955271"/>
              <a:gd name="connsiteX75" fmla="*/ 4867614 w 5741575"/>
              <a:gd name="connsiteY75" fmla="*/ 208668 h 955271"/>
              <a:gd name="connsiteX76" fmla="*/ 4937036 w 5741575"/>
              <a:gd name="connsiteY76" fmla="*/ 195446 h 955271"/>
              <a:gd name="connsiteX77" fmla="*/ 5047626 w 5741575"/>
              <a:gd name="connsiteY77" fmla="*/ 149604 h 955271"/>
              <a:gd name="connsiteX78" fmla="*/ 5200247 w 5741575"/>
              <a:gd name="connsiteY78" fmla="*/ 142695 h 955271"/>
              <a:gd name="connsiteX79" fmla="*/ 5235691 w 5741575"/>
              <a:gd name="connsiteY79" fmla="*/ 173330 h 955271"/>
              <a:gd name="connsiteX80" fmla="*/ 5280133 w 5741575"/>
              <a:gd name="connsiteY80" fmla="*/ 189342 h 955271"/>
              <a:gd name="connsiteX81" fmla="*/ 5291963 w 5741575"/>
              <a:gd name="connsiteY81" fmla="*/ 139446 h 955271"/>
              <a:gd name="connsiteX82" fmla="*/ 5418472 w 5741575"/>
              <a:gd name="connsiteY82" fmla="*/ 89163 h 955271"/>
              <a:gd name="connsiteX83" fmla="*/ 5482354 w 5741575"/>
              <a:gd name="connsiteY83" fmla="*/ 69470 h 955271"/>
              <a:gd name="connsiteX84" fmla="*/ 5583280 w 5741575"/>
              <a:gd name="connsiteY84" fmla="*/ 49787 h 955271"/>
              <a:gd name="connsiteX85" fmla="*/ 5613766 w 5741575"/>
              <a:gd name="connsiteY85" fmla="*/ 41855 h 955271"/>
              <a:gd name="connsiteX86" fmla="*/ 5684952 w 5741575"/>
              <a:gd name="connsiteY86" fmla="*/ 26088 h 955271"/>
              <a:gd name="connsiteX87" fmla="*/ 5741575 w 5741575"/>
              <a:gd name="connsiteY87" fmla="*/ 0 h 955271"/>
              <a:gd name="connsiteX0" fmla="*/ 5741575 w 5741575"/>
              <a:gd name="connsiteY0" fmla="*/ 0 h 955271"/>
              <a:gd name="connsiteX1" fmla="*/ 5741575 w 5741575"/>
              <a:gd name="connsiteY1" fmla="*/ 955271 h 955271"/>
              <a:gd name="connsiteX2" fmla="*/ 0 w 5741575"/>
              <a:gd name="connsiteY2" fmla="*/ 955271 h 955271"/>
              <a:gd name="connsiteX3" fmla="*/ 8558 w 5741575"/>
              <a:gd name="connsiteY3" fmla="*/ 953971 h 955271"/>
              <a:gd name="connsiteX4" fmla="*/ 16894 w 5741575"/>
              <a:gd name="connsiteY4" fmla="*/ 953847 h 955271"/>
              <a:gd name="connsiteX5" fmla="*/ 28156 w 5741575"/>
              <a:gd name="connsiteY5" fmla="*/ 951374 h 955271"/>
              <a:gd name="connsiteX6" fmla="*/ 28293 w 5741575"/>
              <a:gd name="connsiteY6" fmla="*/ 950971 h 955271"/>
              <a:gd name="connsiteX7" fmla="*/ 59229 w 5741575"/>
              <a:gd name="connsiteY7" fmla="*/ 903950 h 955271"/>
              <a:gd name="connsiteX8" fmla="*/ 148657 w 5741575"/>
              <a:gd name="connsiteY8" fmla="*/ 898134 h 955271"/>
              <a:gd name="connsiteX9" fmla="*/ 174554 w 5741575"/>
              <a:gd name="connsiteY9" fmla="*/ 886351 h 955271"/>
              <a:gd name="connsiteX10" fmla="*/ 187633 w 5741575"/>
              <a:gd name="connsiteY10" fmla="*/ 878226 h 955271"/>
              <a:gd name="connsiteX11" fmla="*/ 187961 w 5741575"/>
              <a:gd name="connsiteY11" fmla="*/ 876538 h 955271"/>
              <a:gd name="connsiteX12" fmla="*/ 240501 w 5741575"/>
              <a:gd name="connsiteY12" fmla="*/ 873150 h 955271"/>
              <a:gd name="connsiteX13" fmla="*/ 246345 w 5741575"/>
              <a:gd name="connsiteY13" fmla="*/ 869942 h 955271"/>
              <a:gd name="connsiteX14" fmla="*/ 306299 w 5741575"/>
              <a:gd name="connsiteY14" fmla="*/ 873609 h 955271"/>
              <a:gd name="connsiteX15" fmla="*/ 331571 w 5741575"/>
              <a:gd name="connsiteY15" fmla="*/ 869866 h 955271"/>
              <a:gd name="connsiteX16" fmla="*/ 384157 w 5741575"/>
              <a:gd name="connsiteY16" fmla="*/ 867971 h 955271"/>
              <a:gd name="connsiteX17" fmla="*/ 477637 w 5741575"/>
              <a:gd name="connsiteY17" fmla="*/ 870334 h 955271"/>
              <a:gd name="connsiteX18" fmla="*/ 570239 w 5741575"/>
              <a:gd name="connsiteY18" fmla="*/ 829596 h 955271"/>
              <a:gd name="connsiteX19" fmla="*/ 772070 w 5741575"/>
              <a:gd name="connsiteY19" fmla="*/ 820296 h 955271"/>
              <a:gd name="connsiteX20" fmla="*/ 948872 w 5741575"/>
              <a:gd name="connsiteY20" fmla="*/ 772201 h 955271"/>
              <a:gd name="connsiteX21" fmla="*/ 1127089 w 5741575"/>
              <a:gd name="connsiteY21" fmla="*/ 746926 h 955271"/>
              <a:gd name="connsiteX22" fmla="*/ 1306771 w 5741575"/>
              <a:gd name="connsiteY22" fmla="*/ 717936 h 955271"/>
              <a:gd name="connsiteX23" fmla="*/ 1374314 w 5741575"/>
              <a:gd name="connsiteY23" fmla="*/ 688815 h 955271"/>
              <a:gd name="connsiteX24" fmla="*/ 1378034 w 5741575"/>
              <a:gd name="connsiteY24" fmla="*/ 685842 h 955271"/>
              <a:gd name="connsiteX25" fmla="*/ 1395604 w 5741575"/>
              <a:gd name="connsiteY25" fmla="*/ 680460 h 955271"/>
              <a:gd name="connsiteX26" fmla="*/ 1397206 w 5741575"/>
              <a:gd name="connsiteY26" fmla="*/ 670793 h 955271"/>
              <a:gd name="connsiteX27" fmla="*/ 1494753 w 5741575"/>
              <a:gd name="connsiteY27" fmla="*/ 644686 h 955271"/>
              <a:gd name="connsiteX28" fmla="*/ 1616217 w 5741575"/>
              <a:gd name="connsiteY28" fmla="*/ 622107 h 955271"/>
              <a:gd name="connsiteX29" fmla="*/ 1710928 w 5741575"/>
              <a:gd name="connsiteY29" fmla="*/ 600666 h 955271"/>
              <a:gd name="connsiteX30" fmla="*/ 1743718 w 5741575"/>
              <a:gd name="connsiteY30" fmla="*/ 584327 h 955271"/>
              <a:gd name="connsiteX31" fmla="*/ 1873778 w 5741575"/>
              <a:gd name="connsiteY31" fmla="*/ 530130 h 955271"/>
              <a:gd name="connsiteX32" fmla="*/ 1988411 w 5741575"/>
              <a:gd name="connsiteY32" fmla="*/ 491599 h 955271"/>
              <a:gd name="connsiteX33" fmla="*/ 2085507 w 5741575"/>
              <a:gd name="connsiteY33" fmla="*/ 498527 h 955271"/>
              <a:gd name="connsiteX34" fmla="*/ 2090767 w 5741575"/>
              <a:gd name="connsiteY34" fmla="*/ 490616 h 955271"/>
              <a:gd name="connsiteX35" fmla="*/ 2151143 w 5741575"/>
              <a:gd name="connsiteY35" fmla="*/ 478332 h 955271"/>
              <a:gd name="connsiteX36" fmla="*/ 2378710 w 5741575"/>
              <a:gd name="connsiteY36" fmla="*/ 477570 h 955271"/>
              <a:gd name="connsiteX37" fmla="*/ 2496256 w 5741575"/>
              <a:gd name="connsiteY37" fmla="*/ 452396 h 955271"/>
              <a:gd name="connsiteX38" fmla="*/ 2535387 w 5741575"/>
              <a:gd name="connsiteY38" fmla="*/ 436645 h 955271"/>
              <a:gd name="connsiteX39" fmla="*/ 2601109 w 5741575"/>
              <a:gd name="connsiteY39" fmla="*/ 410678 h 955271"/>
              <a:gd name="connsiteX40" fmla="*/ 2643855 w 5741575"/>
              <a:gd name="connsiteY40" fmla="*/ 374482 h 955271"/>
              <a:gd name="connsiteX41" fmla="*/ 2657726 w 5741575"/>
              <a:gd name="connsiteY41" fmla="*/ 365841 h 955271"/>
              <a:gd name="connsiteX42" fmla="*/ 2687125 w 5741575"/>
              <a:gd name="connsiteY42" fmla="*/ 366820 h 955271"/>
              <a:gd name="connsiteX43" fmla="*/ 2697479 w 5741575"/>
              <a:gd name="connsiteY43" fmla="*/ 361430 h 955271"/>
              <a:gd name="connsiteX44" fmla="*/ 2701547 w 5741575"/>
              <a:gd name="connsiteY44" fmla="*/ 361545 h 955271"/>
              <a:gd name="connsiteX45" fmla="*/ 2711054 w 5741575"/>
              <a:gd name="connsiteY45" fmla="*/ 360597 h 955271"/>
              <a:gd name="connsiteX46" fmla="*/ 2710438 w 5741575"/>
              <a:gd name="connsiteY46" fmla="*/ 366958 h 955271"/>
              <a:gd name="connsiteX47" fmla="*/ 2722936 w 5741575"/>
              <a:gd name="connsiteY47" fmla="*/ 377633 h 955271"/>
              <a:gd name="connsiteX48" fmla="*/ 2777227 w 5741575"/>
              <a:gd name="connsiteY48" fmla="*/ 368972 h 955271"/>
              <a:gd name="connsiteX49" fmla="*/ 2779510 w 5741575"/>
              <a:gd name="connsiteY49" fmla="*/ 361652 h 955271"/>
              <a:gd name="connsiteX50" fmla="*/ 2786278 w 5741575"/>
              <a:gd name="connsiteY50" fmla="*/ 359869 h 955271"/>
              <a:gd name="connsiteX51" fmla="*/ 2792101 w 5741575"/>
              <a:gd name="connsiteY51" fmla="*/ 365927 h 955271"/>
              <a:gd name="connsiteX52" fmla="*/ 2885545 w 5741575"/>
              <a:gd name="connsiteY52" fmla="*/ 372818 h 955271"/>
              <a:gd name="connsiteX53" fmla="*/ 3009558 w 5741575"/>
              <a:gd name="connsiteY53" fmla="*/ 370573 h 955271"/>
              <a:gd name="connsiteX54" fmla="*/ 3095010 w 5741575"/>
              <a:gd name="connsiteY54" fmla="*/ 332454 h 955271"/>
              <a:gd name="connsiteX55" fmla="*/ 3103742 w 5741575"/>
              <a:gd name="connsiteY55" fmla="*/ 337974 h 955271"/>
              <a:gd name="connsiteX56" fmla="*/ 3165093 w 5741575"/>
              <a:gd name="connsiteY56" fmla="*/ 329459 h 955271"/>
              <a:gd name="connsiteX57" fmla="*/ 3373785 w 5741575"/>
              <a:gd name="connsiteY57" fmla="*/ 255680 h 955271"/>
              <a:gd name="connsiteX58" fmla="*/ 3493851 w 5741575"/>
              <a:gd name="connsiteY58" fmla="*/ 240255 h 955271"/>
              <a:gd name="connsiteX59" fmla="*/ 3537470 w 5741575"/>
              <a:gd name="connsiteY59" fmla="*/ 241867 h 955271"/>
              <a:gd name="connsiteX60" fmla="*/ 3610489 w 5741575"/>
              <a:gd name="connsiteY60" fmla="*/ 244128 h 955271"/>
              <a:gd name="connsiteX61" fmla="*/ 3667539 w 5741575"/>
              <a:gd name="connsiteY61" fmla="*/ 263271 h 955271"/>
              <a:gd name="connsiteX62" fmla="*/ 3727614 w 5741575"/>
              <a:gd name="connsiteY62" fmla="*/ 258245 h 955271"/>
              <a:gd name="connsiteX63" fmla="*/ 3738369 w 5741575"/>
              <a:gd name="connsiteY63" fmla="*/ 234506 h 955271"/>
              <a:gd name="connsiteX64" fmla="*/ 3803670 w 5741575"/>
              <a:gd name="connsiteY64" fmla="*/ 236457 h 955271"/>
              <a:gd name="connsiteX65" fmla="*/ 3903080 w 5741575"/>
              <a:gd name="connsiteY65" fmla="*/ 241890 h 955271"/>
              <a:gd name="connsiteX66" fmla="*/ 4114838 w 5741575"/>
              <a:gd name="connsiteY66" fmla="*/ 238165 h 955271"/>
              <a:gd name="connsiteX67" fmla="*/ 4271023 w 5741575"/>
              <a:gd name="connsiteY67" fmla="*/ 241959 h 955271"/>
              <a:gd name="connsiteX68" fmla="*/ 4367397 w 5741575"/>
              <a:gd name="connsiteY68" fmla="*/ 271442 h 955271"/>
              <a:gd name="connsiteX69" fmla="*/ 4495366 w 5741575"/>
              <a:gd name="connsiteY69" fmla="*/ 271618 h 955271"/>
              <a:gd name="connsiteX70" fmla="*/ 4517347 w 5741575"/>
              <a:gd name="connsiteY70" fmla="*/ 275639 h 955271"/>
              <a:gd name="connsiteX71" fmla="*/ 4546116 w 5741575"/>
              <a:gd name="connsiteY71" fmla="*/ 268568 h 955271"/>
              <a:gd name="connsiteX72" fmla="*/ 4661259 w 5741575"/>
              <a:gd name="connsiteY72" fmla="*/ 238966 h 955271"/>
              <a:gd name="connsiteX73" fmla="*/ 4750403 w 5741575"/>
              <a:gd name="connsiteY73" fmla="*/ 204364 h 955271"/>
              <a:gd name="connsiteX74" fmla="*/ 4867614 w 5741575"/>
              <a:gd name="connsiteY74" fmla="*/ 208668 h 955271"/>
              <a:gd name="connsiteX75" fmla="*/ 4937036 w 5741575"/>
              <a:gd name="connsiteY75" fmla="*/ 195446 h 955271"/>
              <a:gd name="connsiteX76" fmla="*/ 5047626 w 5741575"/>
              <a:gd name="connsiteY76" fmla="*/ 149604 h 955271"/>
              <a:gd name="connsiteX77" fmla="*/ 5200247 w 5741575"/>
              <a:gd name="connsiteY77" fmla="*/ 142695 h 955271"/>
              <a:gd name="connsiteX78" fmla="*/ 5235691 w 5741575"/>
              <a:gd name="connsiteY78" fmla="*/ 173330 h 955271"/>
              <a:gd name="connsiteX79" fmla="*/ 5280133 w 5741575"/>
              <a:gd name="connsiteY79" fmla="*/ 189342 h 955271"/>
              <a:gd name="connsiteX80" fmla="*/ 5291963 w 5741575"/>
              <a:gd name="connsiteY80" fmla="*/ 139446 h 955271"/>
              <a:gd name="connsiteX81" fmla="*/ 5418472 w 5741575"/>
              <a:gd name="connsiteY81" fmla="*/ 89163 h 955271"/>
              <a:gd name="connsiteX82" fmla="*/ 5482354 w 5741575"/>
              <a:gd name="connsiteY82" fmla="*/ 69470 h 955271"/>
              <a:gd name="connsiteX83" fmla="*/ 5583280 w 5741575"/>
              <a:gd name="connsiteY83" fmla="*/ 49787 h 955271"/>
              <a:gd name="connsiteX84" fmla="*/ 5613766 w 5741575"/>
              <a:gd name="connsiteY84" fmla="*/ 41855 h 955271"/>
              <a:gd name="connsiteX85" fmla="*/ 5684952 w 5741575"/>
              <a:gd name="connsiteY85" fmla="*/ 26088 h 955271"/>
              <a:gd name="connsiteX86" fmla="*/ 5741575 w 5741575"/>
              <a:gd name="connsiteY86" fmla="*/ 0 h 955271"/>
              <a:gd name="connsiteX0" fmla="*/ 5741575 w 5741575"/>
              <a:gd name="connsiteY0" fmla="*/ 0 h 955271"/>
              <a:gd name="connsiteX1" fmla="*/ 5741575 w 5741575"/>
              <a:gd name="connsiteY1" fmla="*/ 955271 h 955271"/>
              <a:gd name="connsiteX2" fmla="*/ 0 w 5741575"/>
              <a:gd name="connsiteY2" fmla="*/ 955271 h 955271"/>
              <a:gd name="connsiteX3" fmla="*/ 8558 w 5741575"/>
              <a:gd name="connsiteY3" fmla="*/ 953971 h 955271"/>
              <a:gd name="connsiteX4" fmla="*/ 16894 w 5741575"/>
              <a:gd name="connsiteY4" fmla="*/ 953847 h 955271"/>
              <a:gd name="connsiteX5" fmla="*/ 28156 w 5741575"/>
              <a:gd name="connsiteY5" fmla="*/ 951374 h 955271"/>
              <a:gd name="connsiteX6" fmla="*/ 28293 w 5741575"/>
              <a:gd name="connsiteY6" fmla="*/ 950971 h 955271"/>
              <a:gd name="connsiteX7" fmla="*/ 59229 w 5741575"/>
              <a:gd name="connsiteY7" fmla="*/ 903950 h 955271"/>
              <a:gd name="connsiteX8" fmla="*/ 148657 w 5741575"/>
              <a:gd name="connsiteY8" fmla="*/ 898134 h 955271"/>
              <a:gd name="connsiteX9" fmla="*/ 174554 w 5741575"/>
              <a:gd name="connsiteY9" fmla="*/ 886351 h 955271"/>
              <a:gd name="connsiteX10" fmla="*/ 187633 w 5741575"/>
              <a:gd name="connsiteY10" fmla="*/ 878226 h 955271"/>
              <a:gd name="connsiteX11" fmla="*/ 187961 w 5741575"/>
              <a:gd name="connsiteY11" fmla="*/ 876538 h 955271"/>
              <a:gd name="connsiteX12" fmla="*/ 240501 w 5741575"/>
              <a:gd name="connsiteY12" fmla="*/ 873150 h 955271"/>
              <a:gd name="connsiteX13" fmla="*/ 246345 w 5741575"/>
              <a:gd name="connsiteY13" fmla="*/ 869942 h 955271"/>
              <a:gd name="connsiteX14" fmla="*/ 306299 w 5741575"/>
              <a:gd name="connsiteY14" fmla="*/ 873609 h 955271"/>
              <a:gd name="connsiteX15" fmla="*/ 331571 w 5741575"/>
              <a:gd name="connsiteY15" fmla="*/ 869866 h 955271"/>
              <a:gd name="connsiteX16" fmla="*/ 384157 w 5741575"/>
              <a:gd name="connsiteY16" fmla="*/ 867971 h 955271"/>
              <a:gd name="connsiteX17" fmla="*/ 477637 w 5741575"/>
              <a:gd name="connsiteY17" fmla="*/ 870334 h 955271"/>
              <a:gd name="connsiteX18" fmla="*/ 570239 w 5741575"/>
              <a:gd name="connsiteY18" fmla="*/ 829596 h 955271"/>
              <a:gd name="connsiteX19" fmla="*/ 772070 w 5741575"/>
              <a:gd name="connsiteY19" fmla="*/ 820296 h 955271"/>
              <a:gd name="connsiteX20" fmla="*/ 948872 w 5741575"/>
              <a:gd name="connsiteY20" fmla="*/ 772201 h 955271"/>
              <a:gd name="connsiteX21" fmla="*/ 1127089 w 5741575"/>
              <a:gd name="connsiteY21" fmla="*/ 746926 h 955271"/>
              <a:gd name="connsiteX22" fmla="*/ 1226314 w 5741575"/>
              <a:gd name="connsiteY22" fmla="*/ 722473 h 955271"/>
              <a:gd name="connsiteX23" fmla="*/ 1374314 w 5741575"/>
              <a:gd name="connsiteY23" fmla="*/ 688815 h 955271"/>
              <a:gd name="connsiteX24" fmla="*/ 1378034 w 5741575"/>
              <a:gd name="connsiteY24" fmla="*/ 685842 h 955271"/>
              <a:gd name="connsiteX25" fmla="*/ 1395604 w 5741575"/>
              <a:gd name="connsiteY25" fmla="*/ 680460 h 955271"/>
              <a:gd name="connsiteX26" fmla="*/ 1397206 w 5741575"/>
              <a:gd name="connsiteY26" fmla="*/ 670793 h 955271"/>
              <a:gd name="connsiteX27" fmla="*/ 1494753 w 5741575"/>
              <a:gd name="connsiteY27" fmla="*/ 644686 h 955271"/>
              <a:gd name="connsiteX28" fmla="*/ 1616217 w 5741575"/>
              <a:gd name="connsiteY28" fmla="*/ 622107 h 955271"/>
              <a:gd name="connsiteX29" fmla="*/ 1710928 w 5741575"/>
              <a:gd name="connsiteY29" fmla="*/ 600666 h 955271"/>
              <a:gd name="connsiteX30" fmla="*/ 1743718 w 5741575"/>
              <a:gd name="connsiteY30" fmla="*/ 584327 h 955271"/>
              <a:gd name="connsiteX31" fmla="*/ 1873778 w 5741575"/>
              <a:gd name="connsiteY31" fmla="*/ 530130 h 955271"/>
              <a:gd name="connsiteX32" fmla="*/ 1988411 w 5741575"/>
              <a:gd name="connsiteY32" fmla="*/ 491599 h 955271"/>
              <a:gd name="connsiteX33" fmla="*/ 2085507 w 5741575"/>
              <a:gd name="connsiteY33" fmla="*/ 498527 h 955271"/>
              <a:gd name="connsiteX34" fmla="*/ 2090767 w 5741575"/>
              <a:gd name="connsiteY34" fmla="*/ 490616 h 955271"/>
              <a:gd name="connsiteX35" fmla="*/ 2151143 w 5741575"/>
              <a:gd name="connsiteY35" fmla="*/ 478332 h 955271"/>
              <a:gd name="connsiteX36" fmla="*/ 2378710 w 5741575"/>
              <a:gd name="connsiteY36" fmla="*/ 477570 h 955271"/>
              <a:gd name="connsiteX37" fmla="*/ 2496256 w 5741575"/>
              <a:gd name="connsiteY37" fmla="*/ 452396 h 955271"/>
              <a:gd name="connsiteX38" fmla="*/ 2535387 w 5741575"/>
              <a:gd name="connsiteY38" fmla="*/ 436645 h 955271"/>
              <a:gd name="connsiteX39" fmla="*/ 2601109 w 5741575"/>
              <a:gd name="connsiteY39" fmla="*/ 410678 h 955271"/>
              <a:gd name="connsiteX40" fmla="*/ 2643855 w 5741575"/>
              <a:gd name="connsiteY40" fmla="*/ 374482 h 955271"/>
              <a:gd name="connsiteX41" fmla="*/ 2657726 w 5741575"/>
              <a:gd name="connsiteY41" fmla="*/ 365841 h 955271"/>
              <a:gd name="connsiteX42" fmla="*/ 2687125 w 5741575"/>
              <a:gd name="connsiteY42" fmla="*/ 366820 h 955271"/>
              <a:gd name="connsiteX43" fmla="*/ 2697479 w 5741575"/>
              <a:gd name="connsiteY43" fmla="*/ 361430 h 955271"/>
              <a:gd name="connsiteX44" fmla="*/ 2701547 w 5741575"/>
              <a:gd name="connsiteY44" fmla="*/ 361545 h 955271"/>
              <a:gd name="connsiteX45" fmla="*/ 2711054 w 5741575"/>
              <a:gd name="connsiteY45" fmla="*/ 360597 h 955271"/>
              <a:gd name="connsiteX46" fmla="*/ 2710438 w 5741575"/>
              <a:gd name="connsiteY46" fmla="*/ 366958 h 955271"/>
              <a:gd name="connsiteX47" fmla="*/ 2722936 w 5741575"/>
              <a:gd name="connsiteY47" fmla="*/ 377633 h 955271"/>
              <a:gd name="connsiteX48" fmla="*/ 2777227 w 5741575"/>
              <a:gd name="connsiteY48" fmla="*/ 368972 h 955271"/>
              <a:gd name="connsiteX49" fmla="*/ 2779510 w 5741575"/>
              <a:gd name="connsiteY49" fmla="*/ 361652 h 955271"/>
              <a:gd name="connsiteX50" fmla="*/ 2786278 w 5741575"/>
              <a:gd name="connsiteY50" fmla="*/ 359869 h 955271"/>
              <a:gd name="connsiteX51" fmla="*/ 2792101 w 5741575"/>
              <a:gd name="connsiteY51" fmla="*/ 365927 h 955271"/>
              <a:gd name="connsiteX52" fmla="*/ 2885545 w 5741575"/>
              <a:gd name="connsiteY52" fmla="*/ 372818 h 955271"/>
              <a:gd name="connsiteX53" fmla="*/ 3009558 w 5741575"/>
              <a:gd name="connsiteY53" fmla="*/ 370573 h 955271"/>
              <a:gd name="connsiteX54" fmla="*/ 3095010 w 5741575"/>
              <a:gd name="connsiteY54" fmla="*/ 332454 h 955271"/>
              <a:gd name="connsiteX55" fmla="*/ 3103742 w 5741575"/>
              <a:gd name="connsiteY55" fmla="*/ 337974 h 955271"/>
              <a:gd name="connsiteX56" fmla="*/ 3165093 w 5741575"/>
              <a:gd name="connsiteY56" fmla="*/ 329459 h 955271"/>
              <a:gd name="connsiteX57" fmla="*/ 3373785 w 5741575"/>
              <a:gd name="connsiteY57" fmla="*/ 255680 h 955271"/>
              <a:gd name="connsiteX58" fmla="*/ 3493851 w 5741575"/>
              <a:gd name="connsiteY58" fmla="*/ 240255 h 955271"/>
              <a:gd name="connsiteX59" fmla="*/ 3537470 w 5741575"/>
              <a:gd name="connsiteY59" fmla="*/ 241867 h 955271"/>
              <a:gd name="connsiteX60" fmla="*/ 3610489 w 5741575"/>
              <a:gd name="connsiteY60" fmla="*/ 244128 h 955271"/>
              <a:gd name="connsiteX61" fmla="*/ 3667539 w 5741575"/>
              <a:gd name="connsiteY61" fmla="*/ 263271 h 955271"/>
              <a:gd name="connsiteX62" fmla="*/ 3727614 w 5741575"/>
              <a:gd name="connsiteY62" fmla="*/ 258245 h 955271"/>
              <a:gd name="connsiteX63" fmla="*/ 3738369 w 5741575"/>
              <a:gd name="connsiteY63" fmla="*/ 234506 h 955271"/>
              <a:gd name="connsiteX64" fmla="*/ 3803670 w 5741575"/>
              <a:gd name="connsiteY64" fmla="*/ 236457 h 955271"/>
              <a:gd name="connsiteX65" fmla="*/ 3903080 w 5741575"/>
              <a:gd name="connsiteY65" fmla="*/ 241890 h 955271"/>
              <a:gd name="connsiteX66" fmla="*/ 4114838 w 5741575"/>
              <a:gd name="connsiteY66" fmla="*/ 238165 h 955271"/>
              <a:gd name="connsiteX67" fmla="*/ 4271023 w 5741575"/>
              <a:gd name="connsiteY67" fmla="*/ 241959 h 955271"/>
              <a:gd name="connsiteX68" fmla="*/ 4367397 w 5741575"/>
              <a:gd name="connsiteY68" fmla="*/ 271442 h 955271"/>
              <a:gd name="connsiteX69" fmla="*/ 4495366 w 5741575"/>
              <a:gd name="connsiteY69" fmla="*/ 271618 h 955271"/>
              <a:gd name="connsiteX70" fmla="*/ 4517347 w 5741575"/>
              <a:gd name="connsiteY70" fmla="*/ 275639 h 955271"/>
              <a:gd name="connsiteX71" fmla="*/ 4546116 w 5741575"/>
              <a:gd name="connsiteY71" fmla="*/ 268568 h 955271"/>
              <a:gd name="connsiteX72" fmla="*/ 4661259 w 5741575"/>
              <a:gd name="connsiteY72" fmla="*/ 238966 h 955271"/>
              <a:gd name="connsiteX73" fmla="*/ 4750403 w 5741575"/>
              <a:gd name="connsiteY73" fmla="*/ 204364 h 955271"/>
              <a:gd name="connsiteX74" fmla="*/ 4867614 w 5741575"/>
              <a:gd name="connsiteY74" fmla="*/ 208668 h 955271"/>
              <a:gd name="connsiteX75" fmla="*/ 4937036 w 5741575"/>
              <a:gd name="connsiteY75" fmla="*/ 195446 h 955271"/>
              <a:gd name="connsiteX76" fmla="*/ 5047626 w 5741575"/>
              <a:gd name="connsiteY76" fmla="*/ 149604 h 955271"/>
              <a:gd name="connsiteX77" fmla="*/ 5200247 w 5741575"/>
              <a:gd name="connsiteY77" fmla="*/ 142695 h 955271"/>
              <a:gd name="connsiteX78" fmla="*/ 5235691 w 5741575"/>
              <a:gd name="connsiteY78" fmla="*/ 173330 h 955271"/>
              <a:gd name="connsiteX79" fmla="*/ 5280133 w 5741575"/>
              <a:gd name="connsiteY79" fmla="*/ 189342 h 955271"/>
              <a:gd name="connsiteX80" fmla="*/ 5291963 w 5741575"/>
              <a:gd name="connsiteY80" fmla="*/ 139446 h 955271"/>
              <a:gd name="connsiteX81" fmla="*/ 5418472 w 5741575"/>
              <a:gd name="connsiteY81" fmla="*/ 89163 h 955271"/>
              <a:gd name="connsiteX82" fmla="*/ 5482354 w 5741575"/>
              <a:gd name="connsiteY82" fmla="*/ 69470 h 955271"/>
              <a:gd name="connsiteX83" fmla="*/ 5583280 w 5741575"/>
              <a:gd name="connsiteY83" fmla="*/ 49787 h 955271"/>
              <a:gd name="connsiteX84" fmla="*/ 5613766 w 5741575"/>
              <a:gd name="connsiteY84" fmla="*/ 41855 h 955271"/>
              <a:gd name="connsiteX85" fmla="*/ 5684952 w 5741575"/>
              <a:gd name="connsiteY85" fmla="*/ 26088 h 955271"/>
              <a:gd name="connsiteX86" fmla="*/ 5741575 w 5741575"/>
              <a:gd name="connsiteY86" fmla="*/ 0 h 955271"/>
              <a:gd name="connsiteX0" fmla="*/ 5741575 w 5741575"/>
              <a:gd name="connsiteY0" fmla="*/ 0 h 955271"/>
              <a:gd name="connsiteX1" fmla="*/ 5741575 w 5741575"/>
              <a:gd name="connsiteY1" fmla="*/ 955271 h 955271"/>
              <a:gd name="connsiteX2" fmla="*/ 0 w 5741575"/>
              <a:gd name="connsiteY2" fmla="*/ 955271 h 955271"/>
              <a:gd name="connsiteX3" fmla="*/ 8558 w 5741575"/>
              <a:gd name="connsiteY3" fmla="*/ 953971 h 955271"/>
              <a:gd name="connsiteX4" fmla="*/ 16894 w 5741575"/>
              <a:gd name="connsiteY4" fmla="*/ 953847 h 955271"/>
              <a:gd name="connsiteX5" fmla="*/ 28156 w 5741575"/>
              <a:gd name="connsiteY5" fmla="*/ 951374 h 955271"/>
              <a:gd name="connsiteX6" fmla="*/ 28293 w 5741575"/>
              <a:gd name="connsiteY6" fmla="*/ 950971 h 955271"/>
              <a:gd name="connsiteX7" fmla="*/ 59229 w 5741575"/>
              <a:gd name="connsiteY7" fmla="*/ 903950 h 955271"/>
              <a:gd name="connsiteX8" fmla="*/ 148657 w 5741575"/>
              <a:gd name="connsiteY8" fmla="*/ 898134 h 955271"/>
              <a:gd name="connsiteX9" fmla="*/ 174554 w 5741575"/>
              <a:gd name="connsiteY9" fmla="*/ 886351 h 955271"/>
              <a:gd name="connsiteX10" fmla="*/ 187633 w 5741575"/>
              <a:gd name="connsiteY10" fmla="*/ 878226 h 955271"/>
              <a:gd name="connsiteX11" fmla="*/ 187961 w 5741575"/>
              <a:gd name="connsiteY11" fmla="*/ 876538 h 955271"/>
              <a:gd name="connsiteX12" fmla="*/ 240501 w 5741575"/>
              <a:gd name="connsiteY12" fmla="*/ 873150 h 955271"/>
              <a:gd name="connsiteX13" fmla="*/ 246345 w 5741575"/>
              <a:gd name="connsiteY13" fmla="*/ 869942 h 955271"/>
              <a:gd name="connsiteX14" fmla="*/ 306299 w 5741575"/>
              <a:gd name="connsiteY14" fmla="*/ 873609 h 955271"/>
              <a:gd name="connsiteX15" fmla="*/ 331571 w 5741575"/>
              <a:gd name="connsiteY15" fmla="*/ 869866 h 955271"/>
              <a:gd name="connsiteX16" fmla="*/ 384157 w 5741575"/>
              <a:gd name="connsiteY16" fmla="*/ 867971 h 955271"/>
              <a:gd name="connsiteX17" fmla="*/ 477637 w 5741575"/>
              <a:gd name="connsiteY17" fmla="*/ 870334 h 955271"/>
              <a:gd name="connsiteX18" fmla="*/ 570239 w 5741575"/>
              <a:gd name="connsiteY18" fmla="*/ 829596 h 955271"/>
              <a:gd name="connsiteX19" fmla="*/ 772070 w 5741575"/>
              <a:gd name="connsiteY19" fmla="*/ 820296 h 955271"/>
              <a:gd name="connsiteX20" fmla="*/ 948872 w 5741575"/>
              <a:gd name="connsiteY20" fmla="*/ 772201 h 955271"/>
              <a:gd name="connsiteX21" fmla="*/ 1127089 w 5741575"/>
              <a:gd name="connsiteY21" fmla="*/ 746926 h 955271"/>
              <a:gd name="connsiteX22" fmla="*/ 1226314 w 5741575"/>
              <a:gd name="connsiteY22" fmla="*/ 722473 h 955271"/>
              <a:gd name="connsiteX23" fmla="*/ 1374314 w 5741575"/>
              <a:gd name="connsiteY23" fmla="*/ 688815 h 955271"/>
              <a:gd name="connsiteX24" fmla="*/ 1378034 w 5741575"/>
              <a:gd name="connsiteY24" fmla="*/ 685842 h 955271"/>
              <a:gd name="connsiteX25" fmla="*/ 1395604 w 5741575"/>
              <a:gd name="connsiteY25" fmla="*/ 680460 h 955271"/>
              <a:gd name="connsiteX26" fmla="*/ 1412292 w 5741575"/>
              <a:gd name="connsiteY26" fmla="*/ 670793 h 955271"/>
              <a:gd name="connsiteX27" fmla="*/ 1494753 w 5741575"/>
              <a:gd name="connsiteY27" fmla="*/ 644686 h 955271"/>
              <a:gd name="connsiteX28" fmla="*/ 1616217 w 5741575"/>
              <a:gd name="connsiteY28" fmla="*/ 622107 h 955271"/>
              <a:gd name="connsiteX29" fmla="*/ 1710928 w 5741575"/>
              <a:gd name="connsiteY29" fmla="*/ 600666 h 955271"/>
              <a:gd name="connsiteX30" fmla="*/ 1743718 w 5741575"/>
              <a:gd name="connsiteY30" fmla="*/ 584327 h 955271"/>
              <a:gd name="connsiteX31" fmla="*/ 1873778 w 5741575"/>
              <a:gd name="connsiteY31" fmla="*/ 530130 h 955271"/>
              <a:gd name="connsiteX32" fmla="*/ 1988411 w 5741575"/>
              <a:gd name="connsiteY32" fmla="*/ 491599 h 955271"/>
              <a:gd name="connsiteX33" fmla="*/ 2085507 w 5741575"/>
              <a:gd name="connsiteY33" fmla="*/ 498527 h 955271"/>
              <a:gd name="connsiteX34" fmla="*/ 2090767 w 5741575"/>
              <a:gd name="connsiteY34" fmla="*/ 490616 h 955271"/>
              <a:gd name="connsiteX35" fmla="*/ 2151143 w 5741575"/>
              <a:gd name="connsiteY35" fmla="*/ 478332 h 955271"/>
              <a:gd name="connsiteX36" fmla="*/ 2378710 w 5741575"/>
              <a:gd name="connsiteY36" fmla="*/ 477570 h 955271"/>
              <a:gd name="connsiteX37" fmla="*/ 2496256 w 5741575"/>
              <a:gd name="connsiteY37" fmla="*/ 452396 h 955271"/>
              <a:gd name="connsiteX38" fmla="*/ 2535387 w 5741575"/>
              <a:gd name="connsiteY38" fmla="*/ 436645 h 955271"/>
              <a:gd name="connsiteX39" fmla="*/ 2601109 w 5741575"/>
              <a:gd name="connsiteY39" fmla="*/ 410678 h 955271"/>
              <a:gd name="connsiteX40" fmla="*/ 2643855 w 5741575"/>
              <a:gd name="connsiteY40" fmla="*/ 374482 h 955271"/>
              <a:gd name="connsiteX41" fmla="*/ 2657726 w 5741575"/>
              <a:gd name="connsiteY41" fmla="*/ 365841 h 955271"/>
              <a:gd name="connsiteX42" fmla="*/ 2687125 w 5741575"/>
              <a:gd name="connsiteY42" fmla="*/ 366820 h 955271"/>
              <a:gd name="connsiteX43" fmla="*/ 2697479 w 5741575"/>
              <a:gd name="connsiteY43" fmla="*/ 361430 h 955271"/>
              <a:gd name="connsiteX44" fmla="*/ 2701547 w 5741575"/>
              <a:gd name="connsiteY44" fmla="*/ 361545 h 955271"/>
              <a:gd name="connsiteX45" fmla="*/ 2711054 w 5741575"/>
              <a:gd name="connsiteY45" fmla="*/ 360597 h 955271"/>
              <a:gd name="connsiteX46" fmla="*/ 2710438 w 5741575"/>
              <a:gd name="connsiteY46" fmla="*/ 366958 h 955271"/>
              <a:gd name="connsiteX47" fmla="*/ 2722936 w 5741575"/>
              <a:gd name="connsiteY47" fmla="*/ 377633 h 955271"/>
              <a:gd name="connsiteX48" fmla="*/ 2777227 w 5741575"/>
              <a:gd name="connsiteY48" fmla="*/ 368972 h 955271"/>
              <a:gd name="connsiteX49" fmla="*/ 2779510 w 5741575"/>
              <a:gd name="connsiteY49" fmla="*/ 361652 h 955271"/>
              <a:gd name="connsiteX50" fmla="*/ 2786278 w 5741575"/>
              <a:gd name="connsiteY50" fmla="*/ 359869 h 955271"/>
              <a:gd name="connsiteX51" fmla="*/ 2792101 w 5741575"/>
              <a:gd name="connsiteY51" fmla="*/ 365927 h 955271"/>
              <a:gd name="connsiteX52" fmla="*/ 2885545 w 5741575"/>
              <a:gd name="connsiteY52" fmla="*/ 372818 h 955271"/>
              <a:gd name="connsiteX53" fmla="*/ 3009558 w 5741575"/>
              <a:gd name="connsiteY53" fmla="*/ 370573 h 955271"/>
              <a:gd name="connsiteX54" fmla="*/ 3095010 w 5741575"/>
              <a:gd name="connsiteY54" fmla="*/ 332454 h 955271"/>
              <a:gd name="connsiteX55" fmla="*/ 3103742 w 5741575"/>
              <a:gd name="connsiteY55" fmla="*/ 337974 h 955271"/>
              <a:gd name="connsiteX56" fmla="*/ 3165093 w 5741575"/>
              <a:gd name="connsiteY56" fmla="*/ 329459 h 955271"/>
              <a:gd name="connsiteX57" fmla="*/ 3373785 w 5741575"/>
              <a:gd name="connsiteY57" fmla="*/ 255680 h 955271"/>
              <a:gd name="connsiteX58" fmla="*/ 3493851 w 5741575"/>
              <a:gd name="connsiteY58" fmla="*/ 240255 h 955271"/>
              <a:gd name="connsiteX59" fmla="*/ 3537470 w 5741575"/>
              <a:gd name="connsiteY59" fmla="*/ 241867 h 955271"/>
              <a:gd name="connsiteX60" fmla="*/ 3610489 w 5741575"/>
              <a:gd name="connsiteY60" fmla="*/ 244128 h 955271"/>
              <a:gd name="connsiteX61" fmla="*/ 3667539 w 5741575"/>
              <a:gd name="connsiteY61" fmla="*/ 263271 h 955271"/>
              <a:gd name="connsiteX62" fmla="*/ 3727614 w 5741575"/>
              <a:gd name="connsiteY62" fmla="*/ 258245 h 955271"/>
              <a:gd name="connsiteX63" fmla="*/ 3738369 w 5741575"/>
              <a:gd name="connsiteY63" fmla="*/ 234506 h 955271"/>
              <a:gd name="connsiteX64" fmla="*/ 3803670 w 5741575"/>
              <a:gd name="connsiteY64" fmla="*/ 236457 h 955271"/>
              <a:gd name="connsiteX65" fmla="*/ 3903080 w 5741575"/>
              <a:gd name="connsiteY65" fmla="*/ 241890 h 955271"/>
              <a:gd name="connsiteX66" fmla="*/ 4114838 w 5741575"/>
              <a:gd name="connsiteY66" fmla="*/ 238165 h 955271"/>
              <a:gd name="connsiteX67" fmla="*/ 4271023 w 5741575"/>
              <a:gd name="connsiteY67" fmla="*/ 241959 h 955271"/>
              <a:gd name="connsiteX68" fmla="*/ 4367397 w 5741575"/>
              <a:gd name="connsiteY68" fmla="*/ 271442 h 955271"/>
              <a:gd name="connsiteX69" fmla="*/ 4495366 w 5741575"/>
              <a:gd name="connsiteY69" fmla="*/ 271618 h 955271"/>
              <a:gd name="connsiteX70" fmla="*/ 4517347 w 5741575"/>
              <a:gd name="connsiteY70" fmla="*/ 275639 h 955271"/>
              <a:gd name="connsiteX71" fmla="*/ 4546116 w 5741575"/>
              <a:gd name="connsiteY71" fmla="*/ 268568 h 955271"/>
              <a:gd name="connsiteX72" fmla="*/ 4661259 w 5741575"/>
              <a:gd name="connsiteY72" fmla="*/ 238966 h 955271"/>
              <a:gd name="connsiteX73" fmla="*/ 4750403 w 5741575"/>
              <a:gd name="connsiteY73" fmla="*/ 204364 h 955271"/>
              <a:gd name="connsiteX74" fmla="*/ 4867614 w 5741575"/>
              <a:gd name="connsiteY74" fmla="*/ 208668 h 955271"/>
              <a:gd name="connsiteX75" fmla="*/ 4937036 w 5741575"/>
              <a:gd name="connsiteY75" fmla="*/ 195446 h 955271"/>
              <a:gd name="connsiteX76" fmla="*/ 5047626 w 5741575"/>
              <a:gd name="connsiteY76" fmla="*/ 149604 h 955271"/>
              <a:gd name="connsiteX77" fmla="*/ 5200247 w 5741575"/>
              <a:gd name="connsiteY77" fmla="*/ 142695 h 955271"/>
              <a:gd name="connsiteX78" fmla="*/ 5235691 w 5741575"/>
              <a:gd name="connsiteY78" fmla="*/ 173330 h 955271"/>
              <a:gd name="connsiteX79" fmla="*/ 5280133 w 5741575"/>
              <a:gd name="connsiteY79" fmla="*/ 189342 h 955271"/>
              <a:gd name="connsiteX80" fmla="*/ 5291963 w 5741575"/>
              <a:gd name="connsiteY80" fmla="*/ 139446 h 955271"/>
              <a:gd name="connsiteX81" fmla="*/ 5418472 w 5741575"/>
              <a:gd name="connsiteY81" fmla="*/ 89163 h 955271"/>
              <a:gd name="connsiteX82" fmla="*/ 5482354 w 5741575"/>
              <a:gd name="connsiteY82" fmla="*/ 69470 h 955271"/>
              <a:gd name="connsiteX83" fmla="*/ 5583280 w 5741575"/>
              <a:gd name="connsiteY83" fmla="*/ 49787 h 955271"/>
              <a:gd name="connsiteX84" fmla="*/ 5613766 w 5741575"/>
              <a:gd name="connsiteY84" fmla="*/ 41855 h 955271"/>
              <a:gd name="connsiteX85" fmla="*/ 5684952 w 5741575"/>
              <a:gd name="connsiteY85" fmla="*/ 26088 h 955271"/>
              <a:gd name="connsiteX86" fmla="*/ 5741575 w 5741575"/>
              <a:gd name="connsiteY86" fmla="*/ 0 h 955271"/>
              <a:gd name="connsiteX0" fmla="*/ 5741575 w 5741575"/>
              <a:gd name="connsiteY0" fmla="*/ 0 h 955271"/>
              <a:gd name="connsiteX1" fmla="*/ 5741575 w 5741575"/>
              <a:gd name="connsiteY1" fmla="*/ 955271 h 955271"/>
              <a:gd name="connsiteX2" fmla="*/ 0 w 5741575"/>
              <a:gd name="connsiteY2" fmla="*/ 955271 h 955271"/>
              <a:gd name="connsiteX3" fmla="*/ 8558 w 5741575"/>
              <a:gd name="connsiteY3" fmla="*/ 953971 h 955271"/>
              <a:gd name="connsiteX4" fmla="*/ 16894 w 5741575"/>
              <a:gd name="connsiteY4" fmla="*/ 953847 h 955271"/>
              <a:gd name="connsiteX5" fmla="*/ 28156 w 5741575"/>
              <a:gd name="connsiteY5" fmla="*/ 951374 h 955271"/>
              <a:gd name="connsiteX6" fmla="*/ 28293 w 5741575"/>
              <a:gd name="connsiteY6" fmla="*/ 950971 h 955271"/>
              <a:gd name="connsiteX7" fmla="*/ 59229 w 5741575"/>
              <a:gd name="connsiteY7" fmla="*/ 903950 h 955271"/>
              <a:gd name="connsiteX8" fmla="*/ 148657 w 5741575"/>
              <a:gd name="connsiteY8" fmla="*/ 898134 h 955271"/>
              <a:gd name="connsiteX9" fmla="*/ 174554 w 5741575"/>
              <a:gd name="connsiteY9" fmla="*/ 886351 h 955271"/>
              <a:gd name="connsiteX10" fmla="*/ 187633 w 5741575"/>
              <a:gd name="connsiteY10" fmla="*/ 878226 h 955271"/>
              <a:gd name="connsiteX11" fmla="*/ 187961 w 5741575"/>
              <a:gd name="connsiteY11" fmla="*/ 876538 h 955271"/>
              <a:gd name="connsiteX12" fmla="*/ 240501 w 5741575"/>
              <a:gd name="connsiteY12" fmla="*/ 873150 h 955271"/>
              <a:gd name="connsiteX13" fmla="*/ 246345 w 5741575"/>
              <a:gd name="connsiteY13" fmla="*/ 869942 h 955271"/>
              <a:gd name="connsiteX14" fmla="*/ 306299 w 5741575"/>
              <a:gd name="connsiteY14" fmla="*/ 873609 h 955271"/>
              <a:gd name="connsiteX15" fmla="*/ 331571 w 5741575"/>
              <a:gd name="connsiteY15" fmla="*/ 869866 h 955271"/>
              <a:gd name="connsiteX16" fmla="*/ 384157 w 5741575"/>
              <a:gd name="connsiteY16" fmla="*/ 867971 h 955271"/>
              <a:gd name="connsiteX17" fmla="*/ 477637 w 5741575"/>
              <a:gd name="connsiteY17" fmla="*/ 870334 h 955271"/>
              <a:gd name="connsiteX18" fmla="*/ 570239 w 5741575"/>
              <a:gd name="connsiteY18" fmla="*/ 829596 h 955271"/>
              <a:gd name="connsiteX19" fmla="*/ 772070 w 5741575"/>
              <a:gd name="connsiteY19" fmla="*/ 820296 h 955271"/>
              <a:gd name="connsiteX20" fmla="*/ 948872 w 5741575"/>
              <a:gd name="connsiteY20" fmla="*/ 772201 h 955271"/>
              <a:gd name="connsiteX21" fmla="*/ 1127089 w 5741575"/>
              <a:gd name="connsiteY21" fmla="*/ 746926 h 955271"/>
              <a:gd name="connsiteX22" fmla="*/ 1226314 w 5741575"/>
              <a:gd name="connsiteY22" fmla="*/ 722473 h 955271"/>
              <a:gd name="connsiteX23" fmla="*/ 1374314 w 5741575"/>
              <a:gd name="connsiteY23" fmla="*/ 688815 h 955271"/>
              <a:gd name="connsiteX24" fmla="*/ 1378034 w 5741575"/>
              <a:gd name="connsiteY24" fmla="*/ 685842 h 955271"/>
              <a:gd name="connsiteX25" fmla="*/ 1435833 w 5741575"/>
              <a:gd name="connsiteY25" fmla="*/ 857427 h 955271"/>
              <a:gd name="connsiteX26" fmla="*/ 1412292 w 5741575"/>
              <a:gd name="connsiteY26" fmla="*/ 670793 h 955271"/>
              <a:gd name="connsiteX27" fmla="*/ 1494753 w 5741575"/>
              <a:gd name="connsiteY27" fmla="*/ 644686 h 955271"/>
              <a:gd name="connsiteX28" fmla="*/ 1616217 w 5741575"/>
              <a:gd name="connsiteY28" fmla="*/ 622107 h 955271"/>
              <a:gd name="connsiteX29" fmla="*/ 1710928 w 5741575"/>
              <a:gd name="connsiteY29" fmla="*/ 600666 h 955271"/>
              <a:gd name="connsiteX30" fmla="*/ 1743718 w 5741575"/>
              <a:gd name="connsiteY30" fmla="*/ 584327 h 955271"/>
              <a:gd name="connsiteX31" fmla="*/ 1873778 w 5741575"/>
              <a:gd name="connsiteY31" fmla="*/ 530130 h 955271"/>
              <a:gd name="connsiteX32" fmla="*/ 1988411 w 5741575"/>
              <a:gd name="connsiteY32" fmla="*/ 491599 h 955271"/>
              <a:gd name="connsiteX33" fmla="*/ 2085507 w 5741575"/>
              <a:gd name="connsiteY33" fmla="*/ 498527 h 955271"/>
              <a:gd name="connsiteX34" fmla="*/ 2090767 w 5741575"/>
              <a:gd name="connsiteY34" fmla="*/ 490616 h 955271"/>
              <a:gd name="connsiteX35" fmla="*/ 2151143 w 5741575"/>
              <a:gd name="connsiteY35" fmla="*/ 478332 h 955271"/>
              <a:gd name="connsiteX36" fmla="*/ 2378710 w 5741575"/>
              <a:gd name="connsiteY36" fmla="*/ 477570 h 955271"/>
              <a:gd name="connsiteX37" fmla="*/ 2496256 w 5741575"/>
              <a:gd name="connsiteY37" fmla="*/ 452396 h 955271"/>
              <a:gd name="connsiteX38" fmla="*/ 2535387 w 5741575"/>
              <a:gd name="connsiteY38" fmla="*/ 436645 h 955271"/>
              <a:gd name="connsiteX39" fmla="*/ 2601109 w 5741575"/>
              <a:gd name="connsiteY39" fmla="*/ 410678 h 955271"/>
              <a:gd name="connsiteX40" fmla="*/ 2643855 w 5741575"/>
              <a:gd name="connsiteY40" fmla="*/ 374482 h 955271"/>
              <a:gd name="connsiteX41" fmla="*/ 2657726 w 5741575"/>
              <a:gd name="connsiteY41" fmla="*/ 365841 h 955271"/>
              <a:gd name="connsiteX42" fmla="*/ 2687125 w 5741575"/>
              <a:gd name="connsiteY42" fmla="*/ 366820 h 955271"/>
              <a:gd name="connsiteX43" fmla="*/ 2697479 w 5741575"/>
              <a:gd name="connsiteY43" fmla="*/ 361430 h 955271"/>
              <a:gd name="connsiteX44" fmla="*/ 2701547 w 5741575"/>
              <a:gd name="connsiteY44" fmla="*/ 361545 h 955271"/>
              <a:gd name="connsiteX45" fmla="*/ 2711054 w 5741575"/>
              <a:gd name="connsiteY45" fmla="*/ 360597 h 955271"/>
              <a:gd name="connsiteX46" fmla="*/ 2710438 w 5741575"/>
              <a:gd name="connsiteY46" fmla="*/ 366958 h 955271"/>
              <a:gd name="connsiteX47" fmla="*/ 2722936 w 5741575"/>
              <a:gd name="connsiteY47" fmla="*/ 377633 h 955271"/>
              <a:gd name="connsiteX48" fmla="*/ 2777227 w 5741575"/>
              <a:gd name="connsiteY48" fmla="*/ 368972 h 955271"/>
              <a:gd name="connsiteX49" fmla="*/ 2779510 w 5741575"/>
              <a:gd name="connsiteY49" fmla="*/ 361652 h 955271"/>
              <a:gd name="connsiteX50" fmla="*/ 2786278 w 5741575"/>
              <a:gd name="connsiteY50" fmla="*/ 359869 h 955271"/>
              <a:gd name="connsiteX51" fmla="*/ 2792101 w 5741575"/>
              <a:gd name="connsiteY51" fmla="*/ 365927 h 955271"/>
              <a:gd name="connsiteX52" fmla="*/ 2885545 w 5741575"/>
              <a:gd name="connsiteY52" fmla="*/ 372818 h 955271"/>
              <a:gd name="connsiteX53" fmla="*/ 3009558 w 5741575"/>
              <a:gd name="connsiteY53" fmla="*/ 370573 h 955271"/>
              <a:gd name="connsiteX54" fmla="*/ 3095010 w 5741575"/>
              <a:gd name="connsiteY54" fmla="*/ 332454 h 955271"/>
              <a:gd name="connsiteX55" fmla="*/ 3103742 w 5741575"/>
              <a:gd name="connsiteY55" fmla="*/ 337974 h 955271"/>
              <a:gd name="connsiteX56" fmla="*/ 3165093 w 5741575"/>
              <a:gd name="connsiteY56" fmla="*/ 329459 h 955271"/>
              <a:gd name="connsiteX57" fmla="*/ 3373785 w 5741575"/>
              <a:gd name="connsiteY57" fmla="*/ 255680 h 955271"/>
              <a:gd name="connsiteX58" fmla="*/ 3493851 w 5741575"/>
              <a:gd name="connsiteY58" fmla="*/ 240255 h 955271"/>
              <a:gd name="connsiteX59" fmla="*/ 3537470 w 5741575"/>
              <a:gd name="connsiteY59" fmla="*/ 241867 h 955271"/>
              <a:gd name="connsiteX60" fmla="*/ 3610489 w 5741575"/>
              <a:gd name="connsiteY60" fmla="*/ 244128 h 955271"/>
              <a:gd name="connsiteX61" fmla="*/ 3667539 w 5741575"/>
              <a:gd name="connsiteY61" fmla="*/ 263271 h 955271"/>
              <a:gd name="connsiteX62" fmla="*/ 3727614 w 5741575"/>
              <a:gd name="connsiteY62" fmla="*/ 258245 h 955271"/>
              <a:gd name="connsiteX63" fmla="*/ 3738369 w 5741575"/>
              <a:gd name="connsiteY63" fmla="*/ 234506 h 955271"/>
              <a:gd name="connsiteX64" fmla="*/ 3803670 w 5741575"/>
              <a:gd name="connsiteY64" fmla="*/ 236457 h 955271"/>
              <a:gd name="connsiteX65" fmla="*/ 3903080 w 5741575"/>
              <a:gd name="connsiteY65" fmla="*/ 241890 h 955271"/>
              <a:gd name="connsiteX66" fmla="*/ 4114838 w 5741575"/>
              <a:gd name="connsiteY66" fmla="*/ 238165 h 955271"/>
              <a:gd name="connsiteX67" fmla="*/ 4271023 w 5741575"/>
              <a:gd name="connsiteY67" fmla="*/ 241959 h 955271"/>
              <a:gd name="connsiteX68" fmla="*/ 4367397 w 5741575"/>
              <a:gd name="connsiteY68" fmla="*/ 271442 h 955271"/>
              <a:gd name="connsiteX69" fmla="*/ 4495366 w 5741575"/>
              <a:gd name="connsiteY69" fmla="*/ 271618 h 955271"/>
              <a:gd name="connsiteX70" fmla="*/ 4517347 w 5741575"/>
              <a:gd name="connsiteY70" fmla="*/ 275639 h 955271"/>
              <a:gd name="connsiteX71" fmla="*/ 4546116 w 5741575"/>
              <a:gd name="connsiteY71" fmla="*/ 268568 h 955271"/>
              <a:gd name="connsiteX72" fmla="*/ 4661259 w 5741575"/>
              <a:gd name="connsiteY72" fmla="*/ 238966 h 955271"/>
              <a:gd name="connsiteX73" fmla="*/ 4750403 w 5741575"/>
              <a:gd name="connsiteY73" fmla="*/ 204364 h 955271"/>
              <a:gd name="connsiteX74" fmla="*/ 4867614 w 5741575"/>
              <a:gd name="connsiteY74" fmla="*/ 208668 h 955271"/>
              <a:gd name="connsiteX75" fmla="*/ 4937036 w 5741575"/>
              <a:gd name="connsiteY75" fmla="*/ 195446 h 955271"/>
              <a:gd name="connsiteX76" fmla="*/ 5047626 w 5741575"/>
              <a:gd name="connsiteY76" fmla="*/ 149604 h 955271"/>
              <a:gd name="connsiteX77" fmla="*/ 5200247 w 5741575"/>
              <a:gd name="connsiteY77" fmla="*/ 142695 h 955271"/>
              <a:gd name="connsiteX78" fmla="*/ 5235691 w 5741575"/>
              <a:gd name="connsiteY78" fmla="*/ 173330 h 955271"/>
              <a:gd name="connsiteX79" fmla="*/ 5280133 w 5741575"/>
              <a:gd name="connsiteY79" fmla="*/ 189342 h 955271"/>
              <a:gd name="connsiteX80" fmla="*/ 5291963 w 5741575"/>
              <a:gd name="connsiteY80" fmla="*/ 139446 h 955271"/>
              <a:gd name="connsiteX81" fmla="*/ 5418472 w 5741575"/>
              <a:gd name="connsiteY81" fmla="*/ 89163 h 955271"/>
              <a:gd name="connsiteX82" fmla="*/ 5482354 w 5741575"/>
              <a:gd name="connsiteY82" fmla="*/ 69470 h 955271"/>
              <a:gd name="connsiteX83" fmla="*/ 5583280 w 5741575"/>
              <a:gd name="connsiteY83" fmla="*/ 49787 h 955271"/>
              <a:gd name="connsiteX84" fmla="*/ 5613766 w 5741575"/>
              <a:gd name="connsiteY84" fmla="*/ 41855 h 955271"/>
              <a:gd name="connsiteX85" fmla="*/ 5684952 w 5741575"/>
              <a:gd name="connsiteY85" fmla="*/ 26088 h 955271"/>
              <a:gd name="connsiteX86" fmla="*/ 5741575 w 5741575"/>
              <a:gd name="connsiteY86" fmla="*/ 0 h 955271"/>
              <a:gd name="connsiteX0" fmla="*/ 5741575 w 5741575"/>
              <a:gd name="connsiteY0" fmla="*/ 0 h 955271"/>
              <a:gd name="connsiteX1" fmla="*/ 5741575 w 5741575"/>
              <a:gd name="connsiteY1" fmla="*/ 955271 h 955271"/>
              <a:gd name="connsiteX2" fmla="*/ 0 w 5741575"/>
              <a:gd name="connsiteY2" fmla="*/ 955271 h 955271"/>
              <a:gd name="connsiteX3" fmla="*/ 8558 w 5741575"/>
              <a:gd name="connsiteY3" fmla="*/ 953971 h 955271"/>
              <a:gd name="connsiteX4" fmla="*/ 16894 w 5741575"/>
              <a:gd name="connsiteY4" fmla="*/ 953847 h 955271"/>
              <a:gd name="connsiteX5" fmla="*/ 28156 w 5741575"/>
              <a:gd name="connsiteY5" fmla="*/ 951374 h 955271"/>
              <a:gd name="connsiteX6" fmla="*/ 28293 w 5741575"/>
              <a:gd name="connsiteY6" fmla="*/ 950971 h 955271"/>
              <a:gd name="connsiteX7" fmla="*/ 59229 w 5741575"/>
              <a:gd name="connsiteY7" fmla="*/ 903950 h 955271"/>
              <a:gd name="connsiteX8" fmla="*/ 148657 w 5741575"/>
              <a:gd name="connsiteY8" fmla="*/ 898134 h 955271"/>
              <a:gd name="connsiteX9" fmla="*/ 174554 w 5741575"/>
              <a:gd name="connsiteY9" fmla="*/ 886351 h 955271"/>
              <a:gd name="connsiteX10" fmla="*/ 187633 w 5741575"/>
              <a:gd name="connsiteY10" fmla="*/ 878226 h 955271"/>
              <a:gd name="connsiteX11" fmla="*/ 187961 w 5741575"/>
              <a:gd name="connsiteY11" fmla="*/ 876538 h 955271"/>
              <a:gd name="connsiteX12" fmla="*/ 240501 w 5741575"/>
              <a:gd name="connsiteY12" fmla="*/ 873150 h 955271"/>
              <a:gd name="connsiteX13" fmla="*/ 246345 w 5741575"/>
              <a:gd name="connsiteY13" fmla="*/ 869942 h 955271"/>
              <a:gd name="connsiteX14" fmla="*/ 306299 w 5741575"/>
              <a:gd name="connsiteY14" fmla="*/ 873609 h 955271"/>
              <a:gd name="connsiteX15" fmla="*/ 331571 w 5741575"/>
              <a:gd name="connsiteY15" fmla="*/ 869866 h 955271"/>
              <a:gd name="connsiteX16" fmla="*/ 384157 w 5741575"/>
              <a:gd name="connsiteY16" fmla="*/ 867971 h 955271"/>
              <a:gd name="connsiteX17" fmla="*/ 477637 w 5741575"/>
              <a:gd name="connsiteY17" fmla="*/ 870334 h 955271"/>
              <a:gd name="connsiteX18" fmla="*/ 570239 w 5741575"/>
              <a:gd name="connsiteY18" fmla="*/ 829596 h 955271"/>
              <a:gd name="connsiteX19" fmla="*/ 772070 w 5741575"/>
              <a:gd name="connsiteY19" fmla="*/ 820296 h 955271"/>
              <a:gd name="connsiteX20" fmla="*/ 948872 w 5741575"/>
              <a:gd name="connsiteY20" fmla="*/ 772201 h 955271"/>
              <a:gd name="connsiteX21" fmla="*/ 1127089 w 5741575"/>
              <a:gd name="connsiteY21" fmla="*/ 746926 h 955271"/>
              <a:gd name="connsiteX22" fmla="*/ 1226314 w 5741575"/>
              <a:gd name="connsiteY22" fmla="*/ 722473 h 955271"/>
              <a:gd name="connsiteX23" fmla="*/ 1374314 w 5741575"/>
              <a:gd name="connsiteY23" fmla="*/ 688815 h 955271"/>
              <a:gd name="connsiteX24" fmla="*/ 1342834 w 5741575"/>
              <a:gd name="connsiteY24" fmla="*/ 753906 h 955271"/>
              <a:gd name="connsiteX25" fmla="*/ 1435833 w 5741575"/>
              <a:gd name="connsiteY25" fmla="*/ 857427 h 955271"/>
              <a:gd name="connsiteX26" fmla="*/ 1412292 w 5741575"/>
              <a:gd name="connsiteY26" fmla="*/ 670793 h 955271"/>
              <a:gd name="connsiteX27" fmla="*/ 1494753 w 5741575"/>
              <a:gd name="connsiteY27" fmla="*/ 644686 h 955271"/>
              <a:gd name="connsiteX28" fmla="*/ 1616217 w 5741575"/>
              <a:gd name="connsiteY28" fmla="*/ 622107 h 955271"/>
              <a:gd name="connsiteX29" fmla="*/ 1710928 w 5741575"/>
              <a:gd name="connsiteY29" fmla="*/ 600666 h 955271"/>
              <a:gd name="connsiteX30" fmla="*/ 1743718 w 5741575"/>
              <a:gd name="connsiteY30" fmla="*/ 584327 h 955271"/>
              <a:gd name="connsiteX31" fmla="*/ 1873778 w 5741575"/>
              <a:gd name="connsiteY31" fmla="*/ 530130 h 955271"/>
              <a:gd name="connsiteX32" fmla="*/ 1988411 w 5741575"/>
              <a:gd name="connsiteY32" fmla="*/ 491599 h 955271"/>
              <a:gd name="connsiteX33" fmla="*/ 2085507 w 5741575"/>
              <a:gd name="connsiteY33" fmla="*/ 498527 h 955271"/>
              <a:gd name="connsiteX34" fmla="*/ 2090767 w 5741575"/>
              <a:gd name="connsiteY34" fmla="*/ 490616 h 955271"/>
              <a:gd name="connsiteX35" fmla="*/ 2151143 w 5741575"/>
              <a:gd name="connsiteY35" fmla="*/ 478332 h 955271"/>
              <a:gd name="connsiteX36" fmla="*/ 2378710 w 5741575"/>
              <a:gd name="connsiteY36" fmla="*/ 477570 h 955271"/>
              <a:gd name="connsiteX37" fmla="*/ 2496256 w 5741575"/>
              <a:gd name="connsiteY37" fmla="*/ 452396 h 955271"/>
              <a:gd name="connsiteX38" fmla="*/ 2535387 w 5741575"/>
              <a:gd name="connsiteY38" fmla="*/ 436645 h 955271"/>
              <a:gd name="connsiteX39" fmla="*/ 2601109 w 5741575"/>
              <a:gd name="connsiteY39" fmla="*/ 410678 h 955271"/>
              <a:gd name="connsiteX40" fmla="*/ 2643855 w 5741575"/>
              <a:gd name="connsiteY40" fmla="*/ 374482 h 955271"/>
              <a:gd name="connsiteX41" fmla="*/ 2657726 w 5741575"/>
              <a:gd name="connsiteY41" fmla="*/ 365841 h 955271"/>
              <a:gd name="connsiteX42" fmla="*/ 2687125 w 5741575"/>
              <a:gd name="connsiteY42" fmla="*/ 366820 h 955271"/>
              <a:gd name="connsiteX43" fmla="*/ 2697479 w 5741575"/>
              <a:gd name="connsiteY43" fmla="*/ 361430 h 955271"/>
              <a:gd name="connsiteX44" fmla="*/ 2701547 w 5741575"/>
              <a:gd name="connsiteY44" fmla="*/ 361545 h 955271"/>
              <a:gd name="connsiteX45" fmla="*/ 2711054 w 5741575"/>
              <a:gd name="connsiteY45" fmla="*/ 360597 h 955271"/>
              <a:gd name="connsiteX46" fmla="*/ 2710438 w 5741575"/>
              <a:gd name="connsiteY46" fmla="*/ 366958 h 955271"/>
              <a:gd name="connsiteX47" fmla="*/ 2722936 w 5741575"/>
              <a:gd name="connsiteY47" fmla="*/ 377633 h 955271"/>
              <a:gd name="connsiteX48" fmla="*/ 2777227 w 5741575"/>
              <a:gd name="connsiteY48" fmla="*/ 368972 h 955271"/>
              <a:gd name="connsiteX49" fmla="*/ 2779510 w 5741575"/>
              <a:gd name="connsiteY49" fmla="*/ 361652 h 955271"/>
              <a:gd name="connsiteX50" fmla="*/ 2786278 w 5741575"/>
              <a:gd name="connsiteY50" fmla="*/ 359869 h 955271"/>
              <a:gd name="connsiteX51" fmla="*/ 2792101 w 5741575"/>
              <a:gd name="connsiteY51" fmla="*/ 365927 h 955271"/>
              <a:gd name="connsiteX52" fmla="*/ 2885545 w 5741575"/>
              <a:gd name="connsiteY52" fmla="*/ 372818 h 955271"/>
              <a:gd name="connsiteX53" fmla="*/ 3009558 w 5741575"/>
              <a:gd name="connsiteY53" fmla="*/ 370573 h 955271"/>
              <a:gd name="connsiteX54" fmla="*/ 3095010 w 5741575"/>
              <a:gd name="connsiteY54" fmla="*/ 332454 h 955271"/>
              <a:gd name="connsiteX55" fmla="*/ 3103742 w 5741575"/>
              <a:gd name="connsiteY55" fmla="*/ 337974 h 955271"/>
              <a:gd name="connsiteX56" fmla="*/ 3165093 w 5741575"/>
              <a:gd name="connsiteY56" fmla="*/ 329459 h 955271"/>
              <a:gd name="connsiteX57" fmla="*/ 3373785 w 5741575"/>
              <a:gd name="connsiteY57" fmla="*/ 255680 h 955271"/>
              <a:gd name="connsiteX58" fmla="*/ 3493851 w 5741575"/>
              <a:gd name="connsiteY58" fmla="*/ 240255 h 955271"/>
              <a:gd name="connsiteX59" fmla="*/ 3537470 w 5741575"/>
              <a:gd name="connsiteY59" fmla="*/ 241867 h 955271"/>
              <a:gd name="connsiteX60" fmla="*/ 3610489 w 5741575"/>
              <a:gd name="connsiteY60" fmla="*/ 244128 h 955271"/>
              <a:gd name="connsiteX61" fmla="*/ 3667539 w 5741575"/>
              <a:gd name="connsiteY61" fmla="*/ 263271 h 955271"/>
              <a:gd name="connsiteX62" fmla="*/ 3727614 w 5741575"/>
              <a:gd name="connsiteY62" fmla="*/ 258245 h 955271"/>
              <a:gd name="connsiteX63" fmla="*/ 3738369 w 5741575"/>
              <a:gd name="connsiteY63" fmla="*/ 234506 h 955271"/>
              <a:gd name="connsiteX64" fmla="*/ 3803670 w 5741575"/>
              <a:gd name="connsiteY64" fmla="*/ 236457 h 955271"/>
              <a:gd name="connsiteX65" fmla="*/ 3903080 w 5741575"/>
              <a:gd name="connsiteY65" fmla="*/ 241890 h 955271"/>
              <a:gd name="connsiteX66" fmla="*/ 4114838 w 5741575"/>
              <a:gd name="connsiteY66" fmla="*/ 238165 h 955271"/>
              <a:gd name="connsiteX67" fmla="*/ 4271023 w 5741575"/>
              <a:gd name="connsiteY67" fmla="*/ 241959 h 955271"/>
              <a:gd name="connsiteX68" fmla="*/ 4367397 w 5741575"/>
              <a:gd name="connsiteY68" fmla="*/ 271442 h 955271"/>
              <a:gd name="connsiteX69" fmla="*/ 4495366 w 5741575"/>
              <a:gd name="connsiteY69" fmla="*/ 271618 h 955271"/>
              <a:gd name="connsiteX70" fmla="*/ 4517347 w 5741575"/>
              <a:gd name="connsiteY70" fmla="*/ 275639 h 955271"/>
              <a:gd name="connsiteX71" fmla="*/ 4546116 w 5741575"/>
              <a:gd name="connsiteY71" fmla="*/ 268568 h 955271"/>
              <a:gd name="connsiteX72" fmla="*/ 4661259 w 5741575"/>
              <a:gd name="connsiteY72" fmla="*/ 238966 h 955271"/>
              <a:gd name="connsiteX73" fmla="*/ 4750403 w 5741575"/>
              <a:gd name="connsiteY73" fmla="*/ 204364 h 955271"/>
              <a:gd name="connsiteX74" fmla="*/ 4867614 w 5741575"/>
              <a:gd name="connsiteY74" fmla="*/ 208668 h 955271"/>
              <a:gd name="connsiteX75" fmla="*/ 4937036 w 5741575"/>
              <a:gd name="connsiteY75" fmla="*/ 195446 h 955271"/>
              <a:gd name="connsiteX76" fmla="*/ 5047626 w 5741575"/>
              <a:gd name="connsiteY76" fmla="*/ 149604 h 955271"/>
              <a:gd name="connsiteX77" fmla="*/ 5200247 w 5741575"/>
              <a:gd name="connsiteY77" fmla="*/ 142695 h 955271"/>
              <a:gd name="connsiteX78" fmla="*/ 5235691 w 5741575"/>
              <a:gd name="connsiteY78" fmla="*/ 173330 h 955271"/>
              <a:gd name="connsiteX79" fmla="*/ 5280133 w 5741575"/>
              <a:gd name="connsiteY79" fmla="*/ 189342 h 955271"/>
              <a:gd name="connsiteX80" fmla="*/ 5291963 w 5741575"/>
              <a:gd name="connsiteY80" fmla="*/ 139446 h 955271"/>
              <a:gd name="connsiteX81" fmla="*/ 5418472 w 5741575"/>
              <a:gd name="connsiteY81" fmla="*/ 89163 h 955271"/>
              <a:gd name="connsiteX82" fmla="*/ 5482354 w 5741575"/>
              <a:gd name="connsiteY82" fmla="*/ 69470 h 955271"/>
              <a:gd name="connsiteX83" fmla="*/ 5583280 w 5741575"/>
              <a:gd name="connsiteY83" fmla="*/ 49787 h 955271"/>
              <a:gd name="connsiteX84" fmla="*/ 5613766 w 5741575"/>
              <a:gd name="connsiteY84" fmla="*/ 41855 h 955271"/>
              <a:gd name="connsiteX85" fmla="*/ 5684952 w 5741575"/>
              <a:gd name="connsiteY85" fmla="*/ 26088 h 955271"/>
              <a:gd name="connsiteX86" fmla="*/ 5741575 w 5741575"/>
              <a:gd name="connsiteY86" fmla="*/ 0 h 955271"/>
              <a:gd name="connsiteX0" fmla="*/ 5741575 w 5741575"/>
              <a:gd name="connsiteY0" fmla="*/ 0 h 955271"/>
              <a:gd name="connsiteX1" fmla="*/ 5741575 w 5741575"/>
              <a:gd name="connsiteY1" fmla="*/ 955271 h 955271"/>
              <a:gd name="connsiteX2" fmla="*/ 0 w 5741575"/>
              <a:gd name="connsiteY2" fmla="*/ 955271 h 955271"/>
              <a:gd name="connsiteX3" fmla="*/ 8558 w 5741575"/>
              <a:gd name="connsiteY3" fmla="*/ 953971 h 955271"/>
              <a:gd name="connsiteX4" fmla="*/ 16894 w 5741575"/>
              <a:gd name="connsiteY4" fmla="*/ 953847 h 955271"/>
              <a:gd name="connsiteX5" fmla="*/ 28156 w 5741575"/>
              <a:gd name="connsiteY5" fmla="*/ 951374 h 955271"/>
              <a:gd name="connsiteX6" fmla="*/ 28293 w 5741575"/>
              <a:gd name="connsiteY6" fmla="*/ 950971 h 955271"/>
              <a:gd name="connsiteX7" fmla="*/ 59229 w 5741575"/>
              <a:gd name="connsiteY7" fmla="*/ 903950 h 955271"/>
              <a:gd name="connsiteX8" fmla="*/ 148657 w 5741575"/>
              <a:gd name="connsiteY8" fmla="*/ 898134 h 955271"/>
              <a:gd name="connsiteX9" fmla="*/ 174554 w 5741575"/>
              <a:gd name="connsiteY9" fmla="*/ 886351 h 955271"/>
              <a:gd name="connsiteX10" fmla="*/ 187633 w 5741575"/>
              <a:gd name="connsiteY10" fmla="*/ 878226 h 955271"/>
              <a:gd name="connsiteX11" fmla="*/ 187961 w 5741575"/>
              <a:gd name="connsiteY11" fmla="*/ 876538 h 955271"/>
              <a:gd name="connsiteX12" fmla="*/ 240501 w 5741575"/>
              <a:gd name="connsiteY12" fmla="*/ 873150 h 955271"/>
              <a:gd name="connsiteX13" fmla="*/ 246345 w 5741575"/>
              <a:gd name="connsiteY13" fmla="*/ 869942 h 955271"/>
              <a:gd name="connsiteX14" fmla="*/ 306299 w 5741575"/>
              <a:gd name="connsiteY14" fmla="*/ 873609 h 955271"/>
              <a:gd name="connsiteX15" fmla="*/ 331571 w 5741575"/>
              <a:gd name="connsiteY15" fmla="*/ 869866 h 955271"/>
              <a:gd name="connsiteX16" fmla="*/ 384157 w 5741575"/>
              <a:gd name="connsiteY16" fmla="*/ 867971 h 955271"/>
              <a:gd name="connsiteX17" fmla="*/ 477637 w 5741575"/>
              <a:gd name="connsiteY17" fmla="*/ 870334 h 955271"/>
              <a:gd name="connsiteX18" fmla="*/ 570239 w 5741575"/>
              <a:gd name="connsiteY18" fmla="*/ 829596 h 955271"/>
              <a:gd name="connsiteX19" fmla="*/ 772070 w 5741575"/>
              <a:gd name="connsiteY19" fmla="*/ 820296 h 955271"/>
              <a:gd name="connsiteX20" fmla="*/ 948872 w 5741575"/>
              <a:gd name="connsiteY20" fmla="*/ 772201 h 955271"/>
              <a:gd name="connsiteX21" fmla="*/ 1127089 w 5741575"/>
              <a:gd name="connsiteY21" fmla="*/ 746926 h 955271"/>
              <a:gd name="connsiteX22" fmla="*/ 1226314 w 5741575"/>
              <a:gd name="connsiteY22" fmla="*/ 722473 h 955271"/>
              <a:gd name="connsiteX23" fmla="*/ 1278773 w 5741575"/>
              <a:gd name="connsiteY23" fmla="*/ 711503 h 955271"/>
              <a:gd name="connsiteX24" fmla="*/ 1342834 w 5741575"/>
              <a:gd name="connsiteY24" fmla="*/ 753906 h 955271"/>
              <a:gd name="connsiteX25" fmla="*/ 1435833 w 5741575"/>
              <a:gd name="connsiteY25" fmla="*/ 857427 h 955271"/>
              <a:gd name="connsiteX26" fmla="*/ 1412292 w 5741575"/>
              <a:gd name="connsiteY26" fmla="*/ 670793 h 955271"/>
              <a:gd name="connsiteX27" fmla="*/ 1494753 w 5741575"/>
              <a:gd name="connsiteY27" fmla="*/ 644686 h 955271"/>
              <a:gd name="connsiteX28" fmla="*/ 1616217 w 5741575"/>
              <a:gd name="connsiteY28" fmla="*/ 622107 h 955271"/>
              <a:gd name="connsiteX29" fmla="*/ 1710928 w 5741575"/>
              <a:gd name="connsiteY29" fmla="*/ 600666 h 955271"/>
              <a:gd name="connsiteX30" fmla="*/ 1743718 w 5741575"/>
              <a:gd name="connsiteY30" fmla="*/ 584327 h 955271"/>
              <a:gd name="connsiteX31" fmla="*/ 1873778 w 5741575"/>
              <a:gd name="connsiteY31" fmla="*/ 530130 h 955271"/>
              <a:gd name="connsiteX32" fmla="*/ 1988411 w 5741575"/>
              <a:gd name="connsiteY32" fmla="*/ 491599 h 955271"/>
              <a:gd name="connsiteX33" fmla="*/ 2085507 w 5741575"/>
              <a:gd name="connsiteY33" fmla="*/ 498527 h 955271"/>
              <a:gd name="connsiteX34" fmla="*/ 2090767 w 5741575"/>
              <a:gd name="connsiteY34" fmla="*/ 490616 h 955271"/>
              <a:gd name="connsiteX35" fmla="*/ 2151143 w 5741575"/>
              <a:gd name="connsiteY35" fmla="*/ 478332 h 955271"/>
              <a:gd name="connsiteX36" fmla="*/ 2378710 w 5741575"/>
              <a:gd name="connsiteY36" fmla="*/ 477570 h 955271"/>
              <a:gd name="connsiteX37" fmla="*/ 2496256 w 5741575"/>
              <a:gd name="connsiteY37" fmla="*/ 452396 h 955271"/>
              <a:gd name="connsiteX38" fmla="*/ 2535387 w 5741575"/>
              <a:gd name="connsiteY38" fmla="*/ 436645 h 955271"/>
              <a:gd name="connsiteX39" fmla="*/ 2601109 w 5741575"/>
              <a:gd name="connsiteY39" fmla="*/ 410678 h 955271"/>
              <a:gd name="connsiteX40" fmla="*/ 2643855 w 5741575"/>
              <a:gd name="connsiteY40" fmla="*/ 374482 h 955271"/>
              <a:gd name="connsiteX41" fmla="*/ 2657726 w 5741575"/>
              <a:gd name="connsiteY41" fmla="*/ 365841 h 955271"/>
              <a:gd name="connsiteX42" fmla="*/ 2687125 w 5741575"/>
              <a:gd name="connsiteY42" fmla="*/ 366820 h 955271"/>
              <a:gd name="connsiteX43" fmla="*/ 2697479 w 5741575"/>
              <a:gd name="connsiteY43" fmla="*/ 361430 h 955271"/>
              <a:gd name="connsiteX44" fmla="*/ 2701547 w 5741575"/>
              <a:gd name="connsiteY44" fmla="*/ 361545 h 955271"/>
              <a:gd name="connsiteX45" fmla="*/ 2711054 w 5741575"/>
              <a:gd name="connsiteY45" fmla="*/ 360597 h 955271"/>
              <a:gd name="connsiteX46" fmla="*/ 2710438 w 5741575"/>
              <a:gd name="connsiteY46" fmla="*/ 366958 h 955271"/>
              <a:gd name="connsiteX47" fmla="*/ 2722936 w 5741575"/>
              <a:gd name="connsiteY47" fmla="*/ 377633 h 955271"/>
              <a:gd name="connsiteX48" fmla="*/ 2777227 w 5741575"/>
              <a:gd name="connsiteY48" fmla="*/ 368972 h 955271"/>
              <a:gd name="connsiteX49" fmla="*/ 2779510 w 5741575"/>
              <a:gd name="connsiteY49" fmla="*/ 361652 h 955271"/>
              <a:gd name="connsiteX50" fmla="*/ 2786278 w 5741575"/>
              <a:gd name="connsiteY50" fmla="*/ 359869 h 955271"/>
              <a:gd name="connsiteX51" fmla="*/ 2792101 w 5741575"/>
              <a:gd name="connsiteY51" fmla="*/ 365927 h 955271"/>
              <a:gd name="connsiteX52" fmla="*/ 2885545 w 5741575"/>
              <a:gd name="connsiteY52" fmla="*/ 372818 h 955271"/>
              <a:gd name="connsiteX53" fmla="*/ 3009558 w 5741575"/>
              <a:gd name="connsiteY53" fmla="*/ 370573 h 955271"/>
              <a:gd name="connsiteX54" fmla="*/ 3095010 w 5741575"/>
              <a:gd name="connsiteY54" fmla="*/ 332454 h 955271"/>
              <a:gd name="connsiteX55" fmla="*/ 3103742 w 5741575"/>
              <a:gd name="connsiteY55" fmla="*/ 337974 h 955271"/>
              <a:gd name="connsiteX56" fmla="*/ 3165093 w 5741575"/>
              <a:gd name="connsiteY56" fmla="*/ 329459 h 955271"/>
              <a:gd name="connsiteX57" fmla="*/ 3373785 w 5741575"/>
              <a:gd name="connsiteY57" fmla="*/ 255680 h 955271"/>
              <a:gd name="connsiteX58" fmla="*/ 3493851 w 5741575"/>
              <a:gd name="connsiteY58" fmla="*/ 240255 h 955271"/>
              <a:gd name="connsiteX59" fmla="*/ 3537470 w 5741575"/>
              <a:gd name="connsiteY59" fmla="*/ 241867 h 955271"/>
              <a:gd name="connsiteX60" fmla="*/ 3610489 w 5741575"/>
              <a:gd name="connsiteY60" fmla="*/ 244128 h 955271"/>
              <a:gd name="connsiteX61" fmla="*/ 3667539 w 5741575"/>
              <a:gd name="connsiteY61" fmla="*/ 263271 h 955271"/>
              <a:gd name="connsiteX62" fmla="*/ 3727614 w 5741575"/>
              <a:gd name="connsiteY62" fmla="*/ 258245 h 955271"/>
              <a:gd name="connsiteX63" fmla="*/ 3738369 w 5741575"/>
              <a:gd name="connsiteY63" fmla="*/ 234506 h 955271"/>
              <a:gd name="connsiteX64" fmla="*/ 3803670 w 5741575"/>
              <a:gd name="connsiteY64" fmla="*/ 236457 h 955271"/>
              <a:gd name="connsiteX65" fmla="*/ 3903080 w 5741575"/>
              <a:gd name="connsiteY65" fmla="*/ 241890 h 955271"/>
              <a:gd name="connsiteX66" fmla="*/ 4114838 w 5741575"/>
              <a:gd name="connsiteY66" fmla="*/ 238165 h 955271"/>
              <a:gd name="connsiteX67" fmla="*/ 4271023 w 5741575"/>
              <a:gd name="connsiteY67" fmla="*/ 241959 h 955271"/>
              <a:gd name="connsiteX68" fmla="*/ 4367397 w 5741575"/>
              <a:gd name="connsiteY68" fmla="*/ 271442 h 955271"/>
              <a:gd name="connsiteX69" fmla="*/ 4495366 w 5741575"/>
              <a:gd name="connsiteY69" fmla="*/ 271618 h 955271"/>
              <a:gd name="connsiteX70" fmla="*/ 4517347 w 5741575"/>
              <a:gd name="connsiteY70" fmla="*/ 275639 h 955271"/>
              <a:gd name="connsiteX71" fmla="*/ 4546116 w 5741575"/>
              <a:gd name="connsiteY71" fmla="*/ 268568 h 955271"/>
              <a:gd name="connsiteX72" fmla="*/ 4661259 w 5741575"/>
              <a:gd name="connsiteY72" fmla="*/ 238966 h 955271"/>
              <a:gd name="connsiteX73" fmla="*/ 4750403 w 5741575"/>
              <a:gd name="connsiteY73" fmla="*/ 204364 h 955271"/>
              <a:gd name="connsiteX74" fmla="*/ 4867614 w 5741575"/>
              <a:gd name="connsiteY74" fmla="*/ 208668 h 955271"/>
              <a:gd name="connsiteX75" fmla="*/ 4937036 w 5741575"/>
              <a:gd name="connsiteY75" fmla="*/ 195446 h 955271"/>
              <a:gd name="connsiteX76" fmla="*/ 5047626 w 5741575"/>
              <a:gd name="connsiteY76" fmla="*/ 149604 h 955271"/>
              <a:gd name="connsiteX77" fmla="*/ 5200247 w 5741575"/>
              <a:gd name="connsiteY77" fmla="*/ 142695 h 955271"/>
              <a:gd name="connsiteX78" fmla="*/ 5235691 w 5741575"/>
              <a:gd name="connsiteY78" fmla="*/ 173330 h 955271"/>
              <a:gd name="connsiteX79" fmla="*/ 5280133 w 5741575"/>
              <a:gd name="connsiteY79" fmla="*/ 189342 h 955271"/>
              <a:gd name="connsiteX80" fmla="*/ 5291963 w 5741575"/>
              <a:gd name="connsiteY80" fmla="*/ 139446 h 955271"/>
              <a:gd name="connsiteX81" fmla="*/ 5418472 w 5741575"/>
              <a:gd name="connsiteY81" fmla="*/ 89163 h 955271"/>
              <a:gd name="connsiteX82" fmla="*/ 5482354 w 5741575"/>
              <a:gd name="connsiteY82" fmla="*/ 69470 h 955271"/>
              <a:gd name="connsiteX83" fmla="*/ 5583280 w 5741575"/>
              <a:gd name="connsiteY83" fmla="*/ 49787 h 955271"/>
              <a:gd name="connsiteX84" fmla="*/ 5613766 w 5741575"/>
              <a:gd name="connsiteY84" fmla="*/ 41855 h 955271"/>
              <a:gd name="connsiteX85" fmla="*/ 5684952 w 5741575"/>
              <a:gd name="connsiteY85" fmla="*/ 26088 h 955271"/>
              <a:gd name="connsiteX86" fmla="*/ 5741575 w 5741575"/>
              <a:gd name="connsiteY86" fmla="*/ 0 h 955271"/>
              <a:gd name="connsiteX0" fmla="*/ 5741575 w 5741575"/>
              <a:gd name="connsiteY0" fmla="*/ 0 h 955271"/>
              <a:gd name="connsiteX1" fmla="*/ 5741575 w 5741575"/>
              <a:gd name="connsiteY1" fmla="*/ 955271 h 955271"/>
              <a:gd name="connsiteX2" fmla="*/ 0 w 5741575"/>
              <a:gd name="connsiteY2" fmla="*/ 955271 h 955271"/>
              <a:gd name="connsiteX3" fmla="*/ 8558 w 5741575"/>
              <a:gd name="connsiteY3" fmla="*/ 953971 h 955271"/>
              <a:gd name="connsiteX4" fmla="*/ 16894 w 5741575"/>
              <a:gd name="connsiteY4" fmla="*/ 953847 h 955271"/>
              <a:gd name="connsiteX5" fmla="*/ 28156 w 5741575"/>
              <a:gd name="connsiteY5" fmla="*/ 951374 h 955271"/>
              <a:gd name="connsiteX6" fmla="*/ 28293 w 5741575"/>
              <a:gd name="connsiteY6" fmla="*/ 950971 h 955271"/>
              <a:gd name="connsiteX7" fmla="*/ 59229 w 5741575"/>
              <a:gd name="connsiteY7" fmla="*/ 903950 h 955271"/>
              <a:gd name="connsiteX8" fmla="*/ 148657 w 5741575"/>
              <a:gd name="connsiteY8" fmla="*/ 898134 h 955271"/>
              <a:gd name="connsiteX9" fmla="*/ 174554 w 5741575"/>
              <a:gd name="connsiteY9" fmla="*/ 886351 h 955271"/>
              <a:gd name="connsiteX10" fmla="*/ 187633 w 5741575"/>
              <a:gd name="connsiteY10" fmla="*/ 878226 h 955271"/>
              <a:gd name="connsiteX11" fmla="*/ 187961 w 5741575"/>
              <a:gd name="connsiteY11" fmla="*/ 876538 h 955271"/>
              <a:gd name="connsiteX12" fmla="*/ 240501 w 5741575"/>
              <a:gd name="connsiteY12" fmla="*/ 873150 h 955271"/>
              <a:gd name="connsiteX13" fmla="*/ 246345 w 5741575"/>
              <a:gd name="connsiteY13" fmla="*/ 869942 h 955271"/>
              <a:gd name="connsiteX14" fmla="*/ 306299 w 5741575"/>
              <a:gd name="connsiteY14" fmla="*/ 873609 h 955271"/>
              <a:gd name="connsiteX15" fmla="*/ 331571 w 5741575"/>
              <a:gd name="connsiteY15" fmla="*/ 869866 h 955271"/>
              <a:gd name="connsiteX16" fmla="*/ 384157 w 5741575"/>
              <a:gd name="connsiteY16" fmla="*/ 867971 h 955271"/>
              <a:gd name="connsiteX17" fmla="*/ 477637 w 5741575"/>
              <a:gd name="connsiteY17" fmla="*/ 870334 h 955271"/>
              <a:gd name="connsiteX18" fmla="*/ 570239 w 5741575"/>
              <a:gd name="connsiteY18" fmla="*/ 829596 h 955271"/>
              <a:gd name="connsiteX19" fmla="*/ 772070 w 5741575"/>
              <a:gd name="connsiteY19" fmla="*/ 820296 h 955271"/>
              <a:gd name="connsiteX20" fmla="*/ 948872 w 5741575"/>
              <a:gd name="connsiteY20" fmla="*/ 772201 h 955271"/>
              <a:gd name="connsiteX21" fmla="*/ 1127089 w 5741575"/>
              <a:gd name="connsiteY21" fmla="*/ 746926 h 955271"/>
              <a:gd name="connsiteX22" fmla="*/ 1226314 w 5741575"/>
              <a:gd name="connsiteY22" fmla="*/ 722473 h 955271"/>
              <a:gd name="connsiteX23" fmla="*/ 1278773 w 5741575"/>
              <a:gd name="connsiteY23" fmla="*/ 711503 h 955271"/>
              <a:gd name="connsiteX24" fmla="*/ 1317691 w 5741575"/>
              <a:gd name="connsiteY24" fmla="*/ 708529 h 955271"/>
              <a:gd name="connsiteX25" fmla="*/ 1435833 w 5741575"/>
              <a:gd name="connsiteY25" fmla="*/ 857427 h 955271"/>
              <a:gd name="connsiteX26" fmla="*/ 1412292 w 5741575"/>
              <a:gd name="connsiteY26" fmla="*/ 670793 h 955271"/>
              <a:gd name="connsiteX27" fmla="*/ 1494753 w 5741575"/>
              <a:gd name="connsiteY27" fmla="*/ 644686 h 955271"/>
              <a:gd name="connsiteX28" fmla="*/ 1616217 w 5741575"/>
              <a:gd name="connsiteY28" fmla="*/ 622107 h 955271"/>
              <a:gd name="connsiteX29" fmla="*/ 1710928 w 5741575"/>
              <a:gd name="connsiteY29" fmla="*/ 600666 h 955271"/>
              <a:gd name="connsiteX30" fmla="*/ 1743718 w 5741575"/>
              <a:gd name="connsiteY30" fmla="*/ 584327 h 955271"/>
              <a:gd name="connsiteX31" fmla="*/ 1873778 w 5741575"/>
              <a:gd name="connsiteY31" fmla="*/ 530130 h 955271"/>
              <a:gd name="connsiteX32" fmla="*/ 1988411 w 5741575"/>
              <a:gd name="connsiteY32" fmla="*/ 491599 h 955271"/>
              <a:gd name="connsiteX33" fmla="*/ 2085507 w 5741575"/>
              <a:gd name="connsiteY33" fmla="*/ 498527 h 955271"/>
              <a:gd name="connsiteX34" fmla="*/ 2090767 w 5741575"/>
              <a:gd name="connsiteY34" fmla="*/ 490616 h 955271"/>
              <a:gd name="connsiteX35" fmla="*/ 2151143 w 5741575"/>
              <a:gd name="connsiteY35" fmla="*/ 478332 h 955271"/>
              <a:gd name="connsiteX36" fmla="*/ 2378710 w 5741575"/>
              <a:gd name="connsiteY36" fmla="*/ 477570 h 955271"/>
              <a:gd name="connsiteX37" fmla="*/ 2496256 w 5741575"/>
              <a:gd name="connsiteY37" fmla="*/ 452396 h 955271"/>
              <a:gd name="connsiteX38" fmla="*/ 2535387 w 5741575"/>
              <a:gd name="connsiteY38" fmla="*/ 436645 h 955271"/>
              <a:gd name="connsiteX39" fmla="*/ 2601109 w 5741575"/>
              <a:gd name="connsiteY39" fmla="*/ 410678 h 955271"/>
              <a:gd name="connsiteX40" fmla="*/ 2643855 w 5741575"/>
              <a:gd name="connsiteY40" fmla="*/ 374482 h 955271"/>
              <a:gd name="connsiteX41" fmla="*/ 2657726 w 5741575"/>
              <a:gd name="connsiteY41" fmla="*/ 365841 h 955271"/>
              <a:gd name="connsiteX42" fmla="*/ 2687125 w 5741575"/>
              <a:gd name="connsiteY42" fmla="*/ 366820 h 955271"/>
              <a:gd name="connsiteX43" fmla="*/ 2697479 w 5741575"/>
              <a:gd name="connsiteY43" fmla="*/ 361430 h 955271"/>
              <a:gd name="connsiteX44" fmla="*/ 2701547 w 5741575"/>
              <a:gd name="connsiteY44" fmla="*/ 361545 h 955271"/>
              <a:gd name="connsiteX45" fmla="*/ 2711054 w 5741575"/>
              <a:gd name="connsiteY45" fmla="*/ 360597 h 955271"/>
              <a:gd name="connsiteX46" fmla="*/ 2710438 w 5741575"/>
              <a:gd name="connsiteY46" fmla="*/ 366958 h 955271"/>
              <a:gd name="connsiteX47" fmla="*/ 2722936 w 5741575"/>
              <a:gd name="connsiteY47" fmla="*/ 377633 h 955271"/>
              <a:gd name="connsiteX48" fmla="*/ 2777227 w 5741575"/>
              <a:gd name="connsiteY48" fmla="*/ 368972 h 955271"/>
              <a:gd name="connsiteX49" fmla="*/ 2779510 w 5741575"/>
              <a:gd name="connsiteY49" fmla="*/ 361652 h 955271"/>
              <a:gd name="connsiteX50" fmla="*/ 2786278 w 5741575"/>
              <a:gd name="connsiteY50" fmla="*/ 359869 h 955271"/>
              <a:gd name="connsiteX51" fmla="*/ 2792101 w 5741575"/>
              <a:gd name="connsiteY51" fmla="*/ 365927 h 955271"/>
              <a:gd name="connsiteX52" fmla="*/ 2885545 w 5741575"/>
              <a:gd name="connsiteY52" fmla="*/ 372818 h 955271"/>
              <a:gd name="connsiteX53" fmla="*/ 3009558 w 5741575"/>
              <a:gd name="connsiteY53" fmla="*/ 370573 h 955271"/>
              <a:gd name="connsiteX54" fmla="*/ 3095010 w 5741575"/>
              <a:gd name="connsiteY54" fmla="*/ 332454 h 955271"/>
              <a:gd name="connsiteX55" fmla="*/ 3103742 w 5741575"/>
              <a:gd name="connsiteY55" fmla="*/ 337974 h 955271"/>
              <a:gd name="connsiteX56" fmla="*/ 3165093 w 5741575"/>
              <a:gd name="connsiteY56" fmla="*/ 329459 h 955271"/>
              <a:gd name="connsiteX57" fmla="*/ 3373785 w 5741575"/>
              <a:gd name="connsiteY57" fmla="*/ 255680 h 955271"/>
              <a:gd name="connsiteX58" fmla="*/ 3493851 w 5741575"/>
              <a:gd name="connsiteY58" fmla="*/ 240255 h 955271"/>
              <a:gd name="connsiteX59" fmla="*/ 3537470 w 5741575"/>
              <a:gd name="connsiteY59" fmla="*/ 241867 h 955271"/>
              <a:gd name="connsiteX60" fmla="*/ 3610489 w 5741575"/>
              <a:gd name="connsiteY60" fmla="*/ 244128 h 955271"/>
              <a:gd name="connsiteX61" fmla="*/ 3667539 w 5741575"/>
              <a:gd name="connsiteY61" fmla="*/ 263271 h 955271"/>
              <a:gd name="connsiteX62" fmla="*/ 3727614 w 5741575"/>
              <a:gd name="connsiteY62" fmla="*/ 258245 h 955271"/>
              <a:gd name="connsiteX63" fmla="*/ 3738369 w 5741575"/>
              <a:gd name="connsiteY63" fmla="*/ 234506 h 955271"/>
              <a:gd name="connsiteX64" fmla="*/ 3803670 w 5741575"/>
              <a:gd name="connsiteY64" fmla="*/ 236457 h 955271"/>
              <a:gd name="connsiteX65" fmla="*/ 3903080 w 5741575"/>
              <a:gd name="connsiteY65" fmla="*/ 241890 h 955271"/>
              <a:gd name="connsiteX66" fmla="*/ 4114838 w 5741575"/>
              <a:gd name="connsiteY66" fmla="*/ 238165 h 955271"/>
              <a:gd name="connsiteX67" fmla="*/ 4271023 w 5741575"/>
              <a:gd name="connsiteY67" fmla="*/ 241959 h 955271"/>
              <a:gd name="connsiteX68" fmla="*/ 4367397 w 5741575"/>
              <a:gd name="connsiteY68" fmla="*/ 271442 h 955271"/>
              <a:gd name="connsiteX69" fmla="*/ 4495366 w 5741575"/>
              <a:gd name="connsiteY69" fmla="*/ 271618 h 955271"/>
              <a:gd name="connsiteX70" fmla="*/ 4517347 w 5741575"/>
              <a:gd name="connsiteY70" fmla="*/ 275639 h 955271"/>
              <a:gd name="connsiteX71" fmla="*/ 4546116 w 5741575"/>
              <a:gd name="connsiteY71" fmla="*/ 268568 h 955271"/>
              <a:gd name="connsiteX72" fmla="*/ 4661259 w 5741575"/>
              <a:gd name="connsiteY72" fmla="*/ 238966 h 955271"/>
              <a:gd name="connsiteX73" fmla="*/ 4750403 w 5741575"/>
              <a:gd name="connsiteY73" fmla="*/ 204364 h 955271"/>
              <a:gd name="connsiteX74" fmla="*/ 4867614 w 5741575"/>
              <a:gd name="connsiteY74" fmla="*/ 208668 h 955271"/>
              <a:gd name="connsiteX75" fmla="*/ 4937036 w 5741575"/>
              <a:gd name="connsiteY75" fmla="*/ 195446 h 955271"/>
              <a:gd name="connsiteX76" fmla="*/ 5047626 w 5741575"/>
              <a:gd name="connsiteY76" fmla="*/ 149604 h 955271"/>
              <a:gd name="connsiteX77" fmla="*/ 5200247 w 5741575"/>
              <a:gd name="connsiteY77" fmla="*/ 142695 h 955271"/>
              <a:gd name="connsiteX78" fmla="*/ 5235691 w 5741575"/>
              <a:gd name="connsiteY78" fmla="*/ 173330 h 955271"/>
              <a:gd name="connsiteX79" fmla="*/ 5280133 w 5741575"/>
              <a:gd name="connsiteY79" fmla="*/ 189342 h 955271"/>
              <a:gd name="connsiteX80" fmla="*/ 5291963 w 5741575"/>
              <a:gd name="connsiteY80" fmla="*/ 139446 h 955271"/>
              <a:gd name="connsiteX81" fmla="*/ 5418472 w 5741575"/>
              <a:gd name="connsiteY81" fmla="*/ 89163 h 955271"/>
              <a:gd name="connsiteX82" fmla="*/ 5482354 w 5741575"/>
              <a:gd name="connsiteY82" fmla="*/ 69470 h 955271"/>
              <a:gd name="connsiteX83" fmla="*/ 5583280 w 5741575"/>
              <a:gd name="connsiteY83" fmla="*/ 49787 h 955271"/>
              <a:gd name="connsiteX84" fmla="*/ 5613766 w 5741575"/>
              <a:gd name="connsiteY84" fmla="*/ 41855 h 955271"/>
              <a:gd name="connsiteX85" fmla="*/ 5684952 w 5741575"/>
              <a:gd name="connsiteY85" fmla="*/ 26088 h 955271"/>
              <a:gd name="connsiteX86" fmla="*/ 5741575 w 5741575"/>
              <a:gd name="connsiteY86" fmla="*/ 0 h 955271"/>
              <a:gd name="connsiteX0" fmla="*/ 5741575 w 5741575"/>
              <a:gd name="connsiteY0" fmla="*/ 0 h 955271"/>
              <a:gd name="connsiteX1" fmla="*/ 5741575 w 5741575"/>
              <a:gd name="connsiteY1" fmla="*/ 955271 h 955271"/>
              <a:gd name="connsiteX2" fmla="*/ 0 w 5741575"/>
              <a:gd name="connsiteY2" fmla="*/ 955271 h 955271"/>
              <a:gd name="connsiteX3" fmla="*/ 8558 w 5741575"/>
              <a:gd name="connsiteY3" fmla="*/ 953971 h 955271"/>
              <a:gd name="connsiteX4" fmla="*/ 16894 w 5741575"/>
              <a:gd name="connsiteY4" fmla="*/ 953847 h 955271"/>
              <a:gd name="connsiteX5" fmla="*/ 28156 w 5741575"/>
              <a:gd name="connsiteY5" fmla="*/ 951374 h 955271"/>
              <a:gd name="connsiteX6" fmla="*/ 28293 w 5741575"/>
              <a:gd name="connsiteY6" fmla="*/ 950971 h 955271"/>
              <a:gd name="connsiteX7" fmla="*/ 59229 w 5741575"/>
              <a:gd name="connsiteY7" fmla="*/ 903950 h 955271"/>
              <a:gd name="connsiteX8" fmla="*/ 148657 w 5741575"/>
              <a:gd name="connsiteY8" fmla="*/ 898134 h 955271"/>
              <a:gd name="connsiteX9" fmla="*/ 174554 w 5741575"/>
              <a:gd name="connsiteY9" fmla="*/ 886351 h 955271"/>
              <a:gd name="connsiteX10" fmla="*/ 187633 w 5741575"/>
              <a:gd name="connsiteY10" fmla="*/ 878226 h 955271"/>
              <a:gd name="connsiteX11" fmla="*/ 187961 w 5741575"/>
              <a:gd name="connsiteY11" fmla="*/ 876538 h 955271"/>
              <a:gd name="connsiteX12" fmla="*/ 240501 w 5741575"/>
              <a:gd name="connsiteY12" fmla="*/ 873150 h 955271"/>
              <a:gd name="connsiteX13" fmla="*/ 246345 w 5741575"/>
              <a:gd name="connsiteY13" fmla="*/ 869942 h 955271"/>
              <a:gd name="connsiteX14" fmla="*/ 306299 w 5741575"/>
              <a:gd name="connsiteY14" fmla="*/ 873609 h 955271"/>
              <a:gd name="connsiteX15" fmla="*/ 331571 w 5741575"/>
              <a:gd name="connsiteY15" fmla="*/ 869866 h 955271"/>
              <a:gd name="connsiteX16" fmla="*/ 384157 w 5741575"/>
              <a:gd name="connsiteY16" fmla="*/ 867971 h 955271"/>
              <a:gd name="connsiteX17" fmla="*/ 477637 w 5741575"/>
              <a:gd name="connsiteY17" fmla="*/ 870334 h 955271"/>
              <a:gd name="connsiteX18" fmla="*/ 570239 w 5741575"/>
              <a:gd name="connsiteY18" fmla="*/ 829596 h 955271"/>
              <a:gd name="connsiteX19" fmla="*/ 772070 w 5741575"/>
              <a:gd name="connsiteY19" fmla="*/ 820296 h 955271"/>
              <a:gd name="connsiteX20" fmla="*/ 948872 w 5741575"/>
              <a:gd name="connsiteY20" fmla="*/ 772201 h 955271"/>
              <a:gd name="connsiteX21" fmla="*/ 1127089 w 5741575"/>
              <a:gd name="connsiteY21" fmla="*/ 746926 h 955271"/>
              <a:gd name="connsiteX22" fmla="*/ 1226314 w 5741575"/>
              <a:gd name="connsiteY22" fmla="*/ 722473 h 955271"/>
              <a:gd name="connsiteX23" fmla="*/ 1278773 w 5741575"/>
              <a:gd name="connsiteY23" fmla="*/ 711503 h 955271"/>
              <a:gd name="connsiteX24" fmla="*/ 1317691 w 5741575"/>
              <a:gd name="connsiteY24" fmla="*/ 708529 h 955271"/>
              <a:gd name="connsiteX25" fmla="*/ 1360404 w 5741575"/>
              <a:gd name="connsiteY25" fmla="*/ 675922 h 955271"/>
              <a:gd name="connsiteX26" fmla="*/ 1412292 w 5741575"/>
              <a:gd name="connsiteY26" fmla="*/ 670793 h 955271"/>
              <a:gd name="connsiteX27" fmla="*/ 1494753 w 5741575"/>
              <a:gd name="connsiteY27" fmla="*/ 644686 h 955271"/>
              <a:gd name="connsiteX28" fmla="*/ 1616217 w 5741575"/>
              <a:gd name="connsiteY28" fmla="*/ 622107 h 955271"/>
              <a:gd name="connsiteX29" fmla="*/ 1710928 w 5741575"/>
              <a:gd name="connsiteY29" fmla="*/ 600666 h 955271"/>
              <a:gd name="connsiteX30" fmla="*/ 1743718 w 5741575"/>
              <a:gd name="connsiteY30" fmla="*/ 584327 h 955271"/>
              <a:gd name="connsiteX31" fmla="*/ 1873778 w 5741575"/>
              <a:gd name="connsiteY31" fmla="*/ 530130 h 955271"/>
              <a:gd name="connsiteX32" fmla="*/ 1988411 w 5741575"/>
              <a:gd name="connsiteY32" fmla="*/ 491599 h 955271"/>
              <a:gd name="connsiteX33" fmla="*/ 2085507 w 5741575"/>
              <a:gd name="connsiteY33" fmla="*/ 498527 h 955271"/>
              <a:gd name="connsiteX34" fmla="*/ 2090767 w 5741575"/>
              <a:gd name="connsiteY34" fmla="*/ 490616 h 955271"/>
              <a:gd name="connsiteX35" fmla="*/ 2151143 w 5741575"/>
              <a:gd name="connsiteY35" fmla="*/ 478332 h 955271"/>
              <a:gd name="connsiteX36" fmla="*/ 2378710 w 5741575"/>
              <a:gd name="connsiteY36" fmla="*/ 477570 h 955271"/>
              <a:gd name="connsiteX37" fmla="*/ 2496256 w 5741575"/>
              <a:gd name="connsiteY37" fmla="*/ 452396 h 955271"/>
              <a:gd name="connsiteX38" fmla="*/ 2535387 w 5741575"/>
              <a:gd name="connsiteY38" fmla="*/ 436645 h 955271"/>
              <a:gd name="connsiteX39" fmla="*/ 2601109 w 5741575"/>
              <a:gd name="connsiteY39" fmla="*/ 410678 h 955271"/>
              <a:gd name="connsiteX40" fmla="*/ 2643855 w 5741575"/>
              <a:gd name="connsiteY40" fmla="*/ 374482 h 955271"/>
              <a:gd name="connsiteX41" fmla="*/ 2657726 w 5741575"/>
              <a:gd name="connsiteY41" fmla="*/ 365841 h 955271"/>
              <a:gd name="connsiteX42" fmla="*/ 2687125 w 5741575"/>
              <a:gd name="connsiteY42" fmla="*/ 366820 h 955271"/>
              <a:gd name="connsiteX43" fmla="*/ 2697479 w 5741575"/>
              <a:gd name="connsiteY43" fmla="*/ 361430 h 955271"/>
              <a:gd name="connsiteX44" fmla="*/ 2701547 w 5741575"/>
              <a:gd name="connsiteY44" fmla="*/ 361545 h 955271"/>
              <a:gd name="connsiteX45" fmla="*/ 2711054 w 5741575"/>
              <a:gd name="connsiteY45" fmla="*/ 360597 h 955271"/>
              <a:gd name="connsiteX46" fmla="*/ 2710438 w 5741575"/>
              <a:gd name="connsiteY46" fmla="*/ 366958 h 955271"/>
              <a:gd name="connsiteX47" fmla="*/ 2722936 w 5741575"/>
              <a:gd name="connsiteY47" fmla="*/ 377633 h 955271"/>
              <a:gd name="connsiteX48" fmla="*/ 2777227 w 5741575"/>
              <a:gd name="connsiteY48" fmla="*/ 368972 h 955271"/>
              <a:gd name="connsiteX49" fmla="*/ 2779510 w 5741575"/>
              <a:gd name="connsiteY49" fmla="*/ 361652 h 955271"/>
              <a:gd name="connsiteX50" fmla="*/ 2786278 w 5741575"/>
              <a:gd name="connsiteY50" fmla="*/ 359869 h 955271"/>
              <a:gd name="connsiteX51" fmla="*/ 2792101 w 5741575"/>
              <a:gd name="connsiteY51" fmla="*/ 365927 h 955271"/>
              <a:gd name="connsiteX52" fmla="*/ 2885545 w 5741575"/>
              <a:gd name="connsiteY52" fmla="*/ 372818 h 955271"/>
              <a:gd name="connsiteX53" fmla="*/ 3009558 w 5741575"/>
              <a:gd name="connsiteY53" fmla="*/ 370573 h 955271"/>
              <a:gd name="connsiteX54" fmla="*/ 3095010 w 5741575"/>
              <a:gd name="connsiteY54" fmla="*/ 332454 h 955271"/>
              <a:gd name="connsiteX55" fmla="*/ 3103742 w 5741575"/>
              <a:gd name="connsiteY55" fmla="*/ 337974 h 955271"/>
              <a:gd name="connsiteX56" fmla="*/ 3165093 w 5741575"/>
              <a:gd name="connsiteY56" fmla="*/ 329459 h 955271"/>
              <a:gd name="connsiteX57" fmla="*/ 3373785 w 5741575"/>
              <a:gd name="connsiteY57" fmla="*/ 255680 h 955271"/>
              <a:gd name="connsiteX58" fmla="*/ 3493851 w 5741575"/>
              <a:gd name="connsiteY58" fmla="*/ 240255 h 955271"/>
              <a:gd name="connsiteX59" fmla="*/ 3537470 w 5741575"/>
              <a:gd name="connsiteY59" fmla="*/ 241867 h 955271"/>
              <a:gd name="connsiteX60" fmla="*/ 3610489 w 5741575"/>
              <a:gd name="connsiteY60" fmla="*/ 244128 h 955271"/>
              <a:gd name="connsiteX61" fmla="*/ 3667539 w 5741575"/>
              <a:gd name="connsiteY61" fmla="*/ 263271 h 955271"/>
              <a:gd name="connsiteX62" fmla="*/ 3727614 w 5741575"/>
              <a:gd name="connsiteY62" fmla="*/ 258245 h 955271"/>
              <a:gd name="connsiteX63" fmla="*/ 3738369 w 5741575"/>
              <a:gd name="connsiteY63" fmla="*/ 234506 h 955271"/>
              <a:gd name="connsiteX64" fmla="*/ 3803670 w 5741575"/>
              <a:gd name="connsiteY64" fmla="*/ 236457 h 955271"/>
              <a:gd name="connsiteX65" fmla="*/ 3903080 w 5741575"/>
              <a:gd name="connsiteY65" fmla="*/ 241890 h 955271"/>
              <a:gd name="connsiteX66" fmla="*/ 4114838 w 5741575"/>
              <a:gd name="connsiteY66" fmla="*/ 238165 h 955271"/>
              <a:gd name="connsiteX67" fmla="*/ 4271023 w 5741575"/>
              <a:gd name="connsiteY67" fmla="*/ 241959 h 955271"/>
              <a:gd name="connsiteX68" fmla="*/ 4367397 w 5741575"/>
              <a:gd name="connsiteY68" fmla="*/ 271442 h 955271"/>
              <a:gd name="connsiteX69" fmla="*/ 4495366 w 5741575"/>
              <a:gd name="connsiteY69" fmla="*/ 271618 h 955271"/>
              <a:gd name="connsiteX70" fmla="*/ 4517347 w 5741575"/>
              <a:gd name="connsiteY70" fmla="*/ 275639 h 955271"/>
              <a:gd name="connsiteX71" fmla="*/ 4546116 w 5741575"/>
              <a:gd name="connsiteY71" fmla="*/ 268568 h 955271"/>
              <a:gd name="connsiteX72" fmla="*/ 4661259 w 5741575"/>
              <a:gd name="connsiteY72" fmla="*/ 238966 h 955271"/>
              <a:gd name="connsiteX73" fmla="*/ 4750403 w 5741575"/>
              <a:gd name="connsiteY73" fmla="*/ 204364 h 955271"/>
              <a:gd name="connsiteX74" fmla="*/ 4867614 w 5741575"/>
              <a:gd name="connsiteY74" fmla="*/ 208668 h 955271"/>
              <a:gd name="connsiteX75" fmla="*/ 4937036 w 5741575"/>
              <a:gd name="connsiteY75" fmla="*/ 195446 h 955271"/>
              <a:gd name="connsiteX76" fmla="*/ 5047626 w 5741575"/>
              <a:gd name="connsiteY76" fmla="*/ 149604 h 955271"/>
              <a:gd name="connsiteX77" fmla="*/ 5200247 w 5741575"/>
              <a:gd name="connsiteY77" fmla="*/ 142695 h 955271"/>
              <a:gd name="connsiteX78" fmla="*/ 5235691 w 5741575"/>
              <a:gd name="connsiteY78" fmla="*/ 173330 h 955271"/>
              <a:gd name="connsiteX79" fmla="*/ 5280133 w 5741575"/>
              <a:gd name="connsiteY79" fmla="*/ 189342 h 955271"/>
              <a:gd name="connsiteX80" fmla="*/ 5291963 w 5741575"/>
              <a:gd name="connsiteY80" fmla="*/ 139446 h 955271"/>
              <a:gd name="connsiteX81" fmla="*/ 5418472 w 5741575"/>
              <a:gd name="connsiteY81" fmla="*/ 89163 h 955271"/>
              <a:gd name="connsiteX82" fmla="*/ 5482354 w 5741575"/>
              <a:gd name="connsiteY82" fmla="*/ 69470 h 955271"/>
              <a:gd name="connsiteX83" fmla="*/ 5583280 w 5741575"/>
              <a:gd name="connsiteY83" fmla="*/ 49787 h 955271"/>
              <a:gd name="connsiteX84" fmla="*/ 5613766 w 5741575"/>
              <a:gd name="connsiteY84" fmla="*/ 41855 h 955271"/>
              <a:gd name="connsiteX85" fmla="*/ 5684952 w 5741575"/>
              <a:gd name="connsiteY85" fmla="*/ 26088 h 955271"/>
              <a:gd name="connsiteX86" fmla="*/ 5741575 w 5741575"/>
              <a:gd name="connsiteY86" fmla="*/ 0 h 955271"/>
              <a:gd name="connsiteX0" fmla="*/ 5741575 w 5741575"/>
              <a:gd name="connsiteY0" fmla="*/ 0 h 955271"/>
              <a:gd name="connsiteX1" fmla="*/ 5741575 w 5741575"/>
              <a:gd name="connsiteY1" fmla="*/ 955271 h 955271"/>
              <a:gd name="connsiteX2" fmla="*/ 0 w 5741575"/>
              <a:gd name="connsiteY2" fmla="*/ 955271 h 955271"/>
              <a:gd name="connsiteX3" fmla="*/ 8558 w 5741575"/>
              <a:gd name="connsiteY3" fmla="*/ 953971 h 955271"/>
              <a:gd name="connsiteX4" fmla="*/ 16894 w 5741575"/>
              <a:gd name="connsiteY4" fmla="*/ 953847 h 955271"/>
              <a:gd name="connsiteX5" fmla="*/ 28156 w 5741575"/>
              <a:gd name="connsiteY5" fmla="*/ 951374 h 955271"/>
              <a:gd name="connsiteX6" fmla="*/ 28293 w 5741575"/>
              <a:gd name="connsiteY6" fmla="*/ 950971 h 955271"/>
              <a:gd name="connsiteX7" fmla="*/ 59229 w 5741575"/>
              <a:gd name="connsiteY7" fmla="*/ 903950 h 955271"/>
              <a:gd name="connsiteX8" fmla="*/ 148657 w 5741575"/>
              <a:gd name="connsiteY8" fmla="*/ 898134 h 955271"/>
              <a:gd name="connsiteX9" fmla="*/ 174554 w 5741575"/>
              <a:gd name="connsiteY9" fmla="*/ 886351 h 955271"/>
              <a:gd name="connsiteX10" fmla="*/ 187633 w 5741575"/>
              <a:gd name="connsiteY10" fmla="*/ 878226 h 955271"/>
              <a:gd name="connsiteX11" fmla="*/ 187961 w 5741575"/>
              <a:gd name="connsiteY11" fmla="*/ 876538 h 955271"/>
              <a:gd name="connsiteX12" fmla="*/ 240501 w 5741575"/>
              <a:gd name="connsiteY12" fmla="*/ 873150 h 955271"/>
              <a:gd name="connsiteX13" fmla="*/ 246345 w 5741575"/>
              <a:gd name="connsiteY13" fmla="*/ 869942 h 955271"/>
              <a:gd name="connsiteX14" fmla="*/ 306299 w 5741575"/>
              <a:gd name="connsiteY14" fmla="*/ 873609 h 955271"/>
              <a:gd name="connsiteX15" fmla="*/ 331571 w 5741575"/>
              <a:gd name="connsiteY15" fmla="*/ 869866 h 955271"/>
              <a:gd name="connsiteX16" fmla="*/ 384157 w 5741575"/>
              <a:gd name="connsiteY16" fmla="*/ 867971 h 955271"/>
              <a:gd name="connsiteX17" fmla="*/ 477637 w 5741575"/>
              <a:gd name="connsiteY17" fmla="*/ 870334 h 955271"/>
              <a:gd name="connsiteX18" fmla="*/ 570239 w 5741575"/>
              <a:gd name="connsiteY18" fmla="*/ 829596 h 955271"/>
              <a:gd name="connsiteX19" fmla="*/ 772070 w 5741575"/>
              <a:gd name="connsiteY19" fmla="*/ 820296 h 955271"/>
              <a:gd name="connsiteX20" fmla="*/ 948872 w 5741575"/>
              <a:gd name="connsiteY20" fmla="*/ 772201 h 955271"/>
              <a:gd name="connsiteX21" fmla="*/ 1127089 w 5741575"/>
              <a:gd name="connsiteY21" fmla="*/ 746926 h 955271"/>
              <a:gd name="connsiteX22" fmla="*/ 1226314 w 5741575"/>
              <a:gd name="connsiteY22" fmla="*/ 722473 h 955271"/>
              <a:gd name="connsiteX23" fmla="*/ 1278773 w 5741575"/>
              <a:gd name="connsiteY23" fmla="*/ 711503 h 955271"/>
              <a:gd name="connsiteX24" fmla="*/ 1317691 w 5741575"/>
              <a:gd name="connsiteY24" fmla="*/ 708529 h 955271"/>
              <a:gd name="connsiteX25" fmla="*/ 1360404 w 5741575"/>
              <a:gd name="connsiteY25" fmla="*/ 675922 h 955271"/>
              <a:gd name="connsiteX26" fmla="*/ 1412292 w 5741575"/>
              <a:gd name="connsiteY26" fmla="*/ 670793 h 955271"/>
              <a:gd name="connsiteX27" fmla="*/ 1494753 w 5741575"/>
              <a:gd name="connsiteY27" fmla="*/ 644686 h 955271"/>
              <a:gd name="connsiteX28" fmla="*/ 1616217 w 5741575"/>
              <a:gd name="connsiteY28" fmla="*/ 622107 h 955271"/>
              <a:gd name="connsiteX29" fmla="*/ 1710928 w 5741575"/>
              <a:gd name="connsiteY29" fmla="*/ 600666 h 955271"/>
              <a:gd name="connsiteX30" fmla="*/ 1743718 w 5741575"/>
              <a:gd name="connsiteY30" fmla="*/ 584327 h 955271"/>
              <a:gd name="connsiteX31" fmla="*/ 1873778 w 5741575"/>
              <a:gd name="connsiteY31" fmla="*/ 530130 h 955271"/>
              <a:gd name="connsiteX32" fmla="*/ 1988411 w 5741575"/>
              <a:gd name="connsiteY32" fmla="*/ 491599 h 955271"/>
              <a:gd name="connsiteX33" fmla="*/ 2085507 w 5741575"/>
              <a:gd name="connsiteY33" fmla="*/ 498527 h 955271"/>
              <a:gd name="connsiteX34" fmla="*/ 2090767 w 5741575"/>
              <a:gd name="connsiteY34" fmla="*/ 490616 h 955271"/>
              <a:gd name="connsiteX35" fmla="*/ 2151143 w 5741575"/>
              <a:gd name="connsiteY35" fmla="*/ 478332 h 955271"/>
              <a:gd name="connsiteX36" fmla="*/ 2378710 w 5741575"/>
              <a:gd name="connsiteY36" fmla="*/ 477570 h 955271"/>
              <a:gd name="connsiteX37" fmla="*/ 2496256 w 5741575"/>
              <a:gd name="connsiteY37" fmla="*/ 452396 h 955271"/>
              <a:gd name="connsiteX38" fmla="*/ 2535387 w 5741575"/>
              <a:gd name="connsiteY38" fmla="*/ 436645 h 955271"/>
              <a:gd name="connsiteX39" fmla="*/ 2601109 w 5741575"/>
              <a:gd name="connsiteY39" fmla="*/ 410678 h 955271"/>
              <a:gd name="connsiteX40" fmla="*/ 2643855 w 5741575"/>
              <a:gd name="connsiteY40" fmla="*/ 374482 h 955271"/>
              <a:gd name="connsiteX41" fmla="*/ 2657726 w 5741575"/>
              <a:gd name="connsiteY41" fmla="*/ 365841 h 955271"/>
              <a:gd name="connsiteX42" fmla="*/ 2687125 w 5741575"/>
              <a:gd name="connsiteY42" fmla="*/ 366820 h 955271"/>
              <a:gd name="connsiteX43" fmla="*/ 2697479 w 5741575"/>
              <a:gd name="connsiteY43" fmla="*/ 361430 h 955271"/>
              <a:gd name="connsiteX44" fmla="*/ 2701547 w 5741575"/>
              <a:gd name="connsiteY44" fmla="*/ 361545 h 955271"/>
              <a:gd name="connsiteX45" fmla="*/ 2711054 w 5741575"/>
              <a:gd name="connsiteY45" fmla="*/ 360597 h 955271"/>
              <a:gd name="connsiteX46" fmla="*/ 2710438 w 5741575"/>
              <a:gd name="connsiteY46" fmla="*/ 366958 h 955271"/>
              <a:gd name="connsiteX47" fmla="*/ 2777227 w 5741575"/>
              <a:gd name="connsiteY47" fmla="*/ 368972 h 955271"/>
              <a:gd name="connsiteX48" fmla="*/ 2779510 w 5741575"/>
              <a:gd name="connsiteY48" fmla="*/ 361652 h 955271"/>
              <a:gd name="connsiteX49" fmla="*/ 2786278 w 5741575"/>
              <a:gd name="connsiteY49" fmla="*/ 359869 h 955271"/>
              <a:gd name="connsiteX50" fmla="*/ 2792101 w 5741575"/>
              <a:gd name="connsiteY50" fmla="*/ 365927 h 955271"/>
              <a:gd name="connsiteX51" fmla="*/ 2885545 w 5741575"/>
              <a:gd name="connsiteY51" fmla="*/ 372818 h 955271"/>
              <a:gd name="connsiteX52" fmla="*/ 3009558 w 5741575"/>
              <a:gd name="connsiteY52" fmla="*/ 370573 h 955271"/>
              <a:gd name="connsiteX53" fmla="*/ 3095010 w 5741575"/>
              <a:gd name="connsiteY53" fmla="*/ 332454 h 955271"/>
              <a:gd name="connsiteX54" fmla="*/ 3103742 w 5741575"/>
              <a:gd name="connsiteY54" fmla="*/ 337974 h 955271"/>
              <a:gd name="connsiteX55" fmla="*/ 3165093 w 5741575"/>
              <a:gd name="connsiteY55" fmla="*/ 329459 h 955271"/>
              <a:gd name="connsiteX56" fmla="*/ 3373785 w 5741575"/>
              <a:gd name="connsiteY56" fmla="*/ 255680 h 955271"/>
              <a:gd name="connsiteX57" fmla="*/ 3493851 w 5741575"/>
              <a:gd name="connsiteY57" fmla="*/ 240255 h 955271"/>
              <a:gd name="connsiteX58" fmla="*/ 3537470 w 5741575"/>
              <a:gd name="connsiteY58" fmla="*/ 241867 h 955271"/>
              <a:gd name="connsiteX59" fmla="*/ 3610489 w 5741575"/>
              <a:gd name="connsiteY59" fmla="*/ 244128 h 955271"/>
              <a:gd name="connsiteX60" fmla="*/ 3667539 w 5741575"/>
              <a:gd name="connsiteY60" fmla="*/ 263271 h 955271"/>
              <a:gd name="connsiteX61" fmla="*/ 3727614 w 5741575"/>
              <a:gd name="connsiteY61" fmla="*/ 258245 h 955271"/>
              <a:gd name="connsiteX62" fmla="*/ 3738369 w 5741575"/>
              <a:gd name="connsiteY62" fmla="*/ 234506 h 955271"/>
              <a:gd name="connsiteX63" fmla="*/ 3803670 w 5741575"/>
              <a:gd name="connsiteY63" fmla="*/ 236457 h 955271"/>
              <a:gd name="connsiteX64" fmla="*/ 3903080 w 5741575"/>
              <a:gd name="connsiteY64" fmla="*/ 241890 h 955271"/>
              <a:gd name="connsiteX65" fmla="*/ 4114838 w 5741575"/>
              <a:gd name="connsiteY65" fmla="*/ 238165 h 955271"/>
              <a:gd name="connsiteX66" fmla="*/ 4271023 w 5741575"/>
              <a:gd name="connsiteY66" fmla="*/ 241959 h 955271"/>
              <a:gd name="connsiteX67" fmla="*/ 4367397 w 5741575"/>
              <a:gd name="connsiteY67" fmla="*/ 271442 h 955271"/>
              <a:gd name="connsiteX68" fmla="*/ 4495366 w 5741575"/>
              <a:gd name="connsiteY68" fmla="*/ 271618 h 955271"/>
              <a:gd name="connsiteX69" fmla="*/ 4517347 w 5741575"/>
              <a:gd name="connsiteY69" fmla="*/ 275639 h 955271"/>
              <a:gd name="connsiteX70" fmla="*/ 4546116 w 5741575"/>
              <a:gd name="connsiteY70" fmla="*/ 268568 h 955271"/>
              <a:gd name="connsiteX71" fmla="*/ 4661259 w 5741575"/>
              <a:gd name="connsiteY71" fmla="*/ 238966 h 955271"/>
              <a:gd name="connsiteX72" fmla="*/ 4750403 w 5741575"/>
              <a:gd name="connsiteY72" fmla="*/ 204364 h 955271"/>
              <a:gd name="connsiteX73" fmla="*/ 4867614 w 5741575"/>
              <a:gd name="connsiteY73" fmla="*/ 208668 h 955271"/>
              <a:gd name="connsiteX74" fmla="*/ 4937036 w 5741575"/>
              <a:gd name="connsiteY74" fmla="*/ 195446 h 955271"/>
              <a:gd name="connsiteX75" fmla="*/ 5047626 w 5741575"/>
              <a:gd name="connsiteY75" fmla="*/ 149604 h 955271"/>
              <a:gd name="connsiteX76" fmla="*/ 5200247 w 5741575"/>
              <a:gd name="connsiteY76" fmla="*/ 142695 h 955271"/>
              <a:gd name="connsiteX77" fmla="*/ 5235691 w 5741575"/>
              <a:gd name="connsiteY77" fmla="*/ 173330 h 955271"/>
              <a:gd name="connsiteX78" fmla="*/ 5280133 w 5741575"/>
              <a:gd name="connsiteY78" fmla="*/ 189342 h 955271"/>
              <a:gd name="connsiteX79" fmla="*/ 5291963 w 5741575"/>
              <a:gd name="connsiteY79" fmla="*/ 139446 h 955271"/>
              <a:gd name="connsiteX80" fmla="*/ 5418472 w 5741575"/>
              <a:gd name="connsiteY80" fmla="*/ 89163 h 955271"/>
              <a:gd name="connsiteX81" fmla="*/ 5482354 w 5741575"/>
              <a:gd name="connsiteY81" fmla="*/ 69470 h 955271"/>
              <a:gd name="connsiteX82" fmla="*/ 5583280 w 5741575"/>
              <a:gd name="connsiteY82" fmla="*/ 49787 h 955271"/>
              <a:gd name="connsiteX83" fmla="*/ 5613766 w 5741575"/>
              <a:gd name="connsiteY83" fmla="*/ 41855 h 955271"/>
              <a:gd name="connsiteX84" fmla="*/ 5684952 w 5741575"/>
              <a:gd name="connsiteY84" fmla="*/ 26088 h 955271"/>
              <a:gd name="connsiteX85" fmla="*/ 5741575 w 5741575"/>
              <a:gd name="connsiteY85" fmla="*/ 0 h 955271"/>
              <a:gd name="connsiteX0" fmla="*/ 5741575 w 5741575"/>
              <a:gd name="connsiteY0" fmla="*/ 0 h 955271"/>
              <a:gd name="connsiteX1" fmla="*/ 5741575 w 5741575"/>
              <a:gd name="connsiteY1" fmla="*/ 955271 h 955271"/>
              <a:gd name="connsiteX2" fmla="*/ 0 w 5741575"/>
              <a:gd name="connsiteY2" fmla="*/ 955271 h 955271"/>
              <a:gd name="connsiteX3" fmla="*/ 8558 w 5741575"/>
              <a:gd name="connsiteY3" fmla="*/ 953971 h 955271"/>
              <a:gd name="connsiteX4" fmla="*/ 16894 w 5741575"/>
              <a:gd name="connsiteY4" fmla="*/ 953847 h 955271"/>
              <a:gd name="connsiteX5" fmla="*/ 28156 w 5741575"/>
              <a:gd name="connsiteY5" fmla="*/ 951374 h 955271"/>
              <a:gd name="connsiteX6" fmla="*/ 28293 w 5741575"/>
              <a:gd name="connsiteY6" fmla="*/ 950971 h 955271"/>
              <a:gd name="connsiteX7" fmla="*/ 59229 w 5741575"/>
              <a:gd name="connsiteY7" fmla="*/ 903950 h 955271"/>
              <a:gd name="connsiteX8" fmla="*/ 148657 w 5741575"/>
              <a:gd name="connsiteY8" fmla="*/ 898134 h 955271"/>
              <a:gd name="connsiteX9" fmla="*/ 174554 w 5741575"/>
              <a:gd name="connsiteY9" fmla="*/ 886351 h 955271"/>
              <a:gd name="connsiteX10" fmla="*/ 187633 w 5741575"/>
              <a:gd name="connsiteY10" fmla="*/ 878226 h 955271"/>
              <a:gd name="connsiteX11" fmla="*/ 187961 w 5741575"/>
              <a:gd name="connsiteY11" fmla="*/ 876538 h 955271"/>
              <a:gd name="connsiteX12" fmla="*/ 240501 w 5741575"/>
              <a:gd name="connsiteY12" fmla="*/ 873150 h 955271"/>
              <a:gd name="connsiteX13" fmla="*/ 246345 w 5741575"/>
              <a:gd name="connsiteY13" fmla="*/ 869942 h 955271"/>
              <a:gd name="connsiteX14" fmla="*/ 306299 w 5741575"/>
              <a:gd name="connsiteY14" fmla="*/ 873609 h 955271"/>
              <a:gd name="connsiteX15" fmla="*/ 331571 w 5741575"/>
              <a:gd name="connsiteY15" fmla="*/ 869866 h 955271"/>
              <a:gd name="connsiteX16" fmla="*/ 384157 w 5741575"/>
              <a:gd name="connsiteY16" fmla="*/ 867971 h 955271"/>
              <a:gd name="connsiteX17" fmla="*/ 477637 w 5741575"/>
              <a:gd name="connsiteY17" fmla="*/ 870334 h 955271"/>
              <a:gd name="connsiteX18" fmla="*/ 570239 w 5741575"/>
              <a:gd name="connsiteY18" fmla="*/ 829596 h 955271"/>
              <a:gd name="connsiteX19" fmla="*/ 772070 w 5741575"/>
              <a:gd name="connsiteY19" fmla="*/ 820296 h 955271"/>
              <a:gd name="connsiteX20" fmla="*/ 948872 w 5741575"/>
              <a:gd name="connsiteY20" fmla="*/ 772201 h 955271"/>
              <a:gd name="connsiteX21" fmla="*/ 1127089 w 5741575"/>
              <a:gd name="connsiteY21" fmla="*/ 746926 h 955271"/>
              <a:gd name="connsiteX22" fmla="*/ 1226314 w 5741575"/>
              <a:gd name="connsiteY22" fmla="*/ 722473 h 955271"/>
              <a:gd name="connsiteX23" fmla="*/ 1278773 w 5741575"/>
              <a:gd name="connsiteY23" fmla="*/ 711503 h 955271"/>
              <a:gd name="connsiteX24" fmla="*/ 1317691 w 5741575"/>
              <a:gd name="connsiteY24" fmla="*/ 708529 h 955271"/>
              <a:gd name="connsiteX25" fmla="*/ 1360404 w 5741575"/>
              <a:gd name="connsiteY25" fmla="*/ 675922 h 955271"/>
              <a:gd name="connsiteX26" fmla="*/ 1412292 w 5741575"/>
              <a:gd name="connsiteY26" fmla="*/ 670793 h 955271"/>
              <a:gd name="connsiteX27" fmla="*/ 1494753 w 5741575"/>
              <a:gd name="connsiteY27" fmla="*/ 644686 h 955271"/>
              <a:gd name="connsiteX28" fmla="*/ 1616217 w 5741575"/>
              <a:gd name="connsiteY28" fmla="*/ 622107 h 955271"/>
              <a:gd name="connsiteX29" fmla="*/ 1710928 w 5741575"/>
              <a:gd name="connsiteY29" fmla="*/ 600666 h 955271"/>
              <a:gd name="connsiteX30" fmla="*/ 1743718 w 5741575"/>
              <a:gd name="connsiteY30" fmla="*/ 584327 h 955271"/>
              <a:gd name="connsiteX31" fmla="*/ 1873778 w 5741575"/>
              <a:gd name="connsiteY31" fmla="*/ 530130 h 955271"/>
              <a:gd name="connsiteX32" fmla="*/ 1988411 w 5741575"/>
              <a:gd name="connsiteY32" fmla="*/ 491599 h 955271"/>
              <a:gd name="connsiteX33" fmla="*/ 2085507 w 5741575"/>
              <a:gd name="connsiteY33" fmla="*/ 498527 h 955271"/>
              <a:gd name="connsiteX34" fmla="*/ 2090767 w 5741575"/>
              <a:gd name="connsiteY34" fmla="*/ 490616 h 955271"/>
              <a:gd name="connsiteX35" fmla="*/ 2151143 w 5741575"/>
              <a:gd name="connsiteY35" fmla="*/ 478332 h 955271"/>
              <a:gd name="connsiteX36" fmla="*/ 2378710 w 5741575"/>
              <a:gd name="connsiteY36" fmla="*/ 477570 h 955271"/>
              <a:gd name="connsiteX37" fmla="*/ 2496256 w 5741575"/>
              <a:gd name="connsiteY37" fmla="*/ 452396 h 955271"/>
              <a:gd name="connsiteX38" fmla="*/ 2535387 w 5741575"/>
              <a:gd name="connsiteY38" fmla="*/ 436645 h 955271"/>
              <a:gd name="connsiteX39" fmla="*/ 2601109 w 5741575"/>
              <a:gd name="connsiteY39" fmla="*/ 410678 h 955271"/>
              <a:gd name="connsiteX40" fmla="*/ 2643855 w 5741575"/>
              <a:gd name="connsiteY40" fmla="*/ 374482 h 955271"/>
              <a:gd name="connsiteX41" fmla="*/ 2657726 w 5741575"/>
              <a:gd name="connsiteY41" fmla="*/ 365841 h 955271"/>
              <a:gd name="connsiteX42" fmla="*/ 2687125 w 5741575"/>
              <a:gd name="connsiteY42" fmla="*/ 366820 h 955271"/>
              <a:gd name="connsiteX43" fmla="*/ 2697479 w 5741575"/>
              <a:gd name="connsiteY43" fmla="*/ 361430 h 955271"/>
              <a:gd name="connsiteX44" fmla="*/ 2701547 w 5741575"/>
              <a:gd name="connsiteY44" fmla="*/ 361545 h 955271"/>
              <a:gd name="connsiteX45" fmla="*/ 2711054 w 5741575"/>
              <a:gd name="connsiteY45" fmla="*/ 360597 h 955271"/>
              <a:gd name="connsiteX46" fmla="*/ 2710438 w 5741575"/>
              <a:gd name="connsiteY46" fmla="*/ 366958 h 955271"/>
              <a:gd name="connsiteX47" fmla="*/ 2711050 w 5741575"/>
              <a:gd name="connsiteY47" fmla="*/ 358572 h 955271"/>
              <a:gd name="connsiteX48" fmla="*/ 2777227 w 5741575"/>
              <a:gd name="connsiteY48" fmla="*/ 368972 h 955271"/>
              <a:gd name="connsiteX49" fmla="*/ 2779510 w 5741575"/>
              <a:gd name="connsiteY49" fmla="*/ 361652 h 955271"/>
              <a:gd name="connsiteX50" fmla="*/ 2786278 w 5741575"/>
              <a:gd name="connsiteY50" fmla="*/ 359869 h 955271"/>
              <a:gd name="connsiteX51" fmla="*/ 2792101 w 5741575"/>
              <a:gd name="connsiteY51" fmla="*/ 365927 h 955271"/>
              <a:gd name="connsiteX52" fmla="*/ 2885545 w 5741575"/>
              <a:gd name="connsiteY52" fmla="*/ 372818 h 955271"/>
              <a:gd name="connsiteX53" fmla="*/ 3009558 w 5741575"/>
              <a:gd name="connsiteY53" fmla="*/ 370573 h 955271"/>
              <a:gd name="connsiteX54" fmla="*/ 3095010 w 5741575"/>
              <a:gd name="connsiteY54" fmla="*/ 332454 h 955271"/>
              <a:gd name="connsiteX55" fmla="*/ 3103742 w 5741575"/>
              <a:gd name="connsiteY55" fmla="*/ 337974 h 955271"/>
              <a:gd name="connsiteX56" fmla="*/ 3165093 w 5741575"/>
              <a:gd name="connsiteY56" fmla="*/ 329459 h 955271"/>
              <a:gd name="connsiteX57" fmla="*/ 3373785 w 5741575"/>
              <a:gd name="connsiteY57" fmla="*/ 255680 h 955271"/>
              <a:gd name="connsiteX58" fmla="*/ 3493851 w 5741575"/>
              <a:gd name="connsiteY58" fmla="*/ 240255 h 955271"/>
              <a:gd name="connsiteX59" fmla="*/ 3537470 w 5741575"/>
              <a:gd name="connsiteY59" fmla="*/ 241867 h 955271"/>
              <a:gd name="connsiteX60" fmla="*/ 3610489 w 5741575"/>
              <a:gd name="connsiteY60" fmla="*/ 244128 h 955271"/>
              <a:gd name="connsiteX61" fmla="*/ 3667539 w 5741575"/>
              <a:gd name="connsiteY61" fmla="*/ 263271 h 955271"/>
              <a:gd name="connsiteX62" fmla="*/ 3727614 w 5741575"/>
              <a:gd name="connsiteY62" fmla="*/ 258245 h 955271"/>
              <a:gd name="connsiteX63" fmla="*/ 3738369 w 5741575"/>
              <a:gd name="connsiteY63" fmla="*/ 234506 h 955271"/>
              <a:gd name="connsiteX64" fmla="*/ 3803670 w 5741575"/>
              <a:gd name="connsiteY64" fmla="*/ 236457 h 955271"/>
              <a:gd name="connsiteX65" fmla="*/ 3903080 w 5741575"/>
              <a:gd name="connsiteY65" fmla="*/ 241890 h 955271"/>
              <a:gd name="connsiteX66" fmla="*/ 4114838 w 5741575"/>
              <a:gd name="connsiteY66" fmla="*/ 238165 h 955271"/>
              <a:gd name="connsiteX67" fmla="*/ 4271023 w 5741575"/>
              <a:gd name="connsiteY67" fmla="*/ 241959 h 955271"/>
              <a:gd name="connsiteX68" fmla="*/ 4367397 w 5741575"/>
              <a:gd name="connsiteY68" fmla="*/ 271442 h 955271"/>
              <a:gd name="connsiteX69" fmla="*/ 4495366 w 5741575"/>
              <a:gd name="connsiteY69" fmla="*/ 271618 h 955271"/>
              <a:gd name="connsiteX70" fmla="*/ 4517347 w 5741575"/>
              <a:gd name="connsiteY70" fmla="*/ 275639 h 955271"/>
              <a:gd name="connsiteX71" fmla="*/ 4546116 w 5741575"/>
              <a:gd name="connsiteY71" fmla="*/ 268568 h 955271"/>
              <a:gd name="connsiteX72" fmla="*/ 4661259 w 5741575"/>
              <a:gd name="connsiteY72" fmla="*/ 238966 h 955271"/>
              <a:gd name="connsiteX73" fmla="*/ 4750403 w 5741575"/>
              <a:gd name="connsiteY73" fmla="*/ 204364 h 955271"/>
              <a:gd name="connsiteX74" fmla="*/ 4867614 w 5741575"/>
              <a:gd name="connsiteY74" fmla="*/ 208668 h 955271"/>
              <a:gd name="connsiteX75" fmla="*/ 4937036 w 5741575"/>
              <a:gd name="connsiteY75" fmla="*/ 195446 h 955271"/>
              <a:gd name="connsiteX76" fmla="*/ 5047626 w 5741575"/>
              <a:gd name="connsiteY76" fmla="*/ 149604 h 955271"/>
              <a:gd name="connsiteX77" fmla="*/ 5200247 w 5741575"/>
              <a:gd name="connsiteY77" fmla="*/ 142695 h 955271"/>
              <a:gd name="connsiteX78" fmla="*/ 5235691 w 5741575"/>
              <a:gd name="connsiteY78" fmla="*/ 173330 h 955271"/>
              <a:gd name="connsiteX79" fmla="*/ 5280133 w 5741575"/>
              <a:gd name="connsiteY79" fmla="*/ 189342 h 955271"/>
              <a:gd name="connsiteX80" fmla="*/ 5291963 w 5741575"/>
              <a:gd name="connsiteY80" fmla="*/ 139446 h 955271"/>
              <a:gd name="connsiteX81" fmla="*/ 5418472 w 5741575"/>
              <a:gd name="connsiteY81" fmla="*/ 89163 h 955271"/>
              <a:gd name="connsiteX82" fmla="*/ 5482354 w 5741575"/>
              <a:gd name="connsiteY82" fmla="*/ 69470 h 955271"/>
              <a:gd name="connsiteX83" fmla="*/ 5583280 w 5741575"/>
              <a:gd name="connsiteY83" fmla="*/ 49787 h 955271"/>
              <a:gd name="connsiteX84" fmla="*/ 5613766 w 5741575"/>
              <a:gd name="connsiteY84" fmla="*/ 41855 h 955271"/>
              <a:gd name="connsiteX85" fmla="*/ 5684952 w 5741575"/>
              <a:gd name="connsiteY85" fmla="*/ 26088 h 955271"/>
              <a:gd name="connsiteX86" fmla="*/ 5741575 w 5741575"/>
              <a:gd name="connsiteY86" fmla="*/ 0 h 955271"/>
              <a:gd name="connsiteX0" fmla="*/ 5741575 w 5741575"/>
              <a:gd name="connsiteY0" fmla="*/ 0 h 955271"/>
              <a:gd name="connsiteX1" fmla="*/ 5741575 w 5741575"/>
              <a:gd name="connsiteY1" fmla="*/ 955271 h 955271"/>
              <a:gd name="connsiteX2" fmla="*/ 0 w 5741575"/>
              <a:gd name="connsiteY2" fmla="*/ 955271 h 955271"/>
              <a:gd name="connsiteX3" fmla="*/ 8558 w 5741575"/>
              <a:gd name="connsiteY3" fmla="*/ 953971 h 955271"/>
              <a:gd name="connsiteX4" fmla="*/ 16894 w 5741575"/>
              <a:gd name="connsiteY4" fmla="*/ 953847 h 955271"/>
              <a:gd name="connsiteX5" fmla="*/ 28156 w 5741575"/>
              <a:gd name="connsiteY5" fmla="*/ 951374 h 955271"/>
              <a:gd name="connsiteX6" fmla="*/ 28293 w 5741575"/>
              <a:gd name="connsiteY6" fmla="*/ 950971 h 955271"/>
              <a:gd name="connsiteX7" fmla="*/ 59229 w 5741575"/>
              <a:gd name="connsiteY7" fmla="*/ 903950 h 955271"/>
              <a:gd name="connsiteX8" fmla="*/ 148657 w 5741575"/>
              <a:gd name="connsiteY8" fmla="*/ 898134 h 955271"/>
              <a:gd name="connsiteX9" fmla="*/ 174554 w 5741575"/>
              <a:gd name="connsiteY9" fmla="*/ 886351 h 955271"/>
              <a:gd name="connsiteX10" fmla="*/ 187633 w 5741575"/>
              <a:gd name="connsiteY10" fmla="*/ 878226 h 955271"/>
              <a:gd name="connsiteX11" fmla="*/ 187961 w 5741575"/>
              <a:gd name="connsiteY11" fmla="*/ 876538 h 955271"/>
              <a:gd name="connsiteX12" fmla="*/ 240501 w 5741575"/>
              <a:gd name="connsiteY12" fmla="*/ 873150 h 955271"/>
              <a:gd name="connsiteX13" fmla="*/ 246345 w 5741575"/>
              <a:gd name="connsiteY13" fmla="*/ 869942 h 955271"/>
              <a:gd name="connsiteX14" fmla="*/ 306299 w 5741575"/>
              <a:gd name="connsiteY14" fmla="*/ 873609 h 955271"/>
              <a:gd name="connsiteX15" fmla="*/ 331571 w 5741575"/>
              <a:gd name="connsiteY15" fmla="*/ 869866 h 955271"/>
              <a:gd name="connsiteX16" fmla="*/ 384157 w 5741575"/>
              <a:gd name="connsiteY16" fmla="*/ 867971 h 955271"/>
              <a:gd name="connsiteX17" fmla="*/ 477637 w 5741575"/>
              <a:gd name="connsiteY17" fmla="*/ 870334 h 955271"/>
              <a:gd name="connsiteX18" fmla="*/ 570239 w 5741575"/>
              <a:gd name="connsiteY18" fmla="*/ 829596 h 955271"/>
              <a:gd name="connsiteX19" fmla="*/ 772070 w 5741575"/>
              <a:gd name="connsiteY19" fmla="*/ 820296 h 955271"/>
              <a:gd name="connsiteX20" fmla="*/ 948872 w 5741575"/>
              <a:gd name="connsiteY20" fmla="*/ 772201 h 955271"/>
              <a:gd name="connsiteX21" fmla="*/ 1127089 w 5741575"/>
              <a:gd name="connsiteY21" fmla="*/ 746926 h 955271"/>
              <a:gd name="connsiteX22" fmla="*/ 1226314 w 5741575"/>
              <a:gd name="connsiteY22" fmla="*/ 722473 h 955271"/>
              <a:gd name="connsiteX23" fmla="*/ 1278773 w 5741575"/>
              <a:gd name="connsiteY23" fmla="*/ 711503 h 955271"/>
              <a:gd name="connsiteX24" fmla="*/ 1317691 w 5741575"/>
              <a:gd name="connsiteY24" fmla="*/ 708529 h 955271"/>
              <a:gd name="connsiteX25" fmla="*/ 1360404 w 5741575"/>
              <a:gd name="connsiteY25" fmla="*/ 675922 h 955271"/>
              <a:gd name="connsiteX26" fmla="*/ 1412292 w 5741575"/>
              <a:gd name="connsiteY26" fmla="*/ 670793 h 955271"/>
              <a:gd name="connsiteX27" fmla="*/ 1494753 w 5741575"/>
              <a:gd name="connsiteY27" fmla="*/ 644686 h 955271"/>
              <a:gd name="connsiteX28" fmla="*/ 1616217 w 5741575"/>
              <a:gd name="connsiteY28" fmla="*/ 622107 h 955271"/>
              <a:gd name="connsiteX29" fmla="*/ 1710928 w 5741575"/>
              <a:gd name="connsiteY29" fmla="*/ 600666 h 955271"/>
              <a:gd name="connsiteX30" fmla="*/ 1743718 w 5741575"/>
              <a:gd name="connsiteY30" fmla="*/ 584327 h 955271"/>
              <a:gd name="connsiteX31" fmla="*/ 1873778 w 5741575"/>
              <a:gd name="connsiteY31" fmla="*/ 530130 h 955271"/>
              <a:gd name="connsiteX32" fmla="*/ 1988411 w 5741575"/>
              <a:gd name="connsiteY32" fmla="*/ 491599 h 955271"/>
              <a:gd name="connsiteX33" fmla="*/ 2085507 w 5741575"/>
              <a:gd name="connsiteY33" fmla="*/ 498527 h 955271"/>
              <a:gd name="connsiteX34" fmla="*/ 2090767 w 5741575"/>
              <a:gd name="connsiteY34" fmla="*/ 490616 h 955271"/>
              <a:gd name="connsiteX35" fmla="*/ 2151143 w 5741575"/>
              <a:gd name="connsiteY35" fmla="*/ 478332 h 955271"/>
              <a:gd name="connsiteX36" fmla="*/ 2378710 w 5741575"/>
              <a:gd name="connsiteY36" fmla="*/ 477570 h 955271"/>
              <a:gd name="connsiteX37" fmla="*/ 2496256 w 5741575"/>
              <a:gd name="connsiteY37" fmla="*/ 452396 h 955271"/>
              <a:gd name="connsiteX38" fmla="*/ 2535387 w 5741575"/>
              <a:gd name="connsiteY38" fmla="*/ 436645 h 955271"/>
              <a:gd name="connsiteX39" fmla="*/ 2601109 w 5741575"/>
              <a:gd name="connsiteY39" fmla="*/ 410678 h 955271"/>
              <a:gd name="connsiteX40" fmla="*/ 2643855 w 5741575"/>
              <a:gd name="connsiteY40" fmla="*/ 374482 h 955271"/>
              <a:gd name="connsiteX41" fmla="*/ 2657726 w 5741575"/>
              <a:gd name="connsiteY41" fmla="*/ 365841 h 955271"/>
              <a:gd name="connsiteX42" fmla="*/ 2687125 w 5741575"/>
              <a:gd name="connsiteY42" fmla="*/ 366820 h 955271"/>
              <a:gd name="connsiteX43" fmla="*/ 2697479 w 5741575"/>
              <a:gd name="connsiteY43" fmla="*/ 361430 h 955271"/>
              <a:gd name="connsiteX44" fmla="*/ 2701547 w 5741575"/>
              <a:gd name="connsiteY44" fmla="*/ 361545 h 955271"/>
              <a:gd name="connsiteX45" fmla="*/ 2711054 w 5741575"/>
              <a:gd name="connsiteY45" fmla="*/ 360597 h 955271"/>
              <a:gd name="connsiteX46" fmla="*/ 2710438 w 5741575"/>
              <a:gd name="connsiteY46" fmla="*/ 366958 h 955271"/>
              <a:gd name="connsiteX47" fmla="*/ 2777227 w 5741575"/>
              <a:gd name="connsiteY47" fmla="*/ 368972 h 955271"/>
              <a:gd name="connsiteX48" fmla="*/ 2779510 w 5741575"/>
              <a:gd name="connsiteY48" fmla="*/ 361652 h 955271"/>
              <a:gd name="connsiteX49" fmla="*/ 2786278 w 5741575"/>
              <a:gd name="connsiteY49" fmla="*/ 359869 h 955271"/>
              <a:gd name="connsiteX50" fmla="*/ 2792101 w 5741575"/>
              <a:gd name="connsiteY50" fmla="*/ 365927 h 955271"/>
              <a:gd name="connsiteX51" fmla="*/ 2885545 w 5741575"/>
              <a:gd name="connsiteY51" fmla="*/ 372818 h 955271"/>
              <a:gd name="connsiteX52" fmla="*/ 3009558 w 5741575"/>
              <a:gd name="connsiteY52" fmla="*/ 370573 h 955271"/>
              <a:gd name="connsiteX53" fmla="*/ 3095010 w 5741575"/>
              <a:gd name="connsiteY53" fmla="*/ 332454 h 955271"/>
              <a:gd name="connsiteX54" fmla="*/ 3103742 w 5741575"/>
              <a:gd name="connsiteY54" fmla="*/ 337974 h 955271"/>
              <a:gd name="connsiteX55" fmla="*/ 3165093 w 5741575"/>
              <a:gd name="connsiteY55" fmla="*/ 329459 h 955271"/>
              <a:gd name="connsiteX56" fmla="*/ 3373785 w 5741575"/>
              <a:gd name="connsiteY56" fmla="*/ 255680 h 955271"/>
              <a:gd name="connsiteX57" fmla="*/ 3493851 w 5741575"/>
              <a:gd name="connsiteY57" fmla="*/ 240255 h 955271"/>
              <a:gd name="connsiteX58" fmla="*/ 3537470 w 5741575"/>
              <a:gd name="connsiteY58" fmla="*/ 241867 h 955271"/>
              <a:gd name="connsiteX59" fmla="*/ 3610489 w 5741575"/>
              <a:gd name="connsiteY59" fmla="*/ 244128 h 955271"/>
              <a:gd name="connsiteX60" fmla="*/ 3667539 w 5741575"/>
              <a:gd name="connsiteY60" fmla="*/ 263271 h 955271"/>
              <a:gd name="connsiteX61" fmla="*/ 3727614 w 5741575"/>
              <a:gd name="connsiteY61" fmla="*/ 258245 h 955271"/>
              <a:gd name="connsiteX62" fmla="*/ 3738369 w 5741575"/>
              <a:gd name="connsiteY62" fmla="*/ 234506 h 955271"/>
              <a:gd name="connsiteX63" fmla="*/ 3803670 w 5741575"/>
              <a:gd name="connsiteY63" fmla="*/ 236457 h 955271"/>
              <a:gd name="connsiteX64" fmla="*/ 3903080 w 5741575"/>
              <a:gd name="connsiteY64" fmla="*/ 241890 h 955271"/>
              <a:gd name="connsiteX65" fmla="*/ 4114838 w 5741575"/>
              <a:gd name="connsiteY65" fmla="*/ 238165 h 955271"/>
              <a:gd name="connsiteX66" fmla="*/ 4271023 w 5741575"/>
              <a:gd name="connsiteY66" fmla="*/ 241959 h 955271"/>
              <a:gd name="connsiteX67" fmla="*/ 4367397 w 5741575"/>
              <a:gd name="connsiteY67" fmla="*/ 271442 h 955271"/>
              <a:gd name="connsiteX68" fmla="*/ 4495366 w 5741575"/>
              <a:gd name="connsiteY68" fmla="*/ 271618 h 955271"/>
              <a:gd name="connsiteX69" fmla="*/ 4517347 w 5741575"/>
              <a:gd name="connsiteY69" fmla="*/ 275639 h 955271"/>
              <a:gd name="connsiteX70" fmla="*/ 4546116 w 5741575"/>
              <a:gd name="connsiteY70" fmla="*/ 268568 h 955271"/>
              <a:gd name="connsiteX71" fmla="*/ 4661259 w 5741575"/>
              <a:gd name="connsiteY71" fmla="*/ 238966 h 955271"/>
              <a:gd name="connsiteX72" fmla="*/ 4750403 w 5741575"/>
              <a:gd name="connsiteY72" fmla="*/ 204364 h 955271"/>
              <a:gd name="connsiteX73" fmla="*/ 4867614 w 5741575"/>
              <a:gd name="connsiteY73" fmla="*/ 208668 h 955271"/>
              <a:gd name="connsiteX74" fmla="*/ 4937036 w 5741575"/>
              <a:gd name="connsiteY74" fmla="*/ 195446 h 955271"/>
              <a:gd name="connsiteX75" fmla="*/ 5047626 w 5741575"/>
              <a:gd name="connsiteY75" fmla="*/ 149604 h 955271"/>
              <a:gd name="connsiteX76" fmla="*/ 5200247 w 5741575"/>
              <a:gd name="connsiteY76" fmla="*/ 142695 h 955271"/>
              <a:gd name="connsiteX77" fmla="*/ 5235691 w 5741575"/>
              <a:gd name="connsiteY77" fmla="*/ 173330 h 955271"/>
              <a:gd name="connsiteX78" fmla="*/ 5280133 w 5741575"/>
              <a:gd name="connsiteY78" fmla="*/ 189342 h 955271"/>
              <a:gd name="connsiteX79" fmla="*/ 5291963 w 5741575"/>
              <a:gd name="connsiteY79" fmla="*/ 139446 h 955271"/>
              <a:gd name="connsiteX80" fmla="*/ 5418472 w 5741575"/>
              <a:gd name="connsiteY80" fmla="*/ 89163 h 955271"/>
              <a:gd name="connsiteX81" fmla="*/ 5482354 w 5741575"/>
              <a:gd name="connsiteY81" fmla="*/ 69470 h 955271"/>
              <a:gd name="connsiteX82" fmla="*/ 5583280 w 5741575"/>
              <a:gd name="connsiteY82" fmla="*/ 49787 h 955271"/>
              <a:gd name="connsiteX83" fmla="*/ 5613766 w 5741575"/>
              <a:gd name="connsiteY83" fmla="*/ 41855 h 955271"/>
              <a:gd name="connsiteX84" fmla="*/ 5684952 w 5741575"/>
              <a:gd name="connsiteY84" fmla="*/ 26088 h 955271"/>
              <a:gd name="connsiteX85" fmla="*/ 5741575 w 5741575"/>
              <a:gd name="connsiteY85" fmla="*/ 0 h 955271"/>
              <a:gd name="connsiteX0" fmla="*/ 5741575 w 5741575"/>
              <a:gd name="connsiteY0" fmla="*/ 0 h 955271"/>
              <a:gd name="connsiteX1" fmla="*/ 5741575 w 5741575"/>
              <a:gd name="connsiteY1" fmla="*/ 955271 h 955271"/>
              <a:gd name="connsiteX2" fmla="*/ 0 w 5741575"/>
              <a:gd name="connsiteY2" fmla="*/ 955271 h 955271"/>
              <a:gd name="connsiteX3" fmla="*/ 8558 w 5741575"/>
              <a:gd name="connsiteY3" fmla="*/ 953971 h 955271"/>
              <a:gd name="connsiteX4" fmla="*/ 16894 w 5741575"/>
              <a:gd name="connsiteY4" fmla="*/ 953847 h 955271"/>
              <a:gd name="connsiteX5" fmla="*/ 28156 w 5741575"/>
              <a:gd name="connsiteY5" fmla="*/ 951374 h 955271"/>
              <a:gd name="connsiteX6" fmla="*/ 28293 w 5741575"/>
              <a:gd name="connsiteY6" fmla="*/ 950971 h 955271"/>
              <a:gd name="connsiteX7" fmla="*/ 59229 w 5741575"/>
              <a:gd name="connsiteY7" fmla="*/ 903950 h 955271"/>
              <a:gd name="connsiteX8" fmla="*/ 148657 w 5741575"/>
              <a:gd name="connsiteY8" fmla="*/ 898134 h 955271"/>
              <a:gd name="connsiteX9" fmla="*/ 174554 w 5741575"/>
              <a:gd name="connsiteY9" fmla="*/ 886351 h 955271"/>
              <a:gd name="connsiteX10" fmla="*/ 187633 w 5741575"/>
              <a:gd name="connsiteY10" fmla="*/ 878226 h 955271"/>
              <a:gd name="connsiteX11" fmla="*/ 187961 w 5741575"/>
              <a:gd name="connsiteY11" fmla="*/ 876538 h 955271"/>
              <a:gd name="connsiteX12" fmla="*/ 240501 w 5741575"/>
              <a:gd name="connsiteY12" fmla="*/ 873150 h 955271"/>
              <a:gd name="connsiteX13" fmla="*/ 246345 w 5741575"/>
              <a:gd name="connsiteY13" fmla="*/ 869942 h 955271"/>
              <a:gd name="connsiteX14" fmla="*/ 306299 w 5741575"/>
              <a:gd name="connsiteY14" fmla="*/ 873609 h 955271"/>
              <a:gd name="connsiteX15" fmla="*/ 331571 w 5741575"/>
              <a:gd name="connsiteY15" fmla="*/ 869866 h 955271"/>
              <a:gd name="connsiteX16" fmla="*/ 384157 w 5741575"/>
              <a:gd name="connsiteY16" fmla="*/ 867971 h 955271"/>
              <a:gd name="connsiteX17" fmla="*/ 477637 w 5741575"/>
              <a:gd name="connsiteY17" fmla="*/ 870334 h 955271"/>
              <a:gd name="connsiteX18" fmla="*/ 570239 w 5741575"/>
              <a:gd name="connsiteY18" fmla="*/ 829596 h 955271"/>
              <a:gd name="connsiteX19" fmla="*/ 772070 w 5741575"/>
              <a:gd name="connsiteY19" fmla="*/ 820296 h 955271"/>
              <a:gd name="connsiteX20" fmla="*/ 948872 w 5741575"/>
              <a:gd name="connsiteY20" fmla="*/ 772201 h 955271"/>
              <a:gd name="connsiteX21" fmla="*/ 1127089 w 5741575"/>
              <a:gd name="connsiteY21" fmla="*/ 746926 h 955271"/>
              <a:gd name="connsiteX22" fmla="*/ 1226314 w 5741575"/>
              <a:gd name="connsiteY22" fmla="*/ 722473 h 955271"/>
              <a:gd name="connsiteX23" fmla="*/ 1278773 w 5741575"/>
              <a:gd name="connsiteY23" fmla="*/ 711503 h 955271"/>
              <a:gd name="connsiteX24" fmla="*/ 1317691 w 5741575"/>
              <a:gd name="connsiteY24" fmla="*/ 708529 h 955271"/>
              <a:gd name="connsiteX25" fmla="*/ 1360404 w 5741575"/>
              <a:gd name="connsiteY25" fmla="*/ 675922 h 955271"/>
              <a:gd name="connsiteX26" fmla="*/ 1412292 w 5741575"/>
              <a:gd name="connsiteY26" fmla="*/ 670793 h 955271"/>
              <a:gd name="connsiteX27" fmla="*/ 1494753 w 5741575"/>
              <a:gd name="connsiteY27" fmla="*/ 644686 h 955271"/>
              <a:gd name="connsiteX28" fmla="*/ 1616217 w 5741575"/>
              <a:gd name="connsiteY28" fmla="*/ 622107 h 955271"/>
              <a:gd name="connsiteX29" fmla="*/ 1710928 w 5741575"/>
              <a:gd name="connsiteY29" fmla="*/ 600666 h 955271"/>
              <a:gd name="connsiteX30" fmla="*/ 1743718 w 5741575"/>
              <a:gd name="connsiteY30" fmla="*/ 584327 h 955271"/>
              <a:gd name="connsiteX31" fmla="*/ 1873778 w 5741575"/>
              <a:gd name="connsiteY31" fmla="*/ 530130 h 955271"/>
              <a:gd name="connsiteX32" fmla="*/ 1988411 w 5741575"/>
              <a:gd name="connsiteY32" fmla="*/ 491599 h 955271"/>
              <a:gd name="connsiteX33" fmla="*/ 2085507 w 5741575"/>
              <a:gd name="connsiteY33" fmla="*/ 498527 h 955271"/>
              <a:gd name="connsiteX34" fmla="*/ 2090767 w 5741575"/>
              <a:gd name="connsiteY34" fmla="*/ 490616 h 955271"/>
              <a:gd name="connsiteX35" fmla="*/ 2151143 w 5741575"/>
              <a:gd name="connsiteY35" fmla="*/ 478332 h 955271"/>
              <a:gd name="connsiteX36" fmla="*/ 2378710 w 5741575"/>
              <a:gd name="connsiteY36" fmla="*/ 477570 h 955271"/>
              <a:gd name="connsiteX37" fmla="*/ 2496256 w 5741575"/>
              <a:gd name="connsiteY37" fmla="*/ 452396 h 955271"/>
              <a:gd name="connsiteX38" fmla="*/ 2535387 w 5741575"/>
              <a:gd name="connsiteY38" fmla="*/ 436645 h 955271"/>
              <a:gd name="connsiteX39" fmla="*/ 2601109 w 5741575"/>
              <a:gd name="connsiteY39" fmla="*/ 410678 h 955271"/>
              <a:gd name="connsiteX40" fmla="*/ 2643855 w 5741575"/>
              <a:gd name="connsiteY40" fmla="*/ 374482 h 955271"/>
              <a:gd name="connsiteX41" fmla="*/ 2657726 w 5741575"/>
              <a:gd name="connsiteY41" fmla="*/ 365841 h 955271"/>
              <a:gd name="connsiteX42" fmla="*/ 2687125 w 5741575"/>
              <a:gd name="connsiteY42" fmla="*/ 366820 h 955271"/>
              <a:gd name="connsiteX43" fmla="*/ 2697479 w 5741575"/>
              <a:gd name="connsiteY43" fmla="*/ 361430 h 955271"/>
              <a:gd name="connsiteX44" fmla="*/ 2701547 w 5741575"/>
              <a:gd name="connsiteY44" fmla="*/ 361545 h 955271"/>
              <a:gd name="connsiteX45" fmla="*/ 2711054 w 5741575"/>
              <a:gd name="connsiteY45" fmla="*/ 360597 h 955271"/>
              <a:gd name="connsiteX46" fmla="*/ 2777227 w 5741575"/>
              <a:gd name="connsiteY46" fmla="*/ 368972 h 955271"/>
              <a:gd name="connsiteX47" fmla="*/ 2779510 w 5741575"/>
              <a:gd name="connsiteY47" fmla="*/ 361652 h 955271"/>
              <a:gd name="connsiteX48" fmla="*/ 2786278 w 5741575"/>
              <a:gd name="connsiteY48" fmla="*/ 359869 h 955271"/>
              <a:gd name="connsiteX49" fmla="*/ 2792101 w 5741575"/>
              <a:gd name="connsiteY49" fmla="*/ 365927 h 955271"/>
              <a:gd name="connsiteX50" fmla="*/ 2885545 w 5741575"/>
              <a:gd name="connsiteY50" fmla="*/ 372818 h 955271"/>
              <a:gd name="connsiteX51" fmla="*/ 3009558 w 5741575"/>
              <a:gd name="connsiteY51" fmla="*/ 370573 h 955271"/>
              <a:gd name="connsiteX52" fmla="*/ 3095010 w 5741575"/>
              <a:gd name="connsiteY52" fmla="*/ 332454 h 955271"/>
              <a:gd name="connsiteX53" fmla="*/ 3103742 w 5741575"/>
              <a:gd name="connsiteY53" fmla="*/ 337974 h 955271"/>
              <a:gd name="connsiteX54" fmla="*/ 3165093 w 5741575"/>
              <a:gd name="connsiteY54" fmla="*/ 329459 h 955271"/>
              <a:gd name="connsiteX55" fmla="*/ 3373785 w 5741575"/>
              <a:gd name="connsiteY55" fmla="*/ 255680 h 955271"/>
              <a:gd name="connsiteX56" fmla="*/ 3493851 w 5741575"/>
              <a:gd name="connsiteY56" fmla="*/ 240255 h 955271"/>
              <a:gd name="connsiteX57" fmla="*/ 3537470 w 5741575"/>
              <a:gd name="connsiteY57" fmla="*/ 241867 h 955271"/>
              <a:gd name="connsiteX58" fmla="*/ 3610489 w 5741575"/>
              <a:gd name="connsiteY58" fmla="*/ 244128 h 955271"/>
              <a:gd name="connsiteX59" fmla="*/ 3667539 w 5741575"/>
              <a:gd name="connsiteY59" fmla="*/ 263271 h 955271"/>
              <a:gd name="connsiteX60" fmla="*/ 3727614 w 5741575"/>
              <a:gd name="connsiteY60" fmla="*/ 258245 h 955271"/>
              <a:gd name="connsiteX61" fmla="*/ 3738369 w 5741575"/>
              <a:gd name="connsiteY61" fmla="*/ 234506 h 955271"/>
              <a:gd name="connsiteX62" fmla="*/ 3803670 w 5741575"/>
              <a:gd name="connsiteY62" fmla="*/ 236457 h 955271"/>
              <a:gd name="connsiteX63" fmla="*/ 3903080 w 5741575"/>
              <a:gd name="connsiteY63" fmla="*/ 241890 h 955271"/>
              <a:gd name="connsiteX64" fmla="*/ 4114838 w 5741575"/>
              <a:gd name="connsiteY64" fmla="*/ 238165 h 955271"/>
              <a:gd name="connsiteX65" fmla="*/ 4271023 w 5741575"/>
              <a:gd name="connsiteY65" fmla="*/ 241959 h 955271"/>
              <a:gd name="connsiteX66" fmla="*/ 4367397 w 5741575"/>
              <a:gd name="connsiteY66" fmla="*/ 271442 h 955271"/>
              <a:gd name="connsiteX67" fmla="*/ 4495366 w 5741575"/>
              <a:gd name="connsiteY67" fmla="*/ 271618 h 955271"/>
              <a:gd name="connsiteX68" fmla="*/ 4517347 w 5741575"/>
              <a:gd name="connsiteY68" fmla="*/ 275639 h 955271"/>
              <a:gd name="connsiteX69" fmla="*/ 4546116 w 5741575"/>
              <a:gd name="connsiteY69" fmla="*/ 268568 h 955271"/>
              <a:gd name="connsiteX70" fmla="*/ 4661259 w 5741575"/>
              <a:gd name="connsiteY70" fmla="*/ 238966 h 955271"/>
              <a:gd name="connsiteX71" fmla="*/ 4750403 w 5741575"/>
              <a:gd name="connsiteY71" fmla="*/ 204364 h 955271"/>
              <a:gd name="connsiteX72" fmla="*/ 4867614 w 5741575"/>
              <a:gd name="connsiteY72" fmla="*/ 208668 h 955271"/>
              <a:gd name="connsiteX73" fmla="*/ 4937036 w 5741575"/>
              <a:gd name="connsiteY73" fmla="*/ 195446 h 955271"/>
              <a:gd name="connsiteX74" fmla="*/ 5047626 w 5741575"/>
              <a:gd name="connsiteY74" fmla="*/ 149604 h 955271"/>
              <a:gd name="connsiteX75" fmla="*/ 5200247 w 5741575"/>
              <a:gd name="connsiteY75" fmla="*/ 142695 h 955271"/>
              <a:gd name="connsiteX76" fmla="*/ 5235691 w 5741575"/>
              <a:gd name="connsiteY76" fmla="*/ 173330 h 955271"/>
              <a:gd name="connsiteX77" fmla="*/ 5280133 w 5741575"/>
              <a:gd name="connsiteY77" fmla="*/ 189342 h 955271"/>
              <a:gd name="connsiteX78" fmla="*/ 5291963 w 5741575"/>
              <a:gd name="connsiteY78" fmla="*/ 139446 h 955271"/>
              <a:gd name="connsiteX79" fmla="*/ 5418472 w 5741575"/>
              <a:gd name="connsiteY79" fmla="*/ 89163 h 955271"/>
              <a:gd name="connsiteX80" fmla="*/ 5482354 w 5741575"/>
              <a:gd name="connsiteY80" fmla="*/ 69470 h 955271"/>
              <a:gd name="connsiteX81" fmla="*/ 5583280 w 5741575"/>
              <a:gd name="connsiteY81" fmla="*/ 49787 h 955271"/>
              <a:gd name="connsiteX82" fmla="*/ 5613766 w 5741575"/>
              <a:gd name="connsiteY82" fmla="*/ 41855 h 955271"/>
              <a:gd name="connsiteX83" fmla="*/ 5684952 w 5741575"/>
              <a:gd name="connsiteY83" fmla="*/ 26088 h 955271"/>
              <a:gd name="connsiteX84" fmla="*/ 5741575 w 5741575"/>
              <a:gd name="connsiteY84" fmla="*/ 0 h 955271"/>
              <a:gd name="connsiteX0" fmla="*/ 5741575 w 5741575"/>
              <a:gd name="connsiteY0" fmla="*/ 0 h 955271"/>
              <a:gd name="connsiteX1" fmla="*/ 5741575 w 5741575"/>
              <a:gd name="connsiteY1" fmla="*/ 955271 h 955271"/>
              <a:gd name="connsiteX2" fmla="*/ 0 w 5741575"/>
              <a:gd name="connsiteY2" fmla="*/ 955271 h 955271"/>
              <a:gd name="connsiteX3" fmla="*/ 8558 w 5741575"/>
              <a:gd name="connsiteY3" fmla="*/ 953971 h 955271"/>
              <a:gd name="connsiteX4" fmla="*/ 16894 w 5741575"/>
              <a:gd name="connsiteY4" fmla="*/ 953847 h 955271"/>
              <a:gd name="connsiteX5" fmla="*/ 28156 w 5741575"/>
              <a:gd name="connsiteY5" fmla="*/ 951374 h 955271"/>
              <a:gd name="connsiteX6" fmla="*/ 28293 w 5741575"/>
              <a:gd name="connsiteY6" fmla="*/ 950971 h 955271"/>
              <a:gd name="connsiteX7" fmla="*/ 59229 w 5741575"/>
              <a:gd name="connsiteY7" fmla="*/ 903950 h 955271"/>
              <a:gd name="connsiteX8" fmla="*/ 148657 w 5741575"/>
              <a:gd name="connsiteY8" fmla="*/ 898134 h 955271"/>
              <a:gd name="connsiteX9" fmla="*/ 174554 w 5741575"/>
              <a:gd name="connsiteY9" fmla="*/ 886351 h 955271"/>
              <a:gd name="connsiteX10" fmla="*/ 187633 w 5741575"/>
              <a:gd name="connsiteY10" fmla="*/ 878226 h 955271"/>
              <a:gd name="connsiteX11" fmla="*/ 187961 w 5741575"/>
              <a:gd name="connsiteY11" fmla="*/ 876538 h 955271"/>
              <a:gd name="connsiteX12" fmla="*/ 240501 w 5741575"/>
              <a:gd name="connsiteY12" fmla="*/ 873150 h 955271"/>
              <a:gd name="connsiteX13" fmla="*/ 246345 w 5741575"/>
              <a:gd name="connsiteY13" fmla="*/ 869942 h 955271"/>
              <a:gd name="connsiteX14" fmla="*/ 306299 w 5741575"/>
              <a:gd name="connsiteY14" fmla="*/ 873609 h 955271"/>
              <a:gd name="connsiteX15" fmla="*/ 331571 w 5741575"/>
              <a:gd name="connsiteY15" fmla="*/ 869866 h 955271"/>
              <a:gd name="connsiteX16" fmla="*/ 384157 w 5741575"/>
              <a:gd name="connsiteY16" fmla="*/ 867971 h 955271"/>
              <a:gd name="connsiteX17" fmla="*/ 477637 w 5741575"/>
              <a:gd name="connsiteY17" fmla="*/ 870334 h 955271"/>
              <a:gd name="connsiteX18" fmla="*/ 570239 w 5741575"/>
              <a:gd name="connsiteY18" fmla="*/ 829596 h 955271"/>
              <a:gd name="connsiteX19" fmla="*/ 772070 w 5741575"/>
              <a:gd name="connsiteY19" fmla="*/ 820296 h 955271"/>
              <a:gd name="connsiteX20" fmla="*/ 948872 w 5741575"/>
              <a:gd name="connsiteY20" fmla="*/ 772201 h 955271"/>
              <a:gd name="connsiteX21" fmla="*/ 1127089 w 5741575"/>
              <a:gd name="connsiteY21" fmla="*/ 746926 h 955271"/>
              <a:gd name="connsiteX22" fmla="*/ 1226314 w 5741575"/>
              <a:gd name="connsiteY22" fmla="*/ 722473 h 955271"/>
              <a:gd name="connsiteX23" fmla="*/ 1278773 w 5741575"/>
              <a:gd name="connsiteY23" fmla="*/ 711503 h 955271"/>
              <a:gd name="connsiteX24" fmla="*/ 1317691 w 5741575"/>
              <a:gd name="connsiteY24" fmla="*/ 708529 h 955271"/>
              <a:gd name="connsiteX25" fmla="*/ 1360404 w 5741575"/>
              <a:gd name="connsiteY25" fmla="*/ 675922 h 955271"/>
              <a:gd name="connsiteX26" fmla="*/ 1412292 w 5741575"/>
              <a:gd name="connsiteY26" fmla="*/ 670793 h 955271"/>
              <a:gd name="connsiteX27" fmla="*/ 1494753 w 5741575"/>
              <a:gd name="connsiteY27" fmla="*/ 644686 h 955271"/>
              <a:gd name="connsiteX28" fmla="*/ 1616217 w 5741575"/>
              <a:gd name="connsiteY28" fmla="*/ 622107 h 955271"/>
              <a:gd name="connsiteX29" fmla="*/ 1710928 w 5741575"/>
              <a:gd name="connsiteY29" fmla="*/ 600666 h 955271"/>
              <a:gd name="connsiteX30" fmla="*/ 1743718 w 5741575"/>
              <a:gd name="connsiteY30" fmla="*/ 584327 h 955271"/>
              <a:gd name="connsiteX31" fmla="*/ 1873778 w 5741575"/>
              <a:gd name="connsiteY31" fmla="*/ 530130 h 955271"/>
              <a:gd name="connsiteX32" fmla="*/ 1988411 w 5741575"/>
              <a:gd name="connsiteY32" fmla="*/ 491599 h 955271"/>
              <a:gd name="connsiteX33" fmla="*/ 2085507 w 5741575"/>
              <a:gd name="connsiteY33" fmla="*/ 498527 h 955271"/>
              <a:gd name="connsiteX34" fmla="*/ 2090767 w 5741575"/>
              <a:gd name="connsiteY34" fmla="*/ 490616 h 955271"/>
              <a:gd name="connsiteX35" fmla="*/ 2151143 w 5741575"/>
              <a:gd name="connsiteY35" fmla="*/ 478332 h 955271"/>
              <a:gd name="connsiteX36" fmla="*/ 2378710 w 5741575"/>
              <a:gd name="connsiteY36" fmla="*/ 477570 h 955271"/>
              <a:gd name="connsiteX37" fmla="*/ 2496256 w 5741575"/>
              <a:gd name="connsiteY37" fmla="*/ 452396 h 955271"/>
              <a:gd name="connsiteX38" fmla="*/ 2535387 w 5741575"/>
              <a:gd name="connsiteY38" fmla="*/ 436645 h 955271"/>
              <a:gd name="connsiteX39" fmla="*/ 2601109 w 5741575"/>
              <a:gd name="connsiteY39" fmla="*/ 410678 h 955271"/>
              <a:gd name="connsiteX40" fmla="*/ 2643855 w 5741575"/>
              <a:gd name="connsiteY40" fmla="*/ 374482 h 955271"/>
              <a:gd name="connsiteX41" fmla="*/ 2657726 w 5741575"/>
              <a:gd name="connsiteY41" fmla="*/ 365841 h 955271"/>
              <a:gd name="connsiteX42" fmla="*/ 2687125 w 5741575"/>
              <a:gd name="connsiteY42" fmla="*/ 366820 h 955271"/>
              <a:gd name="connsiteX43" fmla="*/ 2697479 w 5741575"/>
              <a:gd name="connsiteY43" fmla="*/ 361430 h 955271"/>
              <a:gd name="connsiteX44" fmla="*/ 2701547 w 5741575"/>
              <a:gd name="connsiteY44" fmla="*/ 361545 h 955271"/>
              <a:gd name="connsiteX45" fmla="*/ 2711054 w 5741575"/>
              <a:gd name="connsiteY45" fmla="*/ 360597 h 955271"/>
              <a:gd name="connsiteX46" fmla="*/ 2777227 w 5741575"/>
              <a:gd name="connsiteY46" fmla="*/ 368972 h 955271"/>
              <a:gd name="connsiteX47" fmla="*/ 2779510 w 5741575"/>
              <a:gd name="connsiteY47" fmla="*/ 361652 h 955271"/>
              <a:gd name="connsiteX48" fmla="*/ 2786278 w 5741575"/>
              <a:gd name="connsiteY48" fmla="*/ 359869 h 955271"/>
              <a:gd name="connsiteX49" fmla="*/ 2885545 w 5741575"/>
              <a:gd name="connsiteY49" fmla="*/ 372818 h 955271"/>
              <a:gd name="connsiteX50" fmla="*/ 3009558 w 5741575"/>
              <a:gd name="connsiteY50" fmla="*/ 370573 h 955271"/>
              <a:gd name="connsiteX51" fmla="*/ 3095010 w 5741575"/>
              <a:gd name="connsiteY51" fmla="*/ 332454 h 955271"/>
              <a:gd name="connsiteX52" fmla="*/ 3103742 w 5741575"/>
              <a:gd name="connsiteY52" fmla="*/ 337974 h 955271"/>
              <a:gd name="connsiteX53" fmla="*/ 3165093 w 5741575"/>
              <a:gd name="connsiteY53" fmla="*/ 329459 h 955271"/>
              <a:gd name="connsiteX54" fmla="*/ 3373785 w 5741575"/>
              <a:gd name="connsiteY54" fmla="*/ 255680 h 955271"/>
              <a:gd name="connsiteX55" fmla="*/ 3493851 w 5741575"/>
              <a:gd name="connsiteY55" fmla="*/ 240255 h 955271"/>
              <a:gd name="connsiteX56" fmla="*/ 3537470 w 5741575"/>
              <a:gd name="connsiteY56" fmla="*/ 241867 h 955271"/>
              <a:gd name="connsiteX57" fmla="*/ 3610489 w 5741575"/>
              <a:gd name="connsiteY57" fmla="*/ 244128 h 955271"/>
              <a:gd name="connsiteX58" fmla="*/ 3667539 w 5741575"/>
              <a:gd name="connsiteY58" fmla="*/ 263271 h 955271"/>
              <a:gd name="connsiteX59" fmla="*/ 3727614 w 5741575"/>
              <a:gd name="connsiteY59" fmla="*/ 258245 h 955271"/>
              <a:gd name="connsiteX60" fmla="*/ 3738369 w 5741575"/>
              <a:gd name="connsiteY60" fmla="*/ 234506 h 955271"/>
              <a:gd name="connsiteX61" fmla="*/ 3803670 w 5741575"/>
              <a:gd name="connsiteY61" fmla="*/ 236457 h 955271"/>
              <a:gd name="connsiteX62" fmla="*/ 3903080 w 5741575"/>
              <a:gd name="connsiteY62" fmla="*/ 241890 h 955271"/>
              <a:gd name="connsiteX63" fmla="*/ 4114838 w 5741575"/>
              <a:gd name="connsiteY63" fmla="*/ 238165 h 955271"/>
              <a:gd name="connsiteX64" fmla="*/ 4271023 w 5741575"/>
              <a:gd name="connsiteY64" fmla="*/ 241959 h 955271"/>
              <a:gd name="connsiteX65" fmla="*/ 4367397 w 5741575"/>
              <a:gd name="connsiteY65" fmla="*/ 271442 h 955271"/>
              <a:gd name="connsiteX66" fmla="*/ 4495366 w 5741575"/>
              <a:gd name="connsiteY66" fmla="*/ 271618 h 955271"/>
              <a:gd name="connsiteX67" fmla="*/ 4517347 w 5741575"/>
              <a:gd name="connsiteY67" fmla="*/ 275639 h 955271"/>
              <a:gd name="connsiteX68" fmla="*/ 4546116 w 5741575"/>
              <a:gd name="connsiteY68" fmla="*/ 268568 h 955271"/>
              <a:gd name="connsiteX69" fmla="*/ 4661259 w 5741575"/>
              <a:gd name="connsiteY69" fmla="*/ 238966 h 955271"/>
              <a:gd name="connsiteX70" fmla="*/ 4750403 w 5741575"/>
              <a:gd name="connsiteY70" fmla="*/ 204364 h 955271"/>
              <a:gd name="connsiteX71" fmla="*/ 4867614 w 5741575"/>
              <a:gd name="connsiteY71" fmla="*/ 208668 h 955271"/>
              <a:gd name="connsiteX72" fmla="*/ 4937036 w 5741575"/>
              <a:gd name="connsiteY72" fmla="*/ 195446 h 955271"/>
              <a:gd name="connsiteX73" fmla="*/ 5047626 w 5741575"/>
              <a:gd name="connsiteY73" fmla="*/ 149604 h 955271"/>
              <a:gd name="connsiteX74" fmla="*/ 5200247 w 5741575"/>
              <a:gd name="connsiteY74" fmla="*/ 142695 h 955271"/>
              <a:gd name="connsiteX75" fmla="*/ 5235691 w 5741575"/>
              <a:gd name="connsiteY75" fmla="*/ 173330 h 955271"/>
              <a:gd name="connsiteX76" fmla="*/ 5280133 w 5741575"/>
              <a:gd name="connsiteY76" fmla="*/ 189342 h 955271"/>
              <a:gd name="connsiteX77" fmla="*/ 5291963 w 5741575"/>
              <a:gd name="connsiteY77" fmla="*/ 139446 h 955271"/>
              <a:gd name="connsiteX78" fmla="*/ 5418472 w 5741575"/>
              <a:gd name="connsiteY78" fmla="*/ 89163 h 955271"/>
              <a:gd name="connsiteX79" fmla="*/ 5482354 w 5741575"/>
              <a:gd name="connsiteY79" fmla="*/ 69470 h 955271"/>
              <a:gd name="connsiteX80" fmla="*/ 5583280 w 5741575"/>
              <a:gd name="connsiteY80" fmla="*/ 49787 h 955271"/>
              <a:gd name="connsiteX81" fmla="*/ 5613766 w 5741575"/>
              <a:gd name="connsiteY81" fmla="*/ 41855 h 955271"/>
              <a:gd name="connsiteX82" fmla="*/ 5684952 w 5741575"/>
              <a:gd name="connsiteY82" fmla="*/ 26088 h 955271"/>
              <a:gd name="connsiteX83" fmla="*/ 5741575 w 5741575"/>
              <a:gd name="connsiteY83" fmla="*/ 0 h 955271"/>
              <a:gd name="connsiteX0" fmla="*/ 5741575 w 5741575"/>
              <a:gd name="connsiteY0" fmla="*/ 0 h 955271"/>
              <a:gd name="connsiteX1" fmla="*/ 5741575 w 5741575"/>
              <a:gd name="connsiteY1" fmla="*/ 955271 h 955271"/>
              <a:gd name="connsiteX2" fmla="*/ 0 w 5741575"/>
              <a:gd name="connsiteY2" fmla="*/ 955271 h 955271"/>
              <a:gd name="connsiteX3" fmla="*/ 8558 w 5741575"/>
              <a:gd name="connsiteY3" fmla="*/ 953971 h 955271"/>
              <a:gd name="connsiteX4" fmla="*/ 16894 w 5741575"/>
              <a:gd name="connsiteY4" fmla="*/ 953847 h 955271"/>
              <a:gd name="connsiteX5" fmla="*/ 28156 w 5741575"/>
              <a:gd name="connsiteY5" fmla="*/ 951374 h 955271"/>
              <a:gd name="connsiteX6" fmla="*/ 28293 w 5741575"/>
              <a:gd name="connsiteY6" fmla="*/ 950971 h 955271"/>
              <a:gd name="connsiteX7" fmla="*/ 59229 w 5741575"/>
              <a:gd name="connsiteY7" fmla="*/ 903950 h 955271"/>
              <a:gd name="connsiteX8" fmla="*/ 148657 w 5741575"/>
              <a:gd name="connsiteY8" fmla="*/ 898134 h 955271"/>
              <a:gd name="connsiteX9" fmla="*/ 174554 w 5741575"/>
              <a:gd name="connsiteY9" fmla="*/ 886351 h 955271"/>
              <a:gd name="connsiteX10" fmla="*/ 187633 w 5741575"/>
              <a:gd name="connsiteY10" fmla="*/ 878226 h 955271"/>
              <a:gd name="connsiteX11" fmla="*/ 187961 w 5741575"/>
              <a:gd name="connsiteY11" fmla="*/ 876538 h 955271"/>
              <a:gd name="connsiteX12" fmla="*/ 240501 w 5741575"/>
              <a:gd name="connsiteY12" fmla="*/ 873150 h 955271"/>
              <a:gd name="connsiteX13" fmla="*/ 246345 w 5741575"/>
              <a:gd name="connsiteY13" fmla="*/ 869942 h 955271"/>
              <a:gd name="connsiteX14" fmla="*/ 306299 w 5741575"/>
              <a:gd name="connsiteY14" fmla="*/ 873609 h 955271"/>
              <a:gd name="connsiteX15" fmla="*/ 331571 w 5741575"/>
              <a:gd name="connsiteY15" fmla="*/ 869866 h 955271"/>
              <a:gd name="connsiteX16" fmla="*/ 384157 w 5741575"/>
              <a:gd name="connsiteY16" fmla="*/ 867971 h 955271"/>
              <a:gd name="connsiteX17" fmla="*/ 477637 w 5741575"/>
              <a:gd name="connsiteY17" fmla="*/ 870334 h 955271"/>
              <a:gd name="connsiteX18" fmla="*/ 570239 w 5741575"/>
              <a:gd name="connsiteY18" fmla="*/ 829596 h 955271"/>
              <a:gd name="connsiteX19" fmla="*/ 772070 w 5741575"/>
              <a:gd name="connsiteY19" fmla="*/ 820296 h 955271"/>
              <a:gd name="connsiteX20" fmla="*/ 948872 w 5741575"/>
              <a:gd name="connsiteY20" fmla="*/ 772201 h 955271"/>
              <a:gd name="connsiteX21" fmla="*/ 1127089 w 5741575"/>
              <a:gd name="connsiteY21" fmla="*/ 746926 h 955271"/>
              <a:gd name="connsiteX22" fmla="*/ 1226314 w 5741575"/>
              <a:gd name="connsiteY22" fmla="*/ 722473 h 955271"/>
              <a:gd name="connsiteX23" fmla="*/ 1278773 w 5741575"/>
              <a:gd name="connsiteY23" fmla="*/ 711503 h 955271"/>
              <a:gd name="connsiteX24" fmla="*/ 1317691 w 5741575"/>
              <a:gd name="connsiteY24" fmla="*/ 708529 h 955271"/>
              <a:gd name="connsiteX25" fmla="*/ 1360404 w 5741575"/>
              <a:gd name="connsiteY25" fmla="*/ 675922 h 955271"/>
              <a:gd name="connsiteX26" fmla="*/ 1412292 w 5741575"/>
              <a:gd name="connsiteY26" fmla="*/ 670793 h 955271"/>
              <a:gd name="connsiteX27" fmla="*/ 1494753 w 5741575"/>
              <a:gd name="connsiteY27" fmla="*/ 644686 h 955271"/>
              <a:gd name="connsiteX28" fmla="*/ 1616217 w 5741575"/>
              <a:gd name="connsiteY28" fmla="*/ 622107 h 955271"/>
              <a:gd name="connsiteX29" fmla="*/ 1710928 w 5741575"/>
              <a:gd name="connsiteY29" fmla="*/ 600666 h 955271"/>
              <a:gd name="connsiteX30" fmla="*/ 1743718 w 5741575"/>
              <a:gd name="connsiteY30" fmla="*/ 584327 h 955271"/>
              <a:gd name="connsiteX31" fmla="*/ 1873778 w 5741575"/>
              <a:gd name="connsiteY31" fmla="*/ 530130 h 955271"/>
              <a:gd name="connsiteX32" fmla="*/ 1988411 w 5741575"/>
              <a:gd name="connsiteY32" fmla="*/ 491599 h 955271"/>
              <a:gd name="connsiteX33" fmla="*/ 2085507 w 5741575"/>
              <a:gd name="connsiteY33" fmla="*/ 498527 h 955271"/>
              <a:gd name="connsiteX34" fmla="*/ 2090767 w 5741575"/>
              <a:gd name="connsiteY34" fmla="*/ 490616 h 955271"/>
              <a:gd name="connsiteX35" fmla="*/ 2151143 w 5741575"/>
              <a:gd name="connsiteY35" fmla="*/ 478332 h 955271"/>
              <a:gd name="connsiteX36" fmla="*/ 2378710 w 5741575"/>
              <a:gd name="connsiteY36" fmla="*/ 477570 h 955271"/>
              <a:gd name="connsiteX37" fmla="*/ 2496256 w 5741575"/>
              <a:gd name="connsiteY37" fmla="*/ 452396 h 955271"/>
              <a:gd name="connsiteX38" fmla="*/ 2535387 w 5741575"/>
              <a:gd name="connsiteY38" fmla="*/ 436645 h 955271"/>
              <a:gd name="connsiteX39" fmla="*/ 2601109 w 5741575"/>
              <a:gd name="connsiteY39" fmla="*/ 410678 h 955271"/>
              <a:gd name="connsiteX40" fmla="*/ 2643855 w 5741575"/>
              <a:gd name="connsiteY40" fmla="*/ 374482 h 955271"/>
              <a:gd name="connsiteX41" fmla="*/ 2657726 w 5741575"/>
              <a:gd name="connsiteY41" fmla="*/ 365841 h 955271"/>
              <a:gd name="connsiteX42" fmla="*/ 2687125 w 5741575"/>
              <a:gd name="connsiteY42" fmla="*/ 366820 h 955271"/>
              <a:gd name="connsiteX43" fmla="*/ 2697479 w 5741575"/>
              <a:gd name="connsiteY43" fmla="*/ 361430 h 955271"/>
              <a:gd name="connsiteX44" fmla="*/ 2701547 w 5741575"/>
              <a:gd name="connsiteY44" fmla="*/ 361545 h 955271"/>
              <a:gd name="connsiteX45" fmla="*/ 2711054 w 5741575"/>
              <a:gd name="connsiteY45" fmla="*/ 360597 h 955271"/>
              <a:gd name="connsiteX46" fmla="*/ 2777227 w 5741575"/>
              <a:gd name="connsiteY46" fmla="*/ 368972 h 955271"/>
              <a:gd name="connsiteX47" fmla="*/ 2779510 w 5741575"/>
              <a:gd name="connsiteY47" fmla="*/ 361652 h 955271"/>
              <a:gd name="connsiteX48" fmla="*/ 2885545 w 5741575"/>
              <a:gd name="connsiteY48" fmla="*/ 372818 h 955271"/>
              <a:gd name="connsiteX49" fmla="*/ 3009558 w 5741575"/>
              <a:gd name="connsiteY49" fmla="*/ 370573 h 955271"/>
              <a:gd name="connsiteX50" fmla="*/ 3095010 w 5741575"/>
              <a:gd name="connsiteY50" fmla="*/ 332454 h 955271"/>
              <a:gd name="connsiteX51" fmla="*/ 3103742 w 5741575"/>
              <a:gd name="connsiteY51" fmla="*/ 337974 h 955271"/>
              <a:gd name="connsiteX52" fmla="*/ 3165093 w 5741575"/>
              <a:gd name="connsiteY52" fmla="*/ 329459 h 955271"/>
              <a:gd name="connsiteX53" fmla="*/ 3373785 w 5741575"/>
              <a:gd name="connsiteY53" fmla="*/ 255680 h 955271"/>
              <a:gd name="connsiteX54" fmla="*/ 3493851 w 5741575"/>
              <a:gd name="connsiteY54" fmla="*/ 240255 h 955271"/>
              <a:gd name="connsiteX55" fmla="*/ 3537470 w 5741575"/>
              <a:gd name="connsiteY55" fmla="*/ 241867 h 955271"/>
              <a:gd name="connsiteX56" fmla="*/ 3610489 w 5741575"/>
              <a:gd name="connsiteY56" fmla="*/ 244128 h 955271"/>
              <a:gd name="connsiteX57" fmla="*/ 3667539 w 5741575"/>
              <a:gd name="connsiteY57" fmla="*/ 263271 h 955271"/>
              <a:gd name="connsiteX58" fmla="*/ 3727614 w 5741575"/>
              <a:gd name="connsiteY58" fmla="*/ 258245 h 955271"/>
              <a:gd name="connsiteX59" fmla="*/ 3738369 w 5741575"/>
              <a:gd name="connsiteY59" fmla="*/ 234506 h 955271"/>
              <a:gd name="connsiteX60" fmla="*/ 3803670 w 5741575"/>
              <a:gd name="connsiteY60" fmla="*/ 236457 h 955271"/>
              <a:gd name="connsiteX61" fmla="*/ 3903080 w 5741575"/>
              <a:gd name="connsiteY61" fmla="*/ 241890 h 955271"/>
              <a:gd name="connsiteX62" fmla="*/ 4114838 w 5741575"/>
              <a:gd name="connsiteY62" fmla="*/ 238165 h 955271"/>
              <a:gd name="connsiteX63" fmla="*/ 4271023 w 5741575"/>
              <a:gd name="connsiteY63" fmla="*/ 241959 h 955271"/>
              <a:gd name="connsiteX64" fmla="*/ 4367397 w 5741575"/>
              <a:gd name="connsiteY64" fmla="*/ 271442 h 955271"/>
              <a:gd name="connsiteX65" fmla="*/ 4495366 w 5741575"/>
              <a:gd name="connsiteY65" fmla="*/ 271618 h 955271"/>
              <a:gd name="connsiteX66" fmla="*/ 4517347 w 5741575"/>
              <a:gd name="connsiteY66" fmla="*/ 275639 h 955271"/>
              <a:gd name="connsiteX67" fmla="*/ 4546116 w 5741575"/>
              <a:gd name="connsiteY67" fmla="*/ 268568 h 955271"/>
              <a:gd name="connsiteX68" fmla="*/ 4661259 w 5741575"/>
              <a:gd name="connsiteY68" fmla="*/ 238966 h 955271"/>
              <a:gd name="connsiteX69" fmla="*/ 4750403 w 5741575"/>
              <a:gd name="connsiteY69" fmla="*/ 204364 h 955271"/>
              <a:gd name="connsiteX70" fmla="*/ 4867614 w 5741575"/>
              <a:gd name="connsiteY70" fmla="*/ 208668 h 955271"/>
              <a:gd name="connsiteX71" fmla="*/ 4937036 w 5741575"/>
              <a:gd name="connsiteY71" fmla="*/ 195446 h 955271"/>
              <a:gd name="connsiteX72" fmla="*/ 5047626 w 5741575"/>
              <a:gd name="connsiteY72" fmla="*/ 149604 h 955271"/>
              <a:gd name="connsiteX73" fmla="*/ 5200247 w 5741575"/>
              <a:gd name="connsiteY73" fmla="*/ 142695 h 955271"/>
              <a:gd name="connsiteX74" fmla="*/ 5235691 w 5741575"/>
              <a:gd name="connsiteY74" fmla="*/ 173330 h 955271"/>
              <a:gd name="connsiteX75" fmla="*/ 5280133 w 5741575"/>
              <a:gd name="connsiteY75" fmla="*/ 189342 h 955271"/>
              <a:gd name="connsiteX76" fmla="*/ 5291963 w 5741575"/>
              <a:gd name="connsiteY76" fmla="*/ 139446 h 955271"/>
              <a:gd name="connsiteX77" fmla="*/ 5418472 w 5741575"/>
              <a:gd name="connsiteY77" fmla="*/ 89163 h 955271"/>
              <a:gd name="connsiteX78" fmla="*/ 5482354 w 5741575"/>
              <a:gd name="connsiteY78" fmla="*/ 69470 h 955271"/>
              <a:gd name="connsiteX79" fmla="*/ 5583280 w 5741575"/>
              <a:gd name="connsiteY79" fmla="*/ 49787 h 955271"/>
              <a:gd name="connsiteX80" fmla="*/ 5613766 w 5741575"/>
              <a:gd name="connsiteY80" fmla="*/ 41855 h 955271"/>
              <a:gd name="connsiteX81" fmla="*/ 5684952 w 5741575"/>
              <a:gd name="connsiteY81" fmla="*/ 26088 h 955271"/>
              <a:gd name="connsiteX82" fmla="*/ 5741575 w 5741575"/>
              <a:gd name="connsiteY82" fmla="*/ 0 h 955271"/>
              <a:gd name="connsiteX0" fmla="*/ 5741575 w 5741575"/>
              <a:gd name="connsiteY0" fmla="*/ 0 h 955271"/>
              <a:gd name="connsiteX1" fmla="*/ 5741575 w 5741575"/>
              <a:gd name="connsiteY1" fmla="*/ 955271 h 955271"/>
              <a:gd name="connsiteX2" fmla="*/ 0 w 5741575"/>
              <a:gd name="connsiteY2" fmla="*/ 955271 h 955271"/>
              <a:gd name="connsiteX3" fmla="*/ 8558 w 5741575"/>
              <a:gd name="connsiteY3" fmla="*/ 953971 h 955271"/>
              <a:gd name="connsiteX4" fmla="*/ 16894 w 5741575"/>
              <a:gd name="connsiteY4" fmla="*/ 953847 h 955271"/>
              <a:gd name="connsiteX5" fmla="*/ 28156 w 5741575"/>
              <a:gd name="connsiteY5" fmla="*/ 951374 h 955271"/>
              <a:gd name="connsiteX6" fmla="*/ 28293 w 5741575"/>
              <a:gd name="connsiteY6" fmla="*/ 950971 h 955271"/>
              <a:gd name="connsiteX7" fmla="*/ 59229 w 5741575"/>
              <a:gd name="connsiteY7" fmla="*/ 903950 h 955271"/>
              <a:gd name="connsiteX8" fmla="*/ 148657 w 5741575"/>
              <a:gd name="connsiteY8" fmla="*/ 898134 h 955271"/>
              <a:gd name="connsiteX9" fmla="*/ 174554 w 5741575"/>
              <a:gd name="connsiteY9" fmla="*/ 886351 h 955271"/>
              <a:gd name="connsiteX10" fmla="*/ 187633 w 5741575"/>
              <a:gd name="connsiteY10" fmla="*/ 878226 h 955271"/>
              <a:gd name="connsiteX11" fmla="*/ 187961 w 5741575"/>
              <a:gd name="connsiteY11" fmla="*/ 876538 h 955271"/>
              <a:gd name="connsiteX12" fmla="*/ 240501 w 5741575"/>
              <a:gd name="connsiteY12" fmla="*/ 873150 h 955271"/>
              <a:gd name="connsiteX13" fmla="*/ 246345 w 5741575"/>
              <a:gd name="connsiteY13" fmla="*/ 869942 h 955271"/>
              <a:gd name="connsiteX14" fmla="*/ 306299 w 5741575"/>
              <a:gd name="connsiteY14" fmla="*/ 873609 h 955271"/>
              <a:gd name="connsiteX15" fmla="*/ 331571 w 5741575"/>
              <a:gd name="connsiteY15" fmla="*/ 869866 h 955271"/>
              <a:gd name="connsiteX16" fmla="*/ 384157 w 5741575"/>
              <a:gd name="connsiteY16" fmla="*/ 867971 h 955271"/>
              <a:gd name="connsiteX17" fmla="*/ 477637 w 5741575"/>
              <a:gd name="connsiteY17" fmla="*/ 870334 h 955271"/>
              <a:gd name="connsiteX18" fmla="*/ 570239 w 5741575"/>
              <a:gd name="connsiteY18" fmla="*/ 829596 h 955271"/>
              <a:gd name="connsiteX19" fmla="*/ 772070 w 5741575"/>
              <a:gd name="connsiteY19" fmla="*/ 820296 h 955271"/>
              <a:gd name="connsiteX20" fmla="*/ 948872 w 5741575"/>
              <a:gd name="connsiteY20" fmla="*/ 772201 h 955271"/>
              <a:gd name="connsiteX21" fmla="*/ 1127089 w 5741575"/>
              <a:gd name="connsiteY21" fmla="*/ 746926 h 955271"/>
              <a:gd name="connsiteX22" fmla="*/ 1226314 w 5741575"/>
              <a:gd name="connsiteY22" fmla="*/ 722473 h 955271"/>
              <a:gd name="connsiteX23" fmla="*/ 1278773 w 5741575"/>
              <a:gd name="connsiteY23" fmla="*/ 711503 h 955271"/>
              <a:gd name="connsiteX24" fmla="*/ 1317691 w 5741575"/>
              <a:gd name="connsiteY24" fmla="*/ 708529 h 955271"/>
              <a:gd name="connsiteX25" fmla="*/ 1360404 w 5741575"/>
              <a:gd name="connsiteY25" fmla="*/ 675922 h 955271"/>
              <a:gd name="connsiteX26" fmla="*/ 1412292 w 5741575"/>
              <a:gd name="connsiteY26" fmla="*/ 670793 h 955271"/>
              <a:gd name="connsiteX27" fmla="*/ 1494753 w 5741575"/>
              <a:gd name="connsiteY27" fmla="*/ 644686 h 955271"/>
              <a:gd name="connsiteX28" fmla="*/ 1616217 w 5741575"/>
              <a:gd name="connsiteY28" fmla="*/ 622107 h 955271"/>
              <a:gd name="connsiteX29" fmla="*/ 1710928 w 5741575"/>
              <a:gd name="connsiteY29" fmla="*/ 600666 h 955271"/>
              <a:gd name="connsiteX30" fmla="*/ 1743718 w 5741575"/>
              <a:gd name="connsiteY30" fmla="*/ 584327 h 955271"/>
              <a:gd name="connsiteX31" fmla="*/ 1873778 w 5741575"/>
              <a:gd name="connsiteY31" fmla="*/ 530130 h 955271"/>
              <a:gd name="connsiteX32" fmla="*/ 1988411 w 5741575"/>
              <a:gd name="connsiteY32" fmla="*/ 491599 h 955271"/>
              <a:gd name="connsiteX33" fmla="*/ 2085507 w 5741575"/>
              <a:gd name="connsiteY33" fmla="*/ 498527 h 955271"/>
              <a:gd name="connsiteX34" fmla="*/ 2090767 w 5741575"/>
              <a:gd name="connsiteY34" fmla="*/ 490616 h 955271"/>
              <a:gd name="connsiteX35" fmla="*/ 2151143 w 5741575"/>
              <a:gd name="connsiteY35" fmla="*/ 478332 h 955271"/>
              <a:gd name="connsiteX36" fmla="*/ 2378710 w 5741575"/>
              <a:gd name="connsiteY36" fmla="*/ 477570 h 955271"/>
              <a:gd name="connsiteX37" fmla="*/ 2496256 w 5741575"/>
              <a:gd name="connsiteY37" fmla="*/ 452396 h 955271"/>
              <a:gd name="connsiteX38" fmla="*/ 2535387 w 5741575"/>
              <a:gd name="connsiteY38" fmla="*/ 436645 h 955271"/>
              <a:gd name="connsiteX39" fmla="*/ 2601109 w 5741575"/>
              <a:gd name="connsiteY39" fmla="*/ 410678 h 955271"/>
              <a:gd name="connsiteX40" fmla="*/ 2643855 w 5741575"/>
              <a:gd name="connsiteY40" fmla="*/ 374482 h 955271"/>
              <a:gd name="connsiteX41" fmla="*/ 2657726 w 5741575"/>
              <a:gd name="connsiteY41" fmla="*/ 365841 h 955271"/>
              <a:gd name="connsiteX42" fmla="*/ 2687125 w 5741575"/>
              <a:gd name="connsiteY42" fmla="*/ 366820 h 955271"/>
              <a:gd name="connsiteX43" fmla="*/ 2697479 w 5741575"/>
              <a:gd name="connsiteY43" fmla="*/ 361430 h 955271"/>
              <a:gd name="connsiteX44" fmla="*/ 2701547 w 5741575"/>
              <a:gd name="connsiteY44" fmla="*/ 361545 h 955271"/>
              <a:gd name="connsiteX45" fmla="*/ 2711054 w 5741575"/>
              <a:gd name="connsiteY45" fmla="*/ 360597 h 955271"/>
              <a:gd name="connsiteX46" fmla="*/ 2777227 w 5741575"/>
              <a:gd name="connsiteY46" fmla="*/ 368972 h 955271"/>
              <a:gd name="connsiteX47" fmla="*/ 2824768 w 5741575"/>
              <a:gd name="connsiteY47" fmla="*/ 361652 h 955271"/>
              <a:gd name="connsiteX48" fmla="*/ 2885545 w 5741575"/>
              <a:gd name="connsiteY48" fmla="*/ 372818 h 955271"/>
              <a:gd name="connsiteX49" fmla="*/ 3009558 w 5741575"/>
              <a:gd name="connsiteY49" fmla="*/ 370573 h 955271"/>
              <a:gd name="connsiteX50" fmla="*/ 3095010 w 5741575"/>
              <a:gd name="connsiteY50" fmla="*/ 332454 h 955271"/>
              <a:gd name="connsiteX51" fmla="*/ 3103742 w 5741575"/>
              <a:gd name="connsiteY51" fmla="*/ 337974 h 955271"/>
              <a:gd name="connsiteX52" fmla="*/ 3165093 w 5741575"/>
              <a:gd name="connsiteY52" fmla="*/ 329459 h 955271"/>
              <a:gd name="connsiteX53" fmla="*/ 3373785 w 5741575"/>
              <a:gd name="connsiteY53" fmla="*/ 255680 h 955271"/>
              <a:gd name="connsiteX54" fmla="*/ 3493851 w 5741575"/>
              <a:gd name="connsiteY54" fmla="*/ 240255 h 955271"/>
              <a:gd name="connsiteX55" fmla="*/ 3537470 w 5741575"/>
              <a:gd name="connsiteY55" fmla="*/ 241867 h 955271"/>
              <a:gd name="connsiteX56" fmla="*/ 3610489 w 5741575"/>
              <a:gd name="connsiteY56" fmla="*/ 244128 h 955271"/>
              <a:gd name="connsiteX57" fmla="*/ 3667539 w 5741575"/>
              <a:gd name="connsiteY57" fmla="*/ 263271 h 955271"/>
              <a:gd name="connsiteX58" fmla="*/ 3727614 w 5741575"/>
              <a:gd name="connsiteY58" fmla="*/ 258245 h 955271"/>
              <a:gd name="connsiteX59" fmla="*/ 3738369 w 5741575"/>
              <a:gd name="connsiteY59" fmla="*/ 234506 h 955271"/>
              <a:gd name="connsiteX60" fmla="*/ 3803670 w 5741575"/>
              <a:gd name="connsiteY60" fmla="*/ 236457 h 955271"/>
              <a:gd name="connsiteX61" fmla="*/ 3903080 w 5741575"/>
              <a:gd name="connsiteY61" fmla="*/ 241890 h 955271"/>
              <a:gd name="connsiteX62" fmla="*/ 4114838 w 5741575"/>
              <a:gd name="connsiteY62" fmla="*/ 238165 h 955271"/>
              <a:gd name="connsiteX63" fmla="*/ 4271023 w 5741575"/>
              <a:gd name="connsiteY63" fmla="*/ 241959 h 955271"/>
              <a:gd name="connsiteX64" fmla="*/ 4367397 w 5741575"/>
              <a:gd name="connsiteY64" fmla="*/ 271442 h 955271"/>
              <a:gd name="connsiteX65" fmla="*/ 4495366 w 5741575"/>
              <a:gd name="connsiteY65" fmla="*/ 271618 h 955271"/>
              <a:gd name="connsiteX66" fmla="*/ 4517347 w 5741575"/>
              <a:gd name="connsiteY66" fmla="*/ 275639 h 955271"/>
              <a:gd name="connsiteX67" fmla="*/ 4546116 w 5741575"/>
              <a:gd name="connsiteY67" fmla="*/ 268568 h 955271"/>
              <a:gd name="connsiteX68" fmla="*/ 4661259 w 5741575"/>
              <a:gd name="connsiteY68" fmla="*/ 238966 h 955271"/>
              <a:gd name="connsiteX69" fmla="*/ 4750403 w 5741575"/>
              <a:gd name="connsiteY69" fmla="*/ 204364 h 955271"/>
              <a:gd name="connsiteX70" fmla="*/ 4867614 w 5741575"/>
              <a:gd name="connsiteY70" fmla="*/ 208668 h 955271"/>
              <a:gd name="connsiteX71" fmla="*/ 4937036 w 5741575"/>
              <a:gd name="connsiteY71" fmla="*/ 195446 h 955271"/>
              <a:gd name="connsiteX72" fmla="*/ 5047626 w 5741575"/>
              <a:gd name="connsiteY72" fmla="*/ 149604 h 955271"/>
              <a:gd name="connsiteX73" fmla="*/ 5200247 w 5741575"/>
              <a:gd name="connsiteY73" fmla="*/ 142695 h 955271"/>
              <a:gd name="connsiteX74" fmla="*/ 5235691 w 5741575"/>
              <a:gd name="connsiteY74" fmla="*/ 173330 h 955271"/>
              <a:gd name="connsiteX75" fmla="*/ 5280133 w 5741575"/>
              <a:gd name="connsiteY75" fmla="*/ 189342 h 955271"/>
              <a:gd name="connsiteX76" fmla="*/ 5291963 w 5741575"/>
              <a:gd name="connsiteY76" fmla="*/ 139446 h 955271"/>
              <a:gd name="connsiteX77" fmla="*/ 5418472 w 5741575"/>
              <a:gd name="connsiteY77" fmla="*/ 89163 h 955271"/>
              <a:gd name="connsiteX78" fmla="*/ 5482354 w 5741575"/>
              <a:gd name="connsiteY78" fmla="*/ 69470 h 955271"/>
              <a:gd name="connsiteX79" fmla="*/ 5583280 w 5741575"/>
              <a:gd name="connsiteY79" fmla="*/ 49787 h 955271"/>
              <a:gd name="connsiteX80" fmla="*/ 5613766 w 5741575"/>
              <a:gd name="connsiteY80" fmla="*/ 41855 h 955271"/>
              <a:gd name="connsiteX81" fmla="*/ 5684952 w 5741575"/>
              <a:gd name="connsiteY81" fmla="*/ 26088 h 955271"/>
              <a:gd name="connsiteX82" fmla="*/ 5741575 w 5741575"/>
              <a:gd name="connsiteY82" fmla="*/ 0 h 955271"/>
              <a:gd name="connsiteX0" fmla="*/ 5741575 w 5741575"/>
              <a:gd name="connsiteY0" fmla="*/ 0 h 955271"/>
              <a:gd name="connsiteX1" fmla="*/ 5741575 w 5741575"/>
              <a:gd name="connsiteY1" fmla="*/ 955271 h 955271"/>
              <a:gd name="connsiteX2" fmla="*/ 0 w 5741575"/>
              <a:gd name="connsiteY2" fmla="*/ 955271 h 955271"/>
              <a:gd name="connsiteX3" fmla="*/ 8558 w 5741575"/>
              <a:gd name="connsiteY3" fmla="*/ 953971 h 955271"/>
              <a:gd name="connsiteX4" fmla="*/ 16894 w 5741575"/>
              <a:gd name="connsiteY4" fmla="*/ 953847 h 955271"/>
              <a:gd name="connsiteX5" fmla="*/ 28156 w 5741575"/>
              <a:gd name="connsiteY5" fmla="*/ 951374 h 955271"/>
              <a:gd name="connsiteX6" fmla="*/ 28293 w 5741575"/>
              <a:gd name="connsiteY6" fmla="*/ 950971 h 955271"/>
              <a:gd name="connsiteX7" fmla="*/ 59229 w 5741575"/>
              <a:gd name="connsiteY7" fmla="*/ 903950 h 955271"/>
              <a:gd name="connsiteX8" fmla="*/ 148657 w 5741575"/>
              <a:gd name="connsiteY8" fmla="*/ 898134 h 955271"/>
              <a:gd name="connsiteX9" fmla="*/ 174554 w 5741575"/>
              <a:gd name="connsiteY9" fmla="*/ 886351 h 955271"/>
              <a:gd name="connsiteX10" fmla="*/ 187633 w 5741575"/>
              <a:gd name="connsiteY10" fmla="*/ 878226 h 955271"/>
              <a:gd name="connsiteX11" fmla="*/ 187961 w 5741575"/>
              <a:gd name="connsiteY11" fmla="*/ 876538 h 955271"/>
              <a:gd name="connsiteX12" fmla="*/ 240501 w 5741575"/>
              <a:gd name="connsiteY12" fmla="*/ 873150 h 955271"/>
              <a:gd name="connsiteX13" fmla="*/ 246345 w 5741575"/>
              <a:gd name="connsiteY13" fmla="*/ 869942 h 955271"/>
              <a:gd name="connsiteX14" fmla="*/ 306299 w 5741575"/>
              <a:gd name="connsiteY14" fmla="*/ 873609 h 955271"/>
              <a:gd name="connsiteX15" fmla="*/ 331571 w 5741575"/>
              <a:gd name="connsiteY15" fmla="*/ 869866 h 955271"/>
              <a:gd name="connsiteX16" fmla="*/ 384157 w 5741575"/>
              <a:gd name="connsiteY16" fmla="*/ 867971 h 955271"/>
              <a:gd name="connsiteX17" fmla="*/ 477637 w 5741575"/>
              <a:gd name="connsiteY17" fmla="*/ 870334 h 955271"/>
              <a:gd name="connsiteX18" fmla="*/ 570239 w 5741575"/>
              <a:gd name="connsiteY18" fmla="*/ 829596 h 955271"/>
              <a:gd name="connsiteX19" fmla="*/ 772070 w 5741575"/>
              <a:gd name="connsiteY19" fmla="*/ 820296 h 955271"/>
              <a:gd name="connsiteX20" fmla="*/ 948872 w 5741575"/>
              <a:gd name="connsiteY20" fmla="*/ 772201 h 955271"/>
              <a:gd name="connsiteX21" fmla="*/ 1127089 w 5741575"/>
              <a:gd name="connsiteY21" fmla="*/ 746926 h 955271"/>
              <a:gd name="connsiteX22" fmla="*/ 1226314 w 5741575"/>
              <a:gd name="connsiteY22" fmla="*/ 722473 h 955271"/>
              <a:gd name="connsiteX23" fmla="*/ 1278773 w 5741575"/>
              <a:gd name="connsiteY23" fmla="*/ 711503 h 955271"/>
              <a:gd name="connsiteX24" fmla="*/ 1317691 w 5741575"/>
              <a:gd name="connsiteY24" fmla="*/ 708529 h 955271"/>
              <a:gd name="connsiteX25" fmla="*/ 1360404 w 5741575"/>
              <a:gd name="connsiteY25" fmla="*/ 675922 h 955271"/>
              <a:gd name="connsiteX26" fmla="*/ 1412292 w 5741575"/>
              <a:gd name="connsiteY26" fmla="*/ 670793 h 955271"/>
              <a:gd name="connsiteX27" fmla="*/ 1494753 w 5741575"/>
              <a:gd name="connsiteY27" fmla="*/ 644686 h 955271"/>
              <a:gd name="connsiteX28" fmla="*/ 1616217 w 5741575"/>
              <a:gd name="connsiteY28" fmla="*/ 622107 h 955271"/>
              <a:gd name="connsiteX29" fmla="*/ 1710928 w 5741575"/>
              <a:gd name="connsiteY29" fmla="*/ 600666 h 955271"/>
              <a:gd name="connsiteX30" fmla="*/ 1743718 w 5741575"/>
              <a:gd name="connsiteY30" fmla="*/ 584327 h 955271"/>
              <a:gd name="connsiteX31" fmla="*/ 1873778 w 5741575"/>
              <a:gd name="connsiteY31" fmla="*/ 530130 h 955271"/>
              <a:gd name="connsiteX32" fmla="*/ 1988411 w 5741575"/>
              <a:gd name="connsiteY32" fmla="*/ 491599 h 955271"/>
              <a:gd name="connsiteX33" fmla="*/ 2085507 w 5741575"/>
              <a:gd name="connsiteY33" fmla="*/ 498527 h 955271"/>
              <a:gd name="connsiteX34" fmla="*/ 2090767 w 5741575"/>
              <a:gd name="connsiteY34" fmla="*/ 490616 h 955271"/>
              <a:gd name="connsiteX35" fmla="*/ 2151143 w 5741575"/>
              <a:gd name="connsiteY35" fmla="*/ 478332 h 955271"/>
              <a:gd name="connsiteX36" fmla="*/ 2378710 w 5741575"/>
              <a:gd name="connsiteY36" fmla="*/ 477570 h 955271"/>
              <a:gd name="connsiteX37" fmla="*/ 2496256 w 5741575"/>
              <a:gd name="connsiteY37" fmla="*/ 452396 h 955271"/>
              <a:gd name="connsiteX38" fmla="*/ 2535387 w 5741575"/>
              <a:gd name="connsiteY38" fmla="*/ 436645 h 955271"/>
              <a:gd name="connsiteX39" fmla="*/ 2601109 w 5741575"/>
              <a:gd name="connsiteY39" fmla="*/ 410678 h 955271"/>
              <a:gd name="connsiteX40" fmla="*/ 2643855 w 5741575"/>
              <a:gd name="connsiteY40" fmla="*/ 374482 h 955271"/>
              <a:gd name="connsiteX41" fmla="*/ 2657726 w 5741575"/>
              <a:gd name="connsiteY41" fmla="*/ 365841 h 955271"/>
              <a:gd name="connsiteX42" fmla="*/ 2687125 w 5741575"/>
              <a:gd name="connsiteY42" fmla="*/ 366820 h 955271"/>
              <a:gd name="connsiteX43" fmla="*/ 2697479 w 5741575"/>
              <a:gd name="connsiteY43" fmla="*/ 361430 h 955271"/>
              <a:gd name="connsiteX44" fmla="*/ 2701547 w 5741575"/>
              <a:gd name="connsiteY44" fmla="*/ 361545 h 955271"/>
              <a:gd name="connsiteX45" fmla="*/ 2777227 w 5741575"/>
              <a:gd name="connsiteY45" fmla="*/ 368972 h 955271"/>
              <a:gd name="connsiteX46" fmla="*/ 2824768 w 5741575"/>
              <a:gd name="connsiteY46" fmla="*/ 361652 h 955271"/>
              <a:gd name="connsiteX47" fmla="*/ 2885545 w 5741575"/>
              <a:gd name="connsiteY47" fmla="*/ 372818 h 955271"/>
              <a:gd name="connsiteX48" fmla="*/ 3009558 w 5741575"/>
              <a:gd name="connsiteY48" fmla="*/ 370573 h 955271"/>
              <a:gd name="connsiteX49" fmla="*/ 3095010 w 5741575"/>
              <a:gd name="connsiteY49" fmla="*/ 332454 h 955271"/>
              <a:gd name="connsiteX50" fmla="*/ 3103742 w 5741575"/>
              <a:gd name="connsiteY50" fmla="*/ 337974 h 955271"/>
              <a:gd name="connsiteX51" fmla="*/ 3165093 w 5741575"/>
              <a:gd name="connsiteY51" fmla="*/ 329459 h 955271"/>
              <a:gd name="connsiteX52" fmla="*/ 3373785 w 5741575"/>
              <a:gd name="connsiteY52" fmla="*/ 255680 h 955271"/>
              <a:gd name="connsiteX53" fmla="*/ 3493851 w 5741575"/>
              <a:gd name="connsiteY53" fmla="*/ 240255 h 955271"/>
              <a:gd name="connsiteX54" fmla="*/ 3537470 w 5741575"/>
              <a:gd name="connsiteY54" fmla="*/ 241867 h 955271"/>
              <a:gd name="connsiteX55" fmla="*/ 3610489 w 5741575"/>
              <a:gd name="connsiteY55" fmla="*/ 244128 h 955271"/>
              <a:gd name="connsiteX56" fmla="*/ 3667539 w 5741575"/>
              <a:gd name="connsiteY56" fmla="*/ 263271 h 955271"/>
              <a:gd name="connsiteX57" fmla="*/ 3727614 w 5741575"/>
              <a:gd name="connsiteY57" fmla="*/ 258245 h 955271"/>
              <a:gd name="connsiteX58" fmla="*/ 3738369 w 5741575"/>
              <a:gd name="connsiteY58" fmla="*/ 234506 h 955271"/>
              <a:gd name="connsiteX59" fmla="*/ 3803670 w 5741575"/>
              <a:gd name="connsiteY59" fmla="*/ 236457 h 955271"/>
              <a:gd name="connsiteX60" fmla="*/ 3903080 w 5741575"/>
              <a:gd name="connsiteY60" fmla="*/ 241890 h 955271"/>
              <a:gd name="connsiteX61" fmla="*/ 4114838 w 5741575"/>
              <a:gd name="connsiteY61" fmla="*/ 238165 h 955271"/>
              <a:gd name="connsiteX62" fmla="*/ 4271023 w 5741575"/>
              <a:gd name="connsiteY62" fmla="*/ 241959 h 955271"/>
              <a:gd name="connsiteX63" fmla="*/ 4367397 w 5741575"/>
              <a:gd name="connsiteY63" fmla="*/ 271442 h 955271"/>
              <a:gd name="connsiteX64" fmla="*/ 4495366 w 5741575"/>
              <a:gd name="connsiteY64" fmla="*/ 271618 h 955271"/>
              <a:gd name="connsiteX65" fmla="*/ 4517347 w 5741575"/>
              <a:gd name="connsiteY65" fmla="*/ 275639 h 955271"/>
              <a:gd name="connsiteX66" fmla="*/ 4546116 w 5741575"/>
              <a:gd name="connsiteY66" fmla="*/ 268568 h 955271"/>
              <a:gd name="connsiteX67" fmla="*/ 4661259 w 5741575"/>
              <a:gd name="connsiteY67" fmla="*/ 238966 h 955271"/>
              <a:gd name="connsiteX68" fmla="*/ 4750403 w 5741575"/>
              <a:gd name="connsiteY68" fmla="*/ 204364 h 955271"/>
              <a:gd name="connsiteX69" fmla="*/ 4867614 w 5741575"/>
              <a:gd name="connsiteY69" fmla="*/ 208668 h 955271"/>
              <a:gd name="connsiteX70" fmla="*/ 4937036 w 5741575"/>
              <a:gd name="connsiteY70" fmla="*/ 195446 h 955271"/>
              <a:gd name="connsiteX71" fmla="*/ 5047626 w 5741575"/>
              <a:gd name="connsiteY71" fmla="*/ 149604 h 955271"/>
              <a:gd name="connsiteX72" fmla="*/ 5200247 w 5741575"/>
              <a:gd name="connsiteY72" fmla="*/ 142695 h 955271"/>
              <a:gd name="connsiteX73" fmla="*/ 5235691 w 5741575"/>
              <a:gd name="connsiteY73" fmla="*/ 173330 h 955271"/>
              <a:gd name="connsiteX74" fmla="*/ 5280133 w 5741575"/>
              <a:gd name="connsiteY74" fmla="*/ 189342 h 955271"/>
              <a:gd name="connsiteX75" fmla="*/ 5291963 w 5741575"/>
              <a:gd name="connsiteY75" fmla="*/ 139446 h 955271"/>
              <a:gd name="connsiteX76" fmla="*/ 5418472 w 5741575"/>
              <a:gd name="connsiteY76" fmla="*/ 89163 h 955271"/>
              <a:gd name="connsiteX77" fmla="*/ 5482354 w 5741575"/>
              <a:gd name="connsiteY77" fmla="*/ 69470 h 955271"/>
              <a:gd name="connsiteX78" fmla="*/ 5583280 w 5741575"/>
              <a:gd name="connsiteY78" fmla="*/ 49787 h 955271"/>
              <a:gd name="connsiteX79" fmla="*/ 5613766 w 5741575"/>
              <a:gd name="connsiteY79" fmla="*/ 41855 h 955271"/>
              <a:gd name="connsiteX80" fmla="*/ 5684952 w 5741575"/>
              <a:gd name="connsiteY80" fmla="*/ 26088 h 955271"/>
              <a:gd name="connsiteX81" fmla="*/ 5741575 w 5741575"/>
              <a:gd name="connsiteY81" fmla="*/ 0 h 955271"/>
              <a:gd name="connsiteX0" fmla="*/ 5741575 w 5741575"/>
              <a:gd name="connsiteY0" fmla="*/ 0 h 955271"/>
              <a:gd name="connsiteX1" fmla="*/ 5741575 w 5741575"/>
              <a:gd name="connsiteY1" fmla="*/ 955271 h 955271"/>
              <a:gd name="connsiteX2" fmla="*/ 0 w 5741575"/>
              <a:gd name="connsiteY2" fmla="*/ 955271 h 955271"/>
              <a:gd name="connsiteX3" fmla="*/ 8558 w 5741575"/>
              <a:gd name="connsiteY3" fmla="*/ 953971 h 955271"/>
              <a:gd name="connsiteX4" fmla="*/ 16894 w 5741575"/>
              <a:gd name="connsiteY4" fmla="*/ 953847 h 955271"/>
              <a:gd name="connsiteX5" fmla="*/ 28156 w 5741575"/>
              <a:gd name="connsiteY5" fmla="*/ 951374 h 955271"/>
              <a:gd name="connsiteX6" fmla="*/ 28293 w 5741575"/>
              <a:gd name="connsiteY6" fmla="*/ 950971 h 955271"/>
              <a:gd name="connsiteX7" fmla="*/ 59229 w 5741575"/>
              <a:gd name="connsiteY7" fmla="*/ 903950 h 955271"/>
              <a:gd name="connsiteX8" fmla="*/ 148657 w 5741575"/>
              <a:gd name="connsiteY8" fmla="*/ 898134 h 955271"/>
              <a:gd name="connsiteX9" fmla="*/ 174554 w 5741575"/>
              <a:gd name="connsiteY9" fmla="*/ 886351 h 955271"/>
              <a:gd name="connsiteX10" fmla="*/ 187633 w 5741575"/>
              <a:gd name="connsiteY10" fmla="*/ 878226 h 955271"/>
              <a:gd name="connsiteX11" fmla="*/ 187961 w 5741575"/>
              <a:gd name="connsiteY11" fmla="*/ 876538 h 955271"/>
              <a:gd name="connsiteX12" fmla="*/ 240501 w 5741575"/>
              <a:gd name="connsiteY12" fmla="*/ 873150 h 955271"/>
              <a:gd name="connsiteX13" fmla="*/ 246345 w 5741575"/>
              <a:gd name="connsiteY13" fmla="*/ 869942 h 955271"/>
              <a:gd name="connsiteX14" fmla="*/ 306299 w 5741575"/>
              <a:gd name="connsiteY14" fmla="*/ 873609 h 955271"/>
              <a:gd name="connsiteX15" fmla="*/ 331571 w 5741575"/>
              <a:gd name="connsiteY15" fmla="*/ 869866 h 955271"/>
              <a:gd name="connsiteX16" fmla="*/ 384157 w 5741575"/>
              <a:gd name="connsiteY16" fmla="*/ 867971 h 955271"/>
              <a:gd name="connsiteX17" fmla="*/ 477637 w 5741575"/>
              <a:gd name="connsiteY17" fmla="*/ 870334 h 955271"/>
              <a:gd name="connsiteX18" fmla="*/ 570239 w 5741575"/>
              <a:gd name="connsiteY18" fmla="*/ 829596 h 955271"/>
              <a:gd name="connsiteX19" fmla="*/ 772070 w 5741575"/>
              <a:gd name="connsiteY19" fmla="*/ 820296 h 955271"/>
              <a:gd name="connsiteX20" fmla="*/ 948872 w 5741575"/>
              <a:gd name="connsiteY20" fmla="*/ 772201 h 955271"/>
              <a:gd name="connsiteX21" fmla="*/ 1127089 w 5741575"/>
              <a:gd name="connsiteY21" fmla="*/ 746926 h 955271"/>
              <a:gd name="connsiteX22" fmla="*/ 1226314 w 5741575"/>
              <a:gd name="connsiteY22" fmla="*/ 722473 h 955271"/>
              <a:gd name="connsiteX23" fmla="*/ 1278773 w 5741575"/>
              <a:gd name="connsiteY23" fmla="*/ 711503 h 955271"/>
              <a:gd name="connsiteX24" fmla="*/ 1317691 w 5741575"/>
              <a:gd name="connsiteY24" fmla="*/ 708529 h 955271"/>
              <a:gd name="connsiteX25" fmla="*/ 1360404 w 5741575"/>
              <a:gd name="connsiteY25" fmla="*/ 675922 h 955271"/>
              <a:gd name="connsiteX26" fmla="*/ 1412292 w 5741575"/>
              <a:gd name="connsiteY26" fmla="*/ 670793 h 955271"/>
              <a:gd name="connsiteX27" fmla="*/ 1494753 w 5741575"/>
              <a:gd name="connsiteY27" fmla="*/ 644686 h 955271"/>
              <a:gd name="connsiteX28" fmla="*/ 1616217 w 5741575"/>
              <a:gd name="connsiteY28" fmla="*/ 622107 h 955271"/>
              <a:gd name="connsiteX29" fmla="*/ 1710928 w 5741575"/>
              <a:gd name="connsiteY29" fmla="*/ 600666 h 955271"/>
              <a:gd name="connsiteX30" fmla="*/ 1743718 w 5741575"/>
              <a:gd name="connsiteY30" fmla="*/ 584327 h 955271"/>
              <a:gd name="connsiteX31" fmla="*/ 1873778 w 5741575"/>
              <a:gd name="connsiteY31" fmla="*/ 530130 h 955271"/>
              <a:gd name="connsiteX32" fmla="*/ 1988411 w 5741575"/>
              <a:gd name="connsiteY32" fmla="*/ 491599 h 955271"/>
              <a:gd name="connsiteX33" fmla="*/ 2085507 w 5741575"/>
              <a:gd name="connsiteY33" fmla="*/ 498527 h 955271"/>
              <a:gd name="connsiteX34" fmla="*/ 2090767 w 5741575"/>
              <a:gd name="connsiteY34" fmla="*/ 490616 h 955271"/>
              <a:gd name="connsiteX35" fmla="*/ 2151143 w 5741575"/>
              <a:gd name="connsiteY35" fmla="*/ 478332 h 955271"/>
              <a:gd name="connsiteX36" fmla="*/ 2378710 w 5741575"/>
              <a:gd name="connsiteY36" fmla="*/ 477570 h 955271"/>
              <a:gd name="connsiteX37" fmla="*/ 2496256 w 5741575"/>
              <a:gd name="connsiteY37" fmla="*/ 452396 h 955271"/>
              <a:gd name="connsiteX38" fmla="*/ 2535387 w 5741575"/>
              <a:gd name="connsiteY38" fmla="*/ 436645 h 955271"/>
              <a:gd name="connsiteX39" fmla="*/ 2601109 w 5741575"/>
              <a:gd name="connsiteY39" fmla="*/ 410678 h 955271"/>
              <a:gd name="connsiteX40" fmla="*/ 2643855 w 5741575"/>
              <a:gd name="connsiteY40" fmla="*/ 374482 h 955271"/>
              <a:gd name="connsiteX41" fmla="*/ 2657726 w 5741575"/>
              <a:gd name="connsiteY41" fmla="*/ 365841 h 955271"/>
              <a:gd name="connsiteX42" fmla="*/ 2687125 w 5741575"/>
              <a:gd name="connsiteY42" fmla="*/ 366820 h 955271"/>
              <a:gd name="connsiteX43" fmla="*/ 2697479 w 5741575"/>
              <a:gd name="connsiteY43" fmla="*/ 361430 h 955271"/>
              <a:gd name="connsiteX44" fmla="*/ 2731718 w 5741575"/>
              <a:gd name="connsiteY44" fmla="*/ 361545 h 955271"/>
              <a:gd name="connsiteX45" fmla="*/ 2777227 w 5741575"/>
              <a:gd name="connsiteY45" fmla="*/ 368972 h 955271"/>
              <a:gd name="connsiteX46" fmla="*/ 2824768 w 5741575"/>
              <a:gd name="connsiteY46" fmla="*/ 361652 h 955271"/>
              <a:gd name="connsiteX47" fmla="*/ 2885545 w 5741575"/>
              <a:gd name="connsiteY47" fmla="*/ 372818 h 955271"/>
              <a:gd name="connsiteX48" fmla="*/ 3009558 w 5741575"/>
              <a:gd name="connsiteY48" fmla="*/ 370573 h 955271"/>
              <a:gd name="connsiteX49" fmla="*/ 3095010 w 5741575"/>
              <a:gd name="connsiteY49" fmla="*/ 332454 h 955271"/>
              <a:gd name="connsiteX50" fmla="*/ 3103742 w 5741575"/>
              <a:gd name="connsiteY50" fmla="*/ 337974 h 955271"/>
              <a:gd name="connsiteX51" fmla="*/ 3165093 w 5741575"/>
              <a:gd name="connsiteY51" fmla="*/ 329459 h 955271"/>
              <a:gd name="connsiteX52" fmla="*/ 3373785 w 5741575"/>
              <a:gd name="connsiteY52" fmla="*/ 255680 h 955271"/>
              <a:gd name="connsiteX53" fmla="*/ 3493851 w 5741575"/>
              <a:gd name="connsiteY53" fmla="*/ 240255 h 955271"/>
              <a:gd name="connsiteX54" fmla="*/ 3537470 w 5741575"/>
              <a:gd name="connsiteY54" fmla="*/ 241867 h 955271"/>
              <a:gd name="connsiteX55" fmla="*/ 3610489 w 5741575"/>
              <a:gd name="connsiteY55" fmla="*/ 244128 h 955271"/>
              <a:gd name="connsiteX56" fmla="*/ 3667539 w 5741575"/>
              <a:gd name="connsiteY56" fmla="*/ 263271 h 955271"/>
              <a:gd name="connsiteX57" fmla="*/ 3727614 w 5741575"/>
              <a:gd name="connsiteY57" fmla="*/ 258245 h 955271"/>
              <a:gd name="connsiteX58" fmla="*/ 3738369 w 5741575"/>
              <a:gd name="connsiteY58" fmla="*/ 234506 h 955271"/>
              <a:gd name="connsiteX59" fmla="*/ 3803670 w 5741575"/>
              <a:gd name="connsiteY59" fmla="*/ 236457 h 955271"/>
              <a:gd name="connsiteX60" fmla="*/ 3903080 w 5741575"/>
              <a:gd name="connsiteY60" fmla="*/ 241890 h 955271"/>
              <a:gd name="connsiteX61" fmla="*/ 4114838 w 5741575"/>
              <a:gd name="connsiteY61" fmla="*/ 238165 h 955271"/>
              <a:gd name="connsiteX62" fmla="*/ 4271023 w 5741575"/>
              <a:gd name="connsiteY62" fmla="*/ 241959 h 955271"/>
              <a:gd name="connsiteX63" fmla="*/ 4367397 w 5741575"/>
              <a:gd name="connsiteY63" fmla="*/ 271442 h 955271"/>
              <a:gd name="connsiteX64" fmla="*/ 4495366 w 5741575"/>
              <a:gd name="connsiteY64" fmla="*/ 271618 h 955271"/>
              <a:gd name="connsiteX65" fmla="*/ 4517347 w 5741575"/>
              <a:gd name="connsiteY65" fmla="*/ 275639 h 955271"/>
              <a:gd name="connsiteX66" fmla="*/ 4546116 w 5741575"/>
              <a:gd name="connsiteY66" fmla="*/ 268568 h 955271"/>
              <a:gd name="connsiteX67" fmla="*/ 4661259 w 5741575"/>
              <a:gd name="connsiteY67" fmla="*/ 238966 h 955271"/>
              <a:gd name="connsiteX68" fmla="*/ 4750403 w 5741575"/>
              <a:gd name="connsiteY68" fmla="*/ 204364 h 955271"/>
              <a:gd name="connsiteX69" fmla="*/ 4867614 w 5741575"/>
              <a:gd name="connsiteY69" fmla="*/ 208668 h 955271"/>
              <a:gd name="connsiteX70" fmla="*/ 4937036 w 5741575"/>
              <a:gd name="connsiteY70" fmla="*/ 195446 h 955271"/>
              <a:gd name="connsiteX71" fmla="*/ 5047626 w 5741575"/>
              <a:gd name="connsiteY71" fmla="*/ 149604 h 955271"/>
              <a:gd name="connsiteX72" fmla="*/ 5200247 w 5741575"/>
              <a:gd name="connsiteY72" fmla="*/ 142695 h 955271"/>
              <a:gd name="connsiteX73" fmla="*/ 5235691 w 5741575"/>
              <a:gd name="connsiteY73" fmla="*/ 173330 h 955271"/>
              <a:gd name="connsiteX74" fmla="*/ 5280133 w 5741575"/>
              <a:gd name="connsiteY74" fmla="*/ 189342 h 955271"/>
              <a:gd name="connsiteX75" fmla="*/ 5291963 w 5741575"/>
              <a:gd name="connsiteY75" fmla="*/ 139446 h 955271"/>
              <a:gd name="connsiteX76" fmla="*/ 5418472 w 5741575"/>
              <a:gd name="connsiteY76" fmla="*/ 89163 h 955271"/>
              <a:gd name="connsiteX77" fmla="*/ 5482354 w 5741575"/>
              <a:gd name="connsiteY77" fmla="*/ 69470 h 955271"/>
              <a:gd name="connsiteX78" fmla="*/ 5583280 w 5741575"/>
              <a:gd name="connsiteY78" fmla="*/ 49787 h 955271"/>
              <a:gd name="connsiteX79" fmla="*/ 5613766 w 5741575"/>
              <a:gd name="connsiteY79" fmla="*/ 41855 h 955271"/>
              <a:gd name="connsiteX80" fmla="*/ 5684952 w 5741575"/>
              <a:gd name="connsiteY80" fmla="*/ 26088 h 955271"/>
              <a:gd name="connsiteX81" fmla="*/ 5741575 w 5741575"/>
              <a:gd name="connsiteY81" fmla="*/ 0 h 955271"/>
              <a:gd name="connsiteX0" fmla="*/ 5741575 w 5741575"/>
              <a:gd name="connsiteY0" fmla="*/ 0 h 955271"/>
              <a:gd name="connsiteX1" fmla="*/ 5741575 w 5741575"/>
              <a:gd name="connsiteY1" fmla="*/ 955271 h 955271"/>
              <a:gd name="connsiteX2" fmla="*/ 0 w 5741575"/>
              <a:gd name="connsiteY2" fmla="*/ 955271 h 955271"/>
              <a:gd name="connsiteX3" fmla="*/ 8558 w 5741575"/>
              <a:gd name="connsiteY3" fmla="*/ 953971 h 955271"/>
              <a:gd name="connsiteX4" fmla="*/ 16894 w 5741575"/>
              <a:gd name="connsiteY4" fmla="*/ 953847 h 955271"/>
              <a:gd name="connsiteX5" fmla="*/ 28156 w 5741575"/>
              <a:gd name="connsiteY5" fmla="*/ 951374 h 955271"/>
              <a:gd name="connsiteX6" fmla="*/ 28293 w 5741575"/>
              <a:gd name="connsiteY6" fmla="*/ 950971 h 955271"/>
              <a:gd name="connsiteX7" fmla="*/ 59229 w 5741575"/>
              <a:gd name="connsiteY7" fmla="*/ 903950 h 955271"/>
              <a:gd name="connsiteX8" fmla="*/ 148657 w 5741575"/>
              <a:gd name="connsiteY8" fmla="*/ 898134 h 955271"/>
              <a:gd name="connsiteX9" fmla="*/ 174554 w 5741575"/>
              <a:gd name="connsiteY9" fmla="*/ 886351 h 955271"/>
              <a:gd name="connsiteX10" fmla="*/ 187633 w 5741575"/>
              <a:gd name="connsiteY10" fmla="*/ 878226 h 955271"/>
              <a:gd name="connsiteX11" fmla="*/ 187961 w 5741575"/>
              <a:gd name="connsiteY11" fmla="*/ 876538 h 955271"/>
              <a:gd name="connsiteX12" fmla="*/ 240501 w 5741575"/>
              <a:gd name="connsiteY12" fmla="*/ 873150 h 955271"/>
              <a:gd name="connsiteX13" fmla="*/ 246345 w 5741575"/>
              <a:gd name="connsiteY13" fmla="*/ 869942 h 955271"/>
              <a:gd name="connsiteX14" fmla="*/ 306299 w 5741575"/>
              <a:gd name="connsiteY14" fmla="*/ 873609 h 955271"/>
              <a:gd name="connsiteX15" fmla="*/ 331571 w 5741575"/>
              <a:gd name="connsiteY15" fmla="*/ 869866 h 955271"/>
              <a:gd name="connsiteX16" fmla="*/ 384157 w 5741575"/>
              <a:gd name="connsiteY16" fmla="*/ 867971 h 955271"/>
              <a:gd name="connsiteX17" fmla="*/ 477637 w 5741575"/>
              <a:gd name="connsiteY17" fmla="*/ 870334 h 955271"/>
              <a:gd name="connsiteX18" fmla="*/ 570239 w 5741575"/>
              <a:gd name="connsiteY18" fmla="*/ 829596 h 955271"/>
              <a:gd name="connsiteX19" fmla="*/ 772070 w 5741575"/>
              <a:gd name="connsiteY19" fmla="*/ 820296 h 955271"/>
              <a:gd name="connsiteX20" fmla="*/ 948872 w 5741575"/>
              <a:gd name="connsiteY20" fmla="*/ 772201 h 955271"/>
              <a:gd name="connsiteX21" fmla="*/ 1127089 w 5741575"/>
              <a:gd name="connsiteY21" fmla="*/ 746926 h 955271"/>
              <a:gd name="connsiteX22" fmla="*/ 1226314 w 5741575"/>
              <a:gd name="connsiteY22" fmla="*/ 722473 h 955271"/>
              <a:gd name="connsiteX23" fmla="*/ 1278773 w 5741575"/>
              <a:gd name="connsiteY23" fmla="*/ 711503 h 955271"/>
              <a:gd name="connsiteX24" fmla="*/ 1317691 w 5741575"/>
              <a:gd name="connsiteY24" fmla="*/ 708529 h 955271"/>
              <a:gd name="connsiteX25" fmla="*/ 1360404 w 5741575"/>
              <a:gd name="connsiteY25" fmla="*/ 675922 h 955271"/>
              <a:gd name="connsiteX26" fmla="*/ 1412292 w 5741575"/>
              <a:gd name="connsiteY26" fmla="*/ 670793 h 955271"/>
              <a:gd name="connsiteX27" fmla="*/ 1494753 w 5741575"/>
              <a:gd name="connsiteY27" fmla="*/ 644686 h 955271"/>
              <a:gd name="connsiteX28" fmla="*/ 1616217 w 5741575"/>
              <a:gd name="connsiteY28" fmla="*/ 622107 h 955271"/>
              <a:gd name="connsiteX29" fmla="*/ 1710928 w 5741575"/>
              <a:gd name="connsiteY29" fmla="*/ 600666 h 955271"/>
              <a:gd name="connsiteX30" fmla="*/ 1743718 w 5741575"/>
              <a:gd name="connsiteY30" fmla="*/ 584327 h 955271"/>
              <a:gd name="connsiteX31" fmla="*/ 1873778 w 5741575"/>
              <a:gd name="connsiteY31" fmla="*/ 530130 h 955271"/>
              <a:gd name="connsiteX32" fmla="*/ 1988411 w 5741575"/>
              <a:gd name="connsiteY32" fmla="*/ 491599 h 955271"/>
              <a:gd name="connsiteX33" fmla="*/ 2085507 w 5741575"/>
              <a:gd name="connsiteY33" fmla="*/ 498527 h 955271"/>
              <a:gd name="connsiteX34" fmla="*/ 2090767 w 5741575"/>
              <a:gd name="connsiteY34" fmla="*/ 490616 h 955271"/>
              <a:gd name="connsiteX35" fmla="*/ 2151143 w 5741575"/>
              <a:gd name="connsiteY35" fmla="*/ 478332 h 955271"/>
              <a:gd name="connsiteX36" fmla="*/ 2378710 w 5741575"/>
              <a:gd name="connsiteY36" fmla="*/ 477570 h 955271"/>
              <a:gd name="connsiteX37" fmla="*/ 2496256 w 5741575"/>
              <a:gd name="connsiteY37" fmla="*/ 452396 h 955271"/>
              <a:gd name="connsiteX38" fmla="*/ 2535387 w 5741575"/>
              <a:gd name="connsiteY38" fmla="*/ 436645 h 955271"/>
              <a:gd name="connsiteX39" fmla="*/ 2601109 w 5741575"/>
              <a:gd name="connsiteY39" fmla="*/ 410678 h 955271"/>
              <a:gd name="connsiteX40" fmla="*/ 2643855 w 5741575"/>
              <a:gd name="connsiteY40" fmla="*/ 374482 h 955271"/>
              <a:gd name="connsiteX41" fmla="*/ 2657726 w 5741575"/>
              <a:gd name="connsiteY41" fmla="*/ 365841 h 955271"/>
              <a:gd name="connsiteX42" fmla="*/ 2687125 w 5741575"/>
              <a:gd name="connsiteY42" fmla="*/ 366820 h 955271"/>
              <a:gd name="connsiteX43" fmla="*/ 2697479 w 5741575"/>
              <a:gd name="connsiteY43" fmla="*/ 361430 h 955271"/>
              <a:gd name="connsiteX44" fmla="*/ 2731718 w 5741575"/>
              <a:gd name="connsiteY44" fmla="*/ 361545 h 955271"/>
              <a:gd name="connsiteX45" fmla="*/ 2777227 w 5741575"/>
              <a:gd name="connsiteY45" fmla="*/ 368972 h 955271"/>
              <a:gd name="connsiteX46" fmla="*/ 2824768 w 5741575"/>
              <a:gd name="connsiteY46" fmla="*/ 361652 h 955271"/>
              <a:gd name="connsiteX47" fmla="*/ 2885545 w 5741575"/>
              <a:gd name="connsiteY47" fmla="*/ 372818 h 955271"/>
              <a:gd name="connsiteX48" fmla="*/ 3009558 w 5741575"/>
              <a:gd name="connsiteY48" fmla="*/ 370573 h 955271"/>
              <a:gd name="connsiteX49" fmla="*/ 3095010 w 5741575"/>
              <a:gd name="connsiteY49" fmla="*/ 332454 h 955271"/>
              <a:gd name="connsiteX50" fmla="*/ 3103742 w 5741575"/>
              <a:gd name="connsiteY50" fmla="*/ 337974 h 955271"/>
              <a:gd name="connsiteX51" fmla="*/ 3165093 w 5741575"/>
              <a:gd name="connsiteY51" fmla="*/ 329459 h 955271"/>
              <a:gd name="connsiteX52" fmla="*/ 3373785 w 5741575"/>
              <a:gd name="connsiteY52" fmla="*/ 255680 h 955271"/>
              <a:gd name="connsiteX53" fmla="*/ 3493851 w 5741575"/>
              <a:gd name="connsiteY53" fmla="*/ 240255 h 955271"/>
              <a:gd name="connsiteX54" fmla="*/ 3537470 w 5741575"/>
              <a:gd name="connsiteY54" fmla="*/ 241867 h 955271"/>
              <a:gd name="connsiteX55" fmla="*/ 3610489 w 5741575"/>
              <a:gd name="connsiteY55" fmla="*/ 244128 h 955271"/>
              <a:gd name="connsiteX56" fmla="*/ 3667539 w 5741575"/>
              <a:gd name="connsiteY56" fmla="*/ 263271 h 955271"/>
              <a:gd name="connsiteX57" fmla="*/ 3727614 w 5741575"/>
              <a:gd name="connsiteY57" fmla="*/ 258245 h 955271"/>
              <a:gd name="connsiteX58" fmla="*/ 3738369 w 5741575"/>
              <a:gd name="connsiteY58" fmla="*/ 234506 h 955271"/>
              <a:gd name="connsiteX59" fmla="*/ 3803670 w 5741575"/>
              <a:gd name="connsiteY59" fmla="*/ 236457 h 955271"/>
              <a:gd name="connsiteX60" fmla="*/ 3903080 w 5741575"/>
              <a:gd name="connsiteY60" fmla="*/ 241890 h 955271"/>
              <a:gd name="connsiteX61" fmla="*/ 4114838 w 5741575"/>
              <a:gd name="connsiteY61" fmla="*/ 238165 h 955271"/>
              <a:gd name="connsiteX62" fmla="*/ 4271023 w 5741575"/>
              <a:gd name="connsiteY62" fmla="*/ 241959 h 955271"/>
              <a:gd name="connsiteX63" fmla="*/ 4367397 w 5741575"/>
              <a:gd name="connsiteY63" fmla="*/ 271442 h 955271"/>
              <a:gd name="connsiteX64" fmla="*/ 4495366 w 5741575"/>
              <a:gd name="connsiteY64" fmla="*/ 271618 h 955271"/>
              <a:gd name="connsiteX65" fmla="*/ 4517347 w 5741575"/>
              <a:gd name="connsiteY65" fmla="*/ 275639 h 955271"/>
              <a:gd name="connsiteX66" fmla="*/ 4546116 w 5741575"/>
              <a:gd name="connsiteY66" fmla="*/ 268568 h 955271"/>
              <a:gd name="connsiteX67" fmla="*/ 4661259 w 5741575"/>
              <a:gd name="connsiteY67" fmla="*/ 238966 h 955271"/>
              <a:gd name="connsiteX68" fmla="*/ 4750403 w 5741575"/>
              <a:gd name="connsiteY68" fmla="*/ 204364 h 955271"/>
              <a:gd name="connsiteX69" fmla="*/ 4867614 w 5741575"/>
              <a:gd name="connsiteY69" fmla="*/ 208668 h 955271"/>
              <a:gd name="connsiteX70" fmla="*/ 4937036 w 5741575"/>
              <a:gd name="connsiteY70" fmla="*/ 195446 h 955271"/>
              <a:gd name="connsiteX71" fmla="*/ 5047626 w 5741575"/>
              <a:gd name="connsiteY71" fmla="*/ 149604 h 955271"/>
              <a:gd name="connsiteX72" fmla="*/ 5200247 w 5741575"/>
              <a:gd name="connsiteY72" fmla="*/ 142695 h 955271"/>
              <a:gd name="connsiteX73" fmla="*/ 5235691 w 5741575"/>
              <a:gd name="connsiteY73" fmla="*/ 173330 h 955271"/>
              <a:gd name="connsiteX74" fmla="*/ 5291963 w 5741575"/>
              <a:gd name="connsiteY74" fmla="*/ 139446 h 955271"/>
              <a:gd name="connsiteX75" fmla="*/ 5418472 w 5741575"/>
              <a:gd name="connsiteY75" fmla="*/ 89163 h 955271"/>
              <a:gd name="connsiteX76" fmla="*/ 5482354 w 5741575"/>
              <a:gd name="connsiteY76" fmla="*/ 69470 h 955271"/>
              <a:gd name="connsiteX77" fmla="*/ 5583280 w 5741575"/>
              <a:gd name="connsiteY77" fmla="*/ 49787 h 955271"/>
              <a:gd name="connsiteX78" fmla="*/ 5613766 w 5741575"/>
              <a:gd name="connsiteY78" fmla="*/ 41855 h 955271"/>
              <a:gd name="connsiteX79" fmla="*/ 5684952 w 5741575"/>
              <a:gd name="connsiteY79" fmla="*/ 26088 h 955271"/>
              <a:gd name="connsiteX80" fmla="*/ 5741575 w 5741575"/>
              <a:gd name="connsiteY80" fmla="*/ 0 h 955271"/>
              <a:gd name="connsiteX0" fmla="*/ 5741575 w 5741575"/>
              <a:gd name="connsiteY0" fmla="*/ 0 h 955271"/>
              <a:gd name="connsiteX1" fmla="*/ 5741575 w 5741575"/>
              <a:gd name="connsiteY1" fmla="*/ 955271 h 955271"/>
              <a:gd name="connsiteX2" fmla="*/ 0 w 5741575"/>
              <a:gd name="connsiteY2" fmla="*/ 955271 h 955271"/>
              <a:gd name="connsiteX3" fmla="*/ 8558 w 5741575"/>
              <a:gd name="connsiteY3" fmla="*/ 953971 h 955271"/>
              <a:gd name="connsiteX4" fmla="*/ 16894 w 5741575"/>
              <a:gd name="connsiteY4" fmla="*/ 953847 h 955271"/>
              <a:gd name="connsiteX5" fmla="*/ 28156 w 5741575"/>
              <a:gd name="connsiteY5" fmla="*/ 951374 h 955271"/>
              <a:gd name="connsiteX6" fmla="*/ 28293 w 5741575"/>
              <a:gd name="connsiteY6" fmla="*/ 950971 h 955271"/>
              <a:gd name="connsiteX7" fmla="*/ 59229 w 5741575"/>
              <a:gd name="connsiteY7" fmla="*/ 903950 h 955271"/>
              <a:gd name="connsiteX8" fmla="*/ 148657 w 5741575"/>
              <a:gd name="connsiteY8" fmla="*/ 898134 h 955271"/>
              <a:gd name="connsiteX9" fmla="*/ 174554 w 5741575"/>
              <a:gd name="connsiteY9" fmla="*/ 886351 h 955271"/>
              <a:gd name="connsiteX10" fmla="*/ 187633 w 5741575"/>
              <a:gd name="connsiteY10" fmla="*/ 878226 h 955271"/>
              <a:gd name="connsiteX11" fmla="*/ 187961 w 5741575"/>
              <a:gd name="connsiteY11" fmla="*/ 876538 h 955271"/>
              <a:gd name="connsiteX12" fmla="*/ 240501 w 5741575"/>
              <a:gd name="connsiteY12" fmla="*/ 873150 h 955271"/>
              <a:gd name="connsiteX13" fmla="*/ 246345 w 5741575"/>
              <a:gd name="connsiteY13" fmla="*/ 869942 h 955271"/>
              <a:gd name="connsiteX14" fmla="*/ 306299 w 5741575"/>
              <a:gd name="connsiteY14" fmla="*/ 873609 h 955271"/>
              <a:gd name="connsiteX15" fmla="*/ 331571 w 5741575"/>
              <a:gd name="connsiteY15" fmla="*/ 869866 h 955271"/>
              <a:gd name="connsiteX16" fmla="*/ 384157 w 5741575"/>
              <a:gd name="connsiteY16" fmla="*/ 867971 h 955271"/>
              <a:gd name="connsiteX17" fmla="*/ 477637 w 5741575"/>
              <a:gd name="connsiteY17" fmla="*/ 870334 h 955271"/>
              <a:gd name="connsiteX18" fmla="*/ 570239 w 5741575"/>
              <a:gd name="connsiteY18" fmla="*/ 829596 h 955271"/>
              <a:gd name="connsiteX19" fmla="*/ 772070 w 5741575"/>
              <a:gd name="connsiteY19" fmla="*/ 820296 h 955271"/>
              <a:gd name="connsiteX20" fmla="*/ 948872 w 5741575"/>
              <a:gd name="connsiteY20" fmla="*/ 772201 h 955271"/>
              <a:gd name="connsiteX21" fmla="*/ 1127089 w 5741575"/>
              <a:gd name="connsiteY21" fmla="*/ 746926 h 955271"/>
              <a:gd name="connsiteX22" fmla="*/ 1226314 w 5741575"/>
              <a:gd name="connsiteY22" fmla="*/ 722473 h 955271"/>
              <a:gd name="connsiteX23" fmla="*/ 1278773 w 5741575"/>
              <a:gd name="connsiteY23" fmla="*/ 711503 h 955271"/>
              <a:gd name="connsiteX24" fmla="*/ 1317691 w 5741575"/>
              <a:gd name="connsiteY24" fmla="*/ 708529 h 955271"/>
              <a:gd name="connsiteX25" fmla="*/ 1360404 w 5741575"/>
              <a:gd name="connsiteY25" fmla="*/ 675922 h 955271"/>
              <a:gd name="connsiteX26" fmla="*/ 1412292 w 5741575"/>
              <a:gd name="connsiteY26" fmla="*/ 670793 h 955271"/>
              <a:gd name="connsiteX27" fmla="*/ 1494753 w 5741575"/>
              <a:gd name="connsiteY27" fmla="*/ 644686 h 955271"/>
              <a:gd name="connsiteX28" fmla="*/ 1616217 w 5741575"/>
              <a:gd name="connsiteY28" fmla="*/ 622107 h 955271"/>
              <a:gd name="connsiteX29" fmla="*/ 1710928 w 5741575"/>
              <a:gd name="connsiteY29" fmla="*/ 600666 h 955271"/>
              <a:gd name="connsiteX30" fmla="*/ 1743718 w 5741575"/>
              <a:gd name="connsiteY30" fmla="*/ 584327 h 955271"/>
              <a:gd name="connsiteX31" fmla="*/ 1873778 w 5741575"/>
              <a:gd name="connsiteY31" fmla="*/ 530130 h 955271"/>
              <a:gd name="connsiteX32" fmla="*/ 1988411 w 5741575"/>
              <a:gd name="connsiteY32" fmla="*/ 491599 h 955271"/>
              <a:gd name="connsiteX33" fmla="*/ 2085507 w 5741575"/>
              <a:gd name="connsiteY33" fmla="*/ 498527 h 955271"/>
              <a:gd name="connsiteX34" fmla="*/ 2090767 w 5741575"/>
              <a:gd name="connsiteY34" fmla="*/ 490616 h 955271"/>
              <a:gd name="connsiteX35" fmla="*/ 2151143 w 5741575"/>
              <a:gd name="connsiteY35" fmla="*/ 478332 h 955271"/>
              <a:gd name="connsiteX36" fmla="*/ 2378710 w 5741575"/>
              <a:gd name="connsiteY36" fmla="*/ 477570 h 955271"/>
              <a:gd name="connsiteX37" fmla="*/ 2496256 w 5741575"/>
              <a:gd name="connsiteY37" fmla="*/ 452396 h 955271"/>
              <a:gd name="connsiteX38" fmla="*/ 2535387 w 5741575"/>
              <a:gd name="connsiteY38" fmla="*/ 436645 h 955271"/>
              <a:gd name="connsiteX39" fmla="*/ 2601109 w 5741575"/>
              <a:gd name="connsiteY39" fmla="*/ 410678 h 955271"/>
              <a:gd name="connsiteX40" fmla="*/ 2643855 w 5741575"/>
              <a:gd name="connsiteY40" fmla="*/ 374482 h 955271"/>
              <a:gd name="connsiteX41" fmla="*/ 2657726 w 5741575"/>
              <a:gd name="connsiteY41" fmla="*/ 365841 h 955271"/>
              <a:gd name="connsiteX42" fmla="*/ 2687125 w 5741575"/>
              <a:gd name="connsiteY42" fmla="*/ 366820 h 955271"/>
              <a:gd name="connsiteX43" fmla="*/ 2697479 w 5741575"/>
              <a:gd name="connsiteY43" fmla="*/ 361430 h 955271"/>
              <a:gd name="connsiteX44" fmla="*/ 2731718 w 5741575"/>
              <a:gd name="connsiteY44" fmla="*/ 361545 h 955271"/>
              <a:gd name="connsiteX45" fmla="*/ 2777227 w 5741575"/>
              <a:gd name="connsiteY45" fmla="*/ 368972 h 955271"/>
              <a:gd name="connsiteX46" fmla="*/ 2824768 w 5741575"/>
              <a:gd name="connsiteY46" fmla="*/ 361652 h 955271"/>
              <a:gd name="connsiteX47" fmla="*/ 2885545 w 5741575"/>
              <a:gd name="connsiteY47" fmla="*/ 372818 h 955271"/>
              <a:gd name="connsiteX48" fmla="*/ 3009558 w 5741575"/>
              <a:gd name="connsiteY48" fmla="*/ 370573 h 955271"/>
              <a:gd name="connsiteX49" fmla="*/ 3095010 w 5741575"/>
              <a:gd name="connsiteY49" fmla="*/ 332454 h 955271"/>
              <a:gd name="connsiteX50" fmla="*/ 3103742 w 5741575"/>
              <a:gd name="connsiteY50" fmla="*/ 337974 h 955271"/>
              <a:gd name="connsiteX51" fmla="*/ 3165093 w 5741575"/>
              <a:gd name="connsiteY51" fmla="*/ 329459 h 955271"/>
              <a:gd name="connsiteX52" fmla="*/ 3373785 w 5741575"/>
              <a:gd name="connsiteY52" fmla="*/ 255680 h 955271"/>
              <a:gd name="connsiteX53" fmla="*/ 3493851 w 5741575"/>
              <a:gd name="connsiteY53" fmla="*/ 240255 h 955271"/>
              <a:gd name="connsiteX54" fmla="*/ 3537470 w 5741575"/>
              <a:gd name="connsiteY54" fmla="*/ 241867 h 955271"/>
              <a:gd name="connsiteX55" fmla="*/ 3610489 w 5741575"/>
              <a:gd name="connsiteY55" fmla="*/ 244128 h 955271"/>
              <a:gd name="connsiteX56" fmla="*/ 3667539 w 5741575"/>
              <a:gd name="connsiteY56" fmla="*/ 263271 h 955271"/>
              <a:gd name="connsiteX57" fmla="*/ 3727614 w 5741575"/>
              <a:gd name="connsiteY57" fmla="*/ 258245 h 955271"/>
              <a:gd name="connsiteX58" fmla="*/ 3738369 w 5741575"/>
              <a:gd name="connsiteY58" fmla="*/ 234506 h 955271"/>
              <a:gd name="connsiteX59" fmla="*/ 3803670 w 5741575"/>
              <a:gd name="connsiteY59" fmla="*/ 236457 h 955271"/>
              <a:gd name="connsiteX60" fmla="*/ 3903080 w 5741575"/>
              <a:gd name="connsiteY60" fmla="*/ 241890 h 955271"/>
              <a:gd name="connsiteX61" fmla="*/ 4114838 w 5741575"/>
              <a:gd name="connsiteY61" fmla="*/ 238165 h 955271"/>
              <a:gd name="connsiteX62" fmla="*/ 4271023 w 5741575"/>
              <a:gd name="connsiteY62" fmla="*/ 241959 h 955271"/>
              <a:gd name="connsiteX63" fmla="*/ 4367397 w 5741575"/>
              <a:gd name="connsiteY63" fmla="*/ 271442 h 955271"/>
              <a:gd name="connsiteX64" fmla="*/ 4495366 w 5741575"/>
              <a:gd name="connsiteY64" fmla="*/ 271618 h 955271"/>
              <a:gd name="connsiteX65" fmla="*/ 4517347 w 5741575"/>
              <a:gd name="connsiteY65" fmla="*/ 275639 h 955271"/>
              <a:gd name="connsiteX66" fmla="*/ 4546116 w 5741575"/>
              <a:gd name="connsiteY66" fmla="*/ 268568 h 955271"/>
              <a:gd name="connsiteX67" fmla="*/ 4661259 w 5741575"/>
              <a:gd name="connsiteY67" fmla="*/ 238966 h 955271"/>
              <a:gd name="connsiteX68" fmla="*/ 4750403 w 5741575"/>
              <a:gd name="connsiteY68" fmla="*/ 204364 h 955271"/>
              <a:gd name="connsiteX69" fmla="*/ 4867614 w 5741575"/>
              <a:gd name="connsiteY69" fmla="*/ 208668 h 955271"/>
              <a:gd name="connsiteX70" fmla="*/ 4937036 w 5741575"/>
              <a:gd name="connsiteY70" fmla="*/ 195446 h 955271"/>
              <a:gd name="connsiteX71" fmla="*/ 5047626 w 5741575"/>
              <a:gd name="connsiteY71" fmla="*/ 149604 h 955271"/>
              <a:gd name="connsiteX72" fmla="*/ 5200247 w 5741575"/>
              <a:gd name="connsiteY72" fmla="*/ 142695 h 955271"/>
              <a:gd name="connsiteX73" fmla="*/ 5291963 w 5741575"/>
              <a:gd name="connsiteY73" fmla="*/ 139446 h 955271"/>
              <a:gd name="connsiteX74" fmla="*/ 5418472 w 5741575"/>
              <a:gd name="connsiteY74" fmla="*/ 89163 h 955271"/>
              <a:gd name="connsiteX75" fmla="*/ 5482354 w 5741575"/>
              <a:gd name="connsiteY75" fmla="*/ 69470 h 955271"/>
              <a:gd name="connsiteX76" fmla="*/ 5583280 w 5741575"/>
              <a:gd name="connsiteY76" fmla="*/ 49787 h 955271"/>
              <a:gd name="connsiteX77" fmla="*/ 5613766 w 5741575"/>
              <a:gd name="connsiteY77" fmla="*/ 41855 h 955271"/>
              <a:gd name="connsiteX78" fmla="*/ 5684952 w 5741575"/>
              <a:gd name="connsiteY78" fmla="*/ 26088 h 955271"/>
              <a:gd name="connsiteX79" fmla="*/ 5741575 w 5741575"/>
              <a:gd name="connsiteY79" fmla="*/ 0 h 955271"/>
              <a:gd name="connsiteX0" fmla="*/ 5741575 w 5741575"/>
              <a:gd name="connsiteY0" fmla="*/ 0 h 955271"/>
              <a:gd name="connsiteX1" fmla="*/ 5741575 w 5741575"/>
              <a:gd name="connsiteY1" fmla="*/ 955271 h 955271"/>
              <a:gd name="connsiteX2" fmla="*/ 0 w 5741575"/>
              <a:gd name="connsiteY2" fmla="*/ 955271 h 955271"/>
              <a:gd name="connsiteX3" fmla="*/ 8558 w 5741575"/>
              <a:gd name="connsiteY3" fmla="*/ 953971 h 955271"/>
              <a:gd name="connsiteX4" fmla="*/ 16894 w 5741575"/>
              <a:gd name="connsiteY4" fmla="*/ 953847 h 955271"/>
              <a:gd name="connsiteX5" fmla="*/ 28156 w 5741575"/>
              <a:gd name="connsiteY5" fmla="*/ 951374 h 955271"/>
              <a:gd name="connsiteX6" fmla="*/ 28293 w 5741575"/>
              <a:gd name="connsiteY6" fmla="*/ 950971 h 955271"/>
              <a:gd name="connsiteX7" fmla="*/ 59229 w 5741575"/>
              <a:gd name="connsiteY7" fmla="*/ 903950 h 955271"/>
              <a:gd name="connsiteX8" fmla="*/ 148657 w 5741575"/>
              <a:gd name="connsiteY8" fmla="*/ 898134 h 955271"/>
              <a:gd name="connsiteX9" fmla="*/ 174554 w 5741575"/>
              <a:gd name="connsiteY9" fmla="*/ 886351 h 955271"/>
              <a:gd name="connsiteX10" fmla="*/ 187633 w 5741575"/>
              <a:gd name="connsiteY10" fmla="*/ 878226 h 955271"/>
              <a:gd name="connsiteX11" fmla="*/ 187961 w 5741575"/>
              <a:gd name="connsiteY11" fmla="*/ 876538 h 955271"/>
              <a:gd name="connsiteX12" fmla="*/ 240501 w 5741575"/>
              <a:gd name="connsiteY12" fmla="*/ 873150 h 955271"/>
              <a:gd name="connsiteX13" fmla="*/ 246345 w 5741575"/>
              <a:gd name="connsiteY13" fmla="*/ 869942 h 955271"/>
              <a:gd name="connsiteX14" fmla="*/ 306299 w 5741575"/>
              <a:gd name="connsiteY14" fmla="*/ 873609 h 955271"/>
              <a:gd name="connsiteX15" fmla="*/ 331571 w 5741575"/>
              <a:gd name="connsiteY15" fmla="*/ 869866 h 955271"/>
              <a:gd name="connsiteX16" fmla="*/ 384157 w 5741575"/>
              <a:gd name="connsiteY16" fmla="*/ 867971 h 955271"/>
              <a:gd name="connsiteX17" fmla="*/ 477637 w 5741575"/>
              <a:gd name="connsiteY17" fmla="*/ 870334 h 955271"/>
              <a:gd name="connsiteX18" fmla="*/ 570239 w 5741575"/>
              <a:gd name="connsiteY18" fmla="*/ 829596 h 955271"/>
              <a:gd name="connsiteX19" fmla="*/ 772070 w 5741575"/>
              <a:gd name="connsiteY19" fmla="*/ 820296 h 955271"/>
              <a:gd name="connsiteX20" fmla="*/ 948872 w 5741575"/>
              <a:gd name="connsiteY20" fmla="*/ 772201 h 955271"/>
              <a:gd name="connsiteX21" fmla="*/ 1127089 w 5741575"/>
              <a:gd name="connsiteY21" fmla="*/ 746926 h 955271"/>
              <a:gd name="connsiteX22" fmla="*/ 1226314 w 5741575"/>
              <a:gd name="connsiteY22" fmla="*/ 722473 h 955271"/>
              <a:gd name="connsiteX23" fmla="*/ 1278773 w 5741575"/>
              <a:gd name="connsiteY23" fmla="*/ 711503 h 955271"/>
              <a:gd name="connsiteX24" fmla="*/ 1317691 w 5741575"/>
              <a:gd name="connsiteY24" fmla="*/ 708529 h 955271"/>
              <a:gd name="connsiteX25" fmla="*/ 1360404 w 5741575"/>
              <a:gd name="connsiteY25" fmla="*/ 675922 h 955271"/>
              <a:gd name="connsiteX26" fmla="*/ 1412292 w 5741575"/>
              <a:gd name="connsiteY26" fmla="*/ 670793 h 955271"/>
              <a:gd name="connsiteX27" fmla="*/ 1494753 w 5741575"/>
              <a:gd name="connsiteY27" fmla="*/ 644686 h 955271"/>
              <a:gd name="connsiteX28" fmla="*/ 1616217 w 5741575"/>
              <a:gd name="connsiteY28" fmla="*/ 622107 h 955271"/>
              <a:gd name="connsiteX29" fmla="*/ 1710928 w 5741575"/>
              <a:gd name="connsiteY29" fmla="*/ 600666 h 955271"/>
              <a:gd name="connsiteX30" fmla="*/ 1743718 w 5741575"/>
              <a:gd name="connsiteY30" fmla="*/ 584327 h 955271"/>
              <a:gd name="connsiteX31" fmla="*/ 1873778 w 5741575"/>
              <a:gd name="connsiteY31" fmla="*/ 530130 h 955271"/>
              <a:gd name="connsiteX32" fmla="*/ 1988411 w 5741575"/>
              <a:gd name="connsiteY32" fmla="*/ 491599 h 955271"/>
              <a:gd name="connsiteX33" fmla="*/ 2085507 w 5741575"/>
              <a:gd name="connsiteY33" fmla="*/ 498527 h 955271"/>
              <a:gd name="connsiteX34" fmla="*/ 2090767 w 5741575"/>
              <a:gd name="connsiteY34" fmla="*/ 490616 h 955271"/>
              <a:gd name="connsiteX35" fmla="*/ 2151143 w 5741575"/>
              <a:gd name="connsiteY35" fmla="*/ 478332 h 955271"/>
              <a:gd name="connsiteX36" fmla="*/ 2378710 w 5741575"/>
              <a:gd name="connsiteY36" fmla="*/ 477570 h 955271"/>
              <a:gd name="connsiteX37" fmla="*/ 2496256 w 5741575"/>
              <a:gd name="connsiteY37" fmla="*/ 452396 h 955271"/>
              <a:gd name="connsiteX38" fmla="*/ 2535387 w 5741575"/>
              <a:gd name="connsiteY38" fmla="*/ 436645 h 955271"/>
              <a:gd name="connsiteX39" fmla="*/ 2601109 w 5741575"/>
              <a:gd name="connsiteY39" fmla="*/ 410678 h 955271"/>
              <a:gd name="connsiteX40" fmla="*/ 2643855 w 5741575"/>
              <a:gd name="connsiteY40" fmla="*/ 374482 h 955271"/>
              <a:gd name="connsiteX41" fmla="*/ 2657726 w 5741575"/>
              <a:gd name="connsiteY41" fmla="*/ 365841 h 955271"/>
              <a:gd name="connsiteX42" fmla="*/ 2687125 w 5741575"/>
              <a:gd name="connsiteY42" fmla="*/ 366820 h 955271"/>
              <a:gd name="connsiteX43" fmla="*/ 2697479 w 5741575"/>
              <a:gd name="connsiteY43" fmla="*/ 361430 h 955271"/>
              <a:gd name="connsiteX44" fmla="*/ 2731718 w 5741575"/>
              <a:gd name="connsiteY44" fmla="*/ 361545 h 955271"/>
              <a:gd name="connsiteX45" fmla="*/ 2777227 w 5741575"/>
              <a:gd name="connsiteY45" fmla="*/ 368972 h 955271"/>
              <a:gd name="connsiteX46" fmla="*/ 2824768 w 5741575"/>
              <a:gd name="connsiteY46" fmla="*/ 361652 h 955271"/>
              <a:gd name="connsiteX47" fmla="*/ 2885545 w 5741575"/>
              <a:gd name="connsiteY47" fmla="*/ 372818 h 955271"/>
              <a:gd name="connsiteX48" fmla="*/ 3009558 w 5741575"/>
              <a:gd name="connsiteY48" fmla="*/ 370573 h 955271"/>
              <a:gd name="connsiteX49" fmla="*/ 3095010 w 5741575"/>
              <a:gd name="connsiteY49" fmla="*/ 332454 h 955271"/>
              <a:gd name="connsiteX50" fmla="*/ 3103742 w 5741575"/>
              <a:gd name="connsiteY50" fmla="*/ 337974 h 955271"/>
              <a:gd name="connsiteX51" fmla="*/ 3165093 w 5741575"/>
              <a:gd name="connsiteY51" fmla="*/ 329459 h 955271"/>
              <a:gd name="connsiteX52" fmla="*/ 3373785 w 5741575"/>
              <a:gd name="connsiteY52" fmla="*/ 255680 h 955271"/>
              <a:gd name="connsiteX53" fmla="*/ 3493851 w 5741575"/>
              <a:gd name="connsiteY53" fmla="*/ 240255 h 955271"/>
              <a:gd name="connsiteX54" fmla="*/ 3537470 w 5741575"/>
              <a:gd name="connsiteY54" fmla="*/ 241867 h 955271"/>
              <a:gd name="connsiteX55" fmla="*/ 3610489 w 5741575"/>
              <a:gd name="connsiteY55" fmla="*/ 244128 h 955271"/>
              <a:gd name="connsiteX56" fmla="*/ 3667539 w 5741575"/>
              <a:gd name="connsiteY56" fmla="*/ 263271 h 955271"/>
              <a:gd name="connsiteX57" fmla="*/ 3727614 w 5741575"/>
              <a:gd name="connsiteY57" fmla="*/ 258245 h 955271"/>
              <a:gd name="connsiteX58" fmla="*/ 3738369 w 5741575"/>
              <a:gd name="connsiteY58" fmla="*/ 234506 h 955271"/>
              <a:gd name="connsiteX59" fmla="*/ 3803670 w 5741575"/>
              <a:gd name="connsiteY59" fmla="*/ 236457 h 955271"/>
              <a:gd name="connsiteX60" fmla="*/ 3903080 w 5741575"/>
              <a:gd name="connsiteY60" fmla="*/ 241890 h 955271"/>
              <a:gd name="connsiteX61" fmla="*/ 4114838 w 5741575"/>
              <a:gd name="connsiteY61" fmla="*/ 238165 h 955271"/>
              <a:gd name="connsiteX62" fmla="*/ 4271023 w 5741575"/>
              <a:gd name="connsiteY62" fmla="*/ 241959 h 955271"/>
              <a:gd name="connsiteX63" fmla="*/ 4367397 w 5741575"/>
              <a:gd name="connsiteY63" fmla="*/ 271442 h 955271"/>
              <a:gd name="connsiteX64" fmla="*/ 4495366 w 5741575"/>
              <a:gd name="connsiteY64" fmla="*/ 271618 h 955271"/>
              <a:gd name="connsiteX65" fmla="*/ 4517347 w 5741575"/>
              <a:gd name="connsiteY65" fmla="*/ 275639 h 955271"/>
              <a:gd name="connsiteX66" fmla="*/ 4546116 w 5741575"/>
              <a:gd name="connsiteY66" fmla="*/ 268568 h 955271"/>
              <a:gd name="connsiteX67" fmla="*/ 4661259 w 5741575"/>
              <a:gd name="connsiteY67" fmla="*/ 238966 h 955271"/>
              <a:gd name="connsiteX68" fmla="*/ 4750403 w 5741575"/>
              <a:gd name="connsiteY68" fmla="*/ 204364 h 955271"/>
              <a:gd name="connsiteX69" fmla="*/ 4867614 w 5741575"/>
              <a:gd name="connsiteY69" fmla="*/ 208668 h 955271"/>
              <a:gd name="connsiteX70" fmla="*/ 4937036 w 5741575"/>
              <a:gd name="connsiteY70" fmla="*/ 195446 h 955271"/>
              <a:gd name="connsiteX71" fmla="*/ 5067740 w 5741575"/>
              <a:gd name="connsiteY71" fmla="*/ 172293 h 955271"/>
              <a:gd name="connsiteX72" fmla="*/ 5200247 w 5741575"/>
              <a:gd name="connsiteY72" fmla="*/ 142695 h 955271"/>
              <a:gd name="connsiteX73" fmla="*/ 5291963 w 5741575"/>
              <a:gd name="connsiteY73" fmla="*/ 139446 h 955271"/>
              <a:gd name="connsiteX74" fmla="*/ 5418472 w 5741575"/>
              <a:gd name="connsiteY74" fmla="*/ 89163 h 955271"/>
              <a:gd name="connsiteX75" fmla="*/ 5482354 w 5741575"/>
              <a:gd name="connsiteY75" fmla="*/ 69470 h 955271"/>
              <a:gd name="connsiteX76" fmla="*/ 5583280 w 5741575"/>
              <a:gd name="connsiteY76" fmla="*/ 49787 h 955271"/>
              <a:gd name="connsiteX77" fmla="*/ 5613766 w 5741575"/>
              <a:gd name="connsiteY77" fmla="*/ 41855 h 955271"/>
              <a:gd name="connsiteX78" fmla="*/ 5684952 w 5741575"/>
              <a:gd name="connsiteY78" fmla="*/ 26088 h 955271"/>
              <a:gd name="connsiteX79" fmla="*/ 5741575 w 5741575"/>
              <a:gd name="connsiteY79" fmla="*/ 0 h 955271"/>
              <a:gd name="connsiteX0" fmla="*/ 5741575 w 5741575"/>
              <a:gd name="connsiteY0" fmla="*/ 0 h 955271"/>
              <a:gd name="connsiteX1" fmla="*/ 5741575 w 5741575"/>
              <a:gd name="connsiteY1" fmla="*/ 955271 h 955271"/>
              <a:gd name="connsiteX2" fmla="*/ 0 w 5741575"/>
              <a:gd name="connsiteY2" fmla="*/ 955271 h 955271"/>
              <a:gd name="connsiteX3" fmla="*/ 8558 w 5741575"/>
              <a:gd name="connsiteY3" fmla="*/ 953971 h 955271"/>
              <a:gd name="connsiteX4" fmla="*/ 16894 w 5741575"/>
              <a:gd name="connsiteY4" fmla="*/ 953847 h 955271"/>
              <a:gd name="connsiteX5" fmla="*/ 28156 w 5741575"/>
              <a:gd name="connsiteY5" fmla="*/ 951374 h 955271"/>
              <a:gd name="connsiteX6" fmla="*/ 28293 w 5741575"/>
              <a:gd name="connsiteY6" fmla="*/ 950971 h 955271"/>
              <a:gd name="connsiteX7" fmla="*/ 59229 w 5741575"/>
              <a:gd name="connsiteY7" fmla="*/ 903950 h 955271"/>
              <a:gd name="connsiteX8" fmla="*/ 148657 w 5741575"/>
              <a:gd name="connsiteY8" fmla="*/ 898134 h 955271"/>
              <a:gd name="connsiteX9" fmla="*/ 174554 w 5741575"/>
              <a:gd name="connsiteY9" fmla="*/ 886351 h 955271"/>
              <a:gd name="connsiteX10" fmla="*/ 187633 w 5741575"/>
              <a:gd name="connsiteY10" fmla="*/ 878226 h 955271"/>
              <a:gd name="connsiteX11" fmla="*/ 187961 w 5741575"/>
              <a:gd name="connsiteY11" fmla="*/ 876538 h 955271"/>
              <a:gd name="connsiteX12" fmla="*/ 240501 w 5741575"/>
              <a:gd name="connsiteY12" fmla="*/ 873150 h 955271"/>
              <a:gd name="connsiteX13" fmla="*/ 246345 w 5741575"/>
              <a:gd name="connsiteY13" fmla="*/ 869942 h 955271"/>
              <a:gd name="connsiteX14" fmla="*/ 306299 w 5741575"/>
              <a:gd name="connsiteY14" fmla="*/ 873609 h 955271"/>
              <a:gd name="connsiteX15" fmla="*/ 331571 w 5741575"/>
              <a:gd name="connsiteY15" fmla="*/ 869866 h 955271"/>
              <a:gd name="connsiteX16" fmla="*/ 384157 w 5741575"/>
              <a:gd name="connsiteY16" fmla="*/ 867971 h 955271"/>
              <a:gd name="connsiteX17" fmla="*/ 477637 w 5741575"/>
              <a:gd name="connsiteY17" fmla="*/ 870334 h 955271"/>
              <a:gd name="connsiteX18" fmla="*/ 570239 w 5741575"/>
              <a:gd name="connsiteY18" fmla="*/ 829596 h 955271"/>
              <a:gd name="connsiteX19" fmla="*/ 772070 w 5741575"/>
              <a:gd name="connsiteY19" fmla="*/ 820296 h 955271"/>
              <a:gd name="connsiteX20" fmla="*/ 948872 w 5741575"/>
              <a:gd name="connsiteY20" fmla="*/ 772201 h 955271"/>
              <a:gd name="connsiteX21" fmla="*/ 1127089 w 5741575"/>
              <a:gd name="connsiteY21" fmla="*/ 746926 h 955271"/>
              <a:gd name="connsiteX22" fmla="*/ 1226314 w 5741575"/>
              <a:gd name="connsiteY22" fmla="*/ 722473 h 955271"/>
              <a:gd name="connsiteX23" fmla="*/ 1278773 w 5741575"/>
              <a:gd name="connsiteY23" fmla="*/ 711503 h 955271"/>
              <a:gd name="connsiteX24" fmla="*/ 1317691 w 5741575"/>
              <a:gd name="connsiteY24" fmla="*/ 708529 h 955271"/>
              <a:gd name="connsiteX25" fmla="*/ 1360404 w 5741575"/>
              <a:gd name="connsiteY25" fmla="*/ 675922 h 955271"/>
              <a:gd name="connsiteX26" fmla="*/ 1412292 w 5741575"/>
              <a:gd name="connsiteY26" fmla="*/ 670793 h 955271"/>
              <a:gd name="connsiteX27" fmla="*/ 1494753 w 5741575"/>
              <a:gd name="connsiteY27" fmla="*/ 644686 h 955271"/>
              <a:gd name="connsiteX28" fmla="*/ 1616217 w 5741575"/>
              <a:gd name="connsiteY28" fmla="*/ 622107 h 955271"/>
              <a:gd name="connsiteX29" fmla="*/ 1710928 w 5741575"/>
              <a:gd name="connsiteY29" fmla="*/ 600666 h 955271"/>
              <a:gd name="connsiteX30" fmla="*/ 1743718 w 5741575"/>
              <a:gd name="connsiteY30" fmla="*/ 584327 h 955271"/>
              <a:gd name="connsiteX31" fmla="*/ 1873778 w 5741575"/>
              <a:gd name="connsiteY31" fmla="*/ 530130 h 955271"/>
              <a:gd name="connsiteX32" fmla="*/ 1988411 w 5741575"/>
              <a:gd name="connsiteY32" fmla="*/ 491599 h 955271"/>
              <a:gd name="connsiteX33" fmla="*/ 2085507 w 5741575"/>
              <a:gd name="connsiteY33" fmla="*/ 498527 h 955271"/>
              <a:gd name="connsiteX34" fmla="*/ 2090767 w 5741575"/>
              <a:gd name="connsiteY34" fmla="*/ 490616 h 955271"/>
              <a:gd name="connsiteX35" fmla="*/ 2151143 w 5741575"/>
              <a:gd name="connsiteY35" fmla="*/ 478332 h 955271"/>
              <a:gd name="connsiteX36" fmla="*/ 2378710 w 5741575"/>
              <a:gd name="connsiteY36" fmla="*/ 477570 h 955271"/>
              <a:gd name="connsiteX37" fmla="*/ 2496256 w 5741575"/>
              <a:gd name="connsiteY37" fmla="*/ 452396 h 955271"/>
              <a:gd name="connsiteX38" fmla="*/ 2535387 w 5741575"/>
              <a:gd name="connsiteY38" fmla="*/ 436645 h 955271"/>
              <a:gd name="connsiteX39" fmla="*/ 2601109 w 5741575"/>
              <a:gd name="connsiteY39" fmla="*/ 410678 h 955271"/>
              <a:gd name="connsiteX40" fmla="*/ 2643855 w 5741575"/>
              <a:gd name="connsiteY40" fmla="*/ 374482 h 955271"/>
              <a:gd name="connsiteX41" fmla="*/ 2657726 w 5741575"/>
              <a:gd name="connsiteY41" fmla="*/ 365841 h 955271"/>
              <a:gd name="connsiteX42" fmla="*/ 2687125 w 5741575"/>
              <a:gd name="connsiteY42" fmla="*/ 366820 h 955271"/>
              <a:gd name="connsiteX43" fmla="*/ 2697479 w 5741575"/>
              <a:gd name="connsiteY43" fmla="*/ 361430 h 955271"/>
              <a:gd name="connsiteX44" fmla="*/ 2731718 w 5741575"/>
              <a:gd name="connsiteY44" fmla="*/ 361545 h 955271"/>
              <a:gd name="connsiteX45" fmla="*/ 2777227 w 5741575"/>
              <a:gd name="connsiteY45" fmla="*/ 368972 h 955271"/>
              <a:gd name="connsiteX46" fmla="*/ 2824768 w 5741575"/>
              <a:gd name="connsiteY46" fmla="*/ 361652 h 955271"/>
              <a:gd name="connsiteX47" fmla="*/ 2885545 w 5741575"/>
              <a:gd name="connsiteY47" fmla="*/ 372818 h 955271"/>
              <a:gd name="connsiteX48" fmla="*/ 3009558 w 5741575"/>
              <a:gd name="connsiteY48" fmla="*/ 370573 h 955271"/>
              <a:gd name="connsiteX49" fmla="*/ 3095010 w 5741575"/>
              <a:gd name="connsiteY49" fmla="*/ 332454 h 955271"/>
              <a:gd name="connsiteX50" fmla="*/ 3103742 w 5741575"/>
              <a:gd name="connsiteY50" fmla="*/ 337974 h 955271"/>
              <a:gd name="connsiteX51" fmla="*/ 3165093 w 5741575"/>
              <a:gd name="connsiteY51" fmla="*/ 329459 h 955271"/>
              <a:gd name="connsiteX52" fmla="*/ 3373785 w 5741575"/>
              <a:gd name="connsiteY52" fmla="*/ 255680 h 955271"/>
              <a:gd name="connsiteX53" fmla="*/ 3493851 w 5741575"/>
              <a:gd name="connsiteY53" fmla="*/ 240255 h 955271"/>
              <a:gd name="connsiteX54" fmla="*/ 3537470 w 5741575"/>
              <a:gd name="connsiteY54" fmla="*/ 241867 h 955271"/>
              <a:gd name="connsiteX55" fmla="*/ 3610489 w 5741575"/>
              <a:gd name="connsiteY55" fmla="*/ 244128 h 955271"/>
              <a:gd name="connsiteX56" fmla="*/ 3667539 w 5741575"/>
              <a:gd name="connsiteY56" fmla="*/ 263271 h 955271"/>
              <a:gd name="connsiteX57" fmla="*/ 3727614 w 5741575"/>
              <a:gd name="connsiteY57" fmla="*/ 258245 h 955271"/>
              <a:gd name="connsiteX58" fmla="*/ 3738369 w 5741575"/>
              <a:gd name="connsiteY58" fmla="*/ 234506 h 955271"/>
              <a:gd name="connsiteX59" fmla="*/ 3803670 w 5741575"/>
              <a:gd name="connsiteY59" fmla="*/ 236457 h 955271"/>
              <a:gd name="connsiteX60" fmla="*/ 3903080 w 5741575"/>
              <a:gd name="connsiteY60" fmla="*/ 241890 h 955271"/>
              <a:gd name="connsiteX61" fmla="*/ 4114838 w 5741575"/>
              <a:gd name="connsiteY61" fmla="*/ 238165 h 955271"/>
              <a:gd name="connsiteX62" fmla="*/ 4271023 w 5741575"/>
              <a:gd name="connsiteY62" fmla="*/ 241959 h 955271"/>
              <a:gd name="connsiteX63" fmla="*/ 4367397 w 5741575"/>
              <a:gd name="connsiteY63" fmla="*/ 271442 h 955271"/>
              <a:gd name="connsiteX64" fmla="*/ 4495366 w 5741575"/>
              <a:gd name="connsiteY64" fmla="*/ 271618 h 955271"/>
              <a:gd name="connsiteX65" fmla="*/ 4517347 w 5741575"/>
              <a:gd name="connsiteY65" fmla="*/ 275639 h 955271"/>
              <a:gd name="connsiteX66" fmla="*/ 4546116 w 5741575"/>
              <a:gd name="connsiteY66" fmla="*/ 268568 h 955271"/>
              <a:gd name="connsiteX67" fmla="*/ 4661259 w 5741575"/>
              <a:gd name="connsiteY67" fmla="*/ 238966 h 955271"/>
              <a:gd name="connsiteX68" fmla="*/ 4750403 w 5741575"/>
              <a:gd name="connsiteY68" fmla="*/ 204364 h 955271"/>
              <a:gd name="connsiteX69" fmla="*/ 4867614 w 5741575"/>
              <a:gd name="connsiteY69" fmla="*/ 208668 h 955271"/>
              <a:gd name="connsiteX70" fmla="*/ 4937036 w 5741575"/>
              <a:gd name="connsiteY70" fmla="*/ 195446 h 955271"/>
              <a:gd name="connsiteX71" fmla="*/ 5067740 w 5741575"/>
              <a:gd name="connsiteY71" fmla="*/ 172293 h 955271"/>
              <a:gd name="connsiteX72" fmla="*/ 5200247 w 5741575"/>
              <a:gd name="connsiteY72" fmla="*/ 142695 h 955271"/>
              <a:gd name="connsiteX73" fmla="*/ 5291963 w 5741575"/>
              <a:gd name="connsiteY73" fmla="*/ 139446 h 955271"/>
              <a:gd name="connsiteX74" fmla="*/ 5418472 w 5741575"/>
              <a:gd name="connsiteY74" fmla="*/ 89163 h 955271"/>
              <a:gd name="connsiteX75" fmla="*/ 5482354 w 5741575"/>
              <a:gd name="connsiteY75" fmla="*/ 69470 h 955271"/>
              <a:gd name="connsiteX76" fmla="*/ 5583280 w 5741575"/>
              <a:gd name="connsiteY76" fmla="*/ 49787 h 955271"/>
              <a:gd name="connsiteX77" fmla="*/ 5613766 w 5741575"/>
              <a:gd name="connsiteY77" fmla="*/ 41855 h 955271"/>
              <a:gd name="connsiteX78" fmla="*/ 5684952 w 5741575"/>
              <a:gd name="connsiteY78" fmla="*/ 26088 h 955271"/>
              <a:gd name="connsiteX79" fmla="*/ 5741575 w 5741575"/>
              <a:gd name="connsiteY79" fmla="*/ 0 h 955271"/>
              <a:gd name="connsiteX0" fmla="*/ 5741575 w 5741575"/>
              <a:gd name="connsiteY0" fmla="*/ 0 h 955271"/>
              <a:gd name="connsiteX1" fmla="*/ 5741575 w 5741575"/>
              <a:gd name="connsiteY1" fmla="*/ 955271 h 955271"/>
              <a:gd name="connsiteX2" fmla="*/ 0 w 5741575"/>
              <a:gd name="connsiteY2" fmla="*/ 955271 h 955271"/>
              <a:gd name="connsiteX3" fmla="*/ 8558 w 5741575"/>
              <a:gd name="connsiteY3" fmla="*/ 953971 h 955271"/>
              <a:gd name="connsiteX4" fmla="*/ 16894 w 5741575"/>
              <a:gd name="connsiteY4" fmla="*/ 953847 h 955271"/>
              <a:gd name="connsiteX5" fmla="*/ 28156 w 5741575"/>
              <a:gd name="connsiteY5" fmla="*/ 951374 h 955271"/>
              <a:gd name="connsiteX6" fmla="*/ 28293 w 5741575"/>
              <a:gd name="connsiteY6" fmla="*/ 950971 h 955271"/>
              <a:gd name="connsiteX7" fmla="*/ 59229 w 5741575"/>
              <a:gd name="connsiteY7" fmla="*/ 903950 h 955271"/>
              <a:gd name="connsiteX8" fmla="*/ 148657 w 5741575"/>
              <a:gd name="connsiteY8" fmla="*/ 898134 h 955271"/>
              <a:gd name="connsiteX9" fmla="*/ 174554 w 5741575"/>
              <a:gd name="connsiteY9" fmla="*/ 886351 h 955271"/>
              <a:gd name="connsiteX10" fmla="*/ 187633 w 5741575"/>
              <a:gd name="connsiteY10" fmla="*/ 878226 h 955271"/>
              <a:gd name="connsiteX11" fmla="*/ 187961 w 5741575"/>
              <a:gd name="connsiteY11" fmla="*/ 876538 h 955271"/>
              <a:gd name="connsiteX12" fmla="*/ 240501 w 5741575"/>
              <a:gd name="connsiteY12" fmla="*/ 873150 h 955271"/>
              <a:gd name="connsiteX13" fmla="*/ 246345 w 5741575"/>
              <a:gd name="connsiteY13" fmla="*/ 869942 h 955271"/>
              <a:gd name="connsiteX14" fmla="*/ 306299 w 5741575"/>
              <a:gd name="connsiteY14" fmla="*/ 873609 h 955271"/>
              <a:gd name="connsiteX15" fmla="*/ 331571 w 5741575"/>
              <a:gd name="connsiteY15" fmla="*/ 869866 h 955271"/>
              <a:gd name="connsiteX16" fmla="*/ 384157 w 5741575"/>
              <a:gd name="connsiteY16" fmla="*/ 867971 h 955271"/>
              <a:gd name="connsiteX17" fmla="*/ 477637 w 5741575"/>
              <a:gd name="connsiteY17" fmla="*/ 870334 h 955271"/>
              <a:gd name="connsiteX18" fmla="*/ 570239 w 5741575"/>
              <a:gd name="connsiteY18" fmla="*/ 829596 h 955271"/>
              <a:gd name="connsiteX19" fmla="*/ 772070 w 5741575"/>
              <a:gd name="connsiteY19" fmla="*/ 820296 h 955271"/>
              <a:gd name="connsiteX20" fmla="*/ 948872 w 5741575"/>
              <a:gd name="connsiteY20" fmla="*/ 772201 h 955271"/>
              <a:gd name="connsiteX21" fmla="*/ 1127089 w 5741575"/>
              <a:gd name="connsiteY21" fmla="*/ 746926 h 955271"/>
              <a:gd name="connsiteX22" fmla="*/ 1226314 w 5741575"/>
              <a:gd name="connsiteY22" fmla="*/ 722473 h 955271"/>
              <a:gd name="connsiteX23" fmla="*/ 1278773 w 5741575"/>
              <a:gd name="connsiteY23" fmla="*/ 711503 h 955271"/>
              <a:gd name="connsiteX24" fmla="*/ 1317691 w 5741575"/>
              <a:gd name="connsiteY24" fmla="*/ 708529 h 955271"/>
              <a:gd name="connsiteX25" fmla="*/ 1360404 w 5741575"/>
              <a:gd name="connsiteY25" fmla="*/ 675922 h 955271"/>
              <a:gd name="connsiteX26" fmla="*/ 1412292 w 5741575"/>
              <a:gd name="connsiteY26" fmla="*/ 670793 h 955271"/>
              <a:gd name="connsiteX27" fmla="*/ 1494753 w 5741575"/>
              <a:gd name="connsiteY27" fmla="*/ 644686 h 955271"/>
              <a:gd name="connsiteX28" fmla="*/ 1616217 w 5741575"/>
              <a:gd name="connsiteY28" fmla="*/ 622107 h 955271"/>
              <a:gd name="connsiteX29" fmla="*/ 1710928 w 5741575"/>
              <a:gd name="connsiteY29" fmla="*/ 600666 h 955271"/>
              <a:gd name="connsiteX30" fmla="*/ 1743718 w 5741575"/>
              <a:gd name="connsiteY30" fmla="*/ 584327 h 955271"/>
              <a:gd name="connsiteX31" fmla="*/ 1873778 w 5741575"/>
              <a:gd name="connsiteY31" fmla="*/ 530130 h 955271"/>
              <a:gd name="connsiteX32" fmla="*/ 1988411 w 5741575"/>
              <a:gd name="connsiteY32" fmla="*/ 491599 h 955271"/>
              <a:gd name="connsiteX33" fmla="*/ 2085507 w 5741575"/>
              <a:gd name="connsiteY33" fmla="*/ 498527 h 955271"/>
              <a:gd name="connsiteX34" fmla="*/ 2090767 w 5741575"/>
              <a:gd name="connsiteY34" fmla="*/ 490616 h 955271"/>
              <a:gd name="connsiteX35" fmla="*/ 2151143 w 5741575"/>
              <a:gd name="connsiteY35" fmla="*/ 478332 h 955271"/>
              <a:gd name="connsiteX36" fmla="*/ 2378710 w 5741575"/>
              <a:gd name="connsiteY36" fmla="*/ 477570 h 955271"/>
              <a:gd name="connsiteX37" fmla="*/ 2496256 w 5741575"/>
              <a:gd name="connsiteY37" fmla="*/ 452396 h 955271"/>
              <a:gd name="connsiteX38" fmla="*/ 2535387 w 5741575"/>
              <a:gd name="connsiteY38" fmla="*/ 436645 h 955271"/>
              <a:gd name="connsiteX39" fmla="*/ 2601109 w 5741575"/>
              <a:gd name="connsiteY39" fmla="*/ 410678 h 955271"/>
              <a:gd name="connsiteX40" fmla="*/ 2643855 w 5741575"/>
              <a:gd name="connsiteY40" fmla="*/ 374482 h 955271"/>
              <a:gd name="connsiteX41" fmla="*/ 2657726 w 5741575"/>
              <a:gd name="connsiteY41" fmla="*/ 365841 h 955271"/>
              <a:gd name="connsiteX42" fmla="*/ 2687125 w 5741575"/>
              <a:gd name="connsiteY42" fmla="*/ 366820 h 955271"/>
              <a:gd name="connsiteX43" fmla="*/ 2697479 w 5741575"/>
              <a:gd name="connsiteY43" fmla="*/ 361430 h 955271"/>
              <a:gd name="connsiteX44" fmla="*/ 2731718 w 5741575"/>
              <a:gd name="connsiteY44" fmla="*/ 361545 h 955271"/>
              <a:gd name="connsiteX45" fmla="*/ 2777227 w 5741575"/>
              <a:gd name="connsiteY45" fmla="*/ 368972 h 955271"/>
              <a:gd name="connsiteX46" fmla="*/ 2824768 w 5741575"/>
              <a:gd name="connsiteY46" fmla="*/ 361652 h 955271"/>
              <a:gd name="connsiteX47" fmla="*/ 2885545 w 5741575"/>
              <a:gd name="connsiteY47" fmla="*/ 372818 h 955271"/>
              <a:gd name="connsiteX48" fmla="*/ 3009558 w 5741575"/>
              <a:gd name="connsiteY48" fmla="*/ 370573 h 955271"/>
              <a:gd name="connsiteX49" fmla="*/ 3095010 w 5741575"/>
              <a:gd name="connsiteY49" fmla="*/ 332454 h 955271"/>
              <a:gd name="connsiteX50" fmla="*/ 3103742 w 5741575"/>
              <a:gd name="connsiteY50" fmla="*/ 337974 h 955271"/>
              <a:gd name="connsiteX51" fmla="*/ 3195264 w 5741575"/>
              <a:gd name="connsiteY51" fmla="*/ 293158 h 955271"/>
              <a:gd name="connsiteX52" fmla="*/ 3373785 w 5741575"/>
              <a:gd name="connsiteY52" fmla="*/ 255680 h 955271"/>
              <a:gd name="connsiteX53" fmla="*/ 3493851 w 5741575"/>
              <a:gd name="connsiteY53" fmla="*/ 240255 h 955271"/>
              <a:gd name="connsiteX54" fmla="*/ 3537470 w 5741575"/>
              <a:gd name="connsiteY54" fmla="*/ 241867 h 955271"/>
              <a:gd name="connsiteX55" fmla="*/ 3610489 w 5741575"/>
              <a:gd name="connsiteY55" fmla="*/ 244128 h 955271"/>
              <a:gd name="connsiteX56" fmla="*/ 3667539 w 5741575"/>
              <a:gd name="connsiteY56" fmla="*/ 263271 h 955271"/>
              <a:gd name="connsiteX57" fmla="*/ 3727614 w 5741575"/>
              <a:gd name="connsiteY57" fmla="*/ 258245 h 955271"/>
              <a:gd name="connsiteX58" fmla="*/ 3738369 w 5741575"/>
              <a:gd name="connsiteY58" fmla="*/ 234506 h 955271"/>
              <a:gd name="connsiteX59" fmla="*/ 3803670 w 5741575"/>
              <a:gd name="connsiteY59" fmla="*/ 236457 h 955271"/>
              <a:gd name="connsiteX60" fmla="*/ 3903080 w 5741575"/>
              <a:gd name="connsiteY60" fmla="*/ 241890 h 955271"/>
              <a:gd name="connsiteX61" fmla="*/ 4114838 w 5741575"/>
              <a:gd name="connsiteY61" fmla="*/ 238165 h 955271"/>
              <a:gd name="connsiteX62" fmla="*/ 4271023 w 5741575"/>
              <a:gd name="connsiteY62" fmla="*/ 241959 h 955271"/>
              <a:gd name="connsiteX63" fmla="*/ 4367397 w 5741575"/>
              <a:gd name="connsiteY63" fmla="*/ 271442 h 955271"/>
              <a:gd name="connsiteX64" fmla="*/ 4495366 w 5741575"/>
              <a:gd name="connsiteY64" fmla="*/ 271618 h 955271"/>
              <a:gd name="connsiteX65" fmla="*/ 4517347 w 5741575"/>
              <a:gd name="connsiteY65" fmla="*/ 275639 h 955271"/>
              <a:gd name="connsiteX66" fmla="*/ 4546116 w 5741575"/>
              <a:gd name="connsiteY66" fmla="*/ 268568 h 955271"/>
              <a:gd name="connsiteX67" fmla="*/ 4661259 w 5741575"/>
              <a:gd name="connsiteY67" fmla="*/ 238966 h 955271"/>
              <a:gd name="connsiteX68" fmla="*/ 4750403 w 5741575"/>
              <a:gd name="connsiteY68" fmla="*/ 204364 h 955271"/>
              <a:gd name="connsiteX69" fmla="*/ 4867614 w 5741575"/>
              <a:gd name="connsiteY69" fmla="*/ 208668 h 955271"/>
              <a:gd name="connsiteX70" fmla="*/ 4937036 w 5741575"/>
              <a:gd name="connsiteY70" fmla="*/ 195446 h 955271"/>
              <a:gd name="connsiteX71" fmla="*/ 5067740 w 5741575"/>
              <a:gd name="connsiteY71" fmla="*/ 172293 h 955271"/>
              <a:gd name="connsiteX72" fmla="*/ 5200247 w 5741575"/>
              <a:gd name="connsiteY72" fmla="*/ 142695 h 955271"/>
              <a:gd name="connsiteX73" fmla="*/ 5291963 w 5741575"/>
              <a:gd name="connsiteY73" fmla="*/ 139446 h 955271"/>
              <a:gd name="connsiteX74" fmla="*/ 5418472 w 5741575"/>
              <a:gd name="connsiteY74" fmla="*/ 89163 h 955271"/>
              <a:gd name="connsiteX75" fmla="*/ 5482354 w 5741575"/>
              <a:gd name="connsiteY75" fmla="*/ 69470 h 955271"/>
              <a:gd name="connsiteX76" fmla="*/ 5583280 w 5741575"/>
              <a:gd name="connsiteY76" fmla="*/ 49787 h 955271"/>
              <a:gd name="connsiteX77" fmla="*/ 5613766 w 5741575"/>
              <a:gd name="connsiteY77" fmla="*/ 41855 h 955271"/>
              <a:gd name="connsiteX78" fmla="*/ 5684952 w 5741575"/>
              <a:gd name="connsiteY78" fmla="*/ 26088 h 955271"/>
              <a:gd name="connsiteX79" fmla="*/ 5741575 w 5741575"/>
              <a:gd name="connsiteY79" fmla="*/ 0 h 955271"/>
              <a:gd name="connsiteX0" fmla="*/ 5741575 w 5741575"/>
              <a:gd name="connsiteY0" fmla="*/ 0 h 955271"/>
              <a:gd name="connsiteX1" fmla="*/ 5741575 w 5741575"/>
              <a:gd name="connsiteY1" fmla="*/ 955271 h 955271"/>
              <a:gd name="connsiteX2" fmla="*/ 0 w 5741575"/>
              <a:gd name="connsiteY2" fmla="*/ 955271 h 955271"/>
              <a:gd name="connsiteX3" fmla="*/ 8558 w 5741575"/>
              <a:gd name="connsiteY3" fmla="*/ 953971 h 955271"/>
              <a:gd name="connsiteX4" fmla="*/ 16894 w 5741575"/>
              <a:gd name="connsiteY4" fmla="*/ 953847 h 955271"/>
              <a:gd name="connsiteX5" fmla="*/ 28156 w 5741575"/>
              <a:gd name="connsiteY5" fmla="*/ 951374 h 955271"/>
              <a:gd name="connsiteX6" fmla="*/ 28293 w 5741575"/>
              <a:gd name="connsiteY6" fmla="*/ 950971 h 955271"/>
              <a:gd name="connsiteX7" fmla="*/ 59229 w 5741575"/>
              <a:gd name="connsiteY7" fmla="*/ 903950 h 955271"/>
              <a:gd name="connsiteX8" fmla="*/ 148657 w 5741575"/>
              <a:gd name="connsiteY8" fmla="*/ 898134 h 955271"/>
              <a:gd name="connsiteX9" fmla="*/ 174554 w 5741575"/>
              <a:gd name="connsiteY9" fmla="*/ 886351 h 955271"/>
              <a:gd name="connsiteX10" fmla="*/ 187633 w 5741575"/>
              <a:gd name="connsiteY10" fmla="*/ 878226 h 955271"/>
              <a:gd name="connsiteX11" fmla="*/ 187961 w 5741575"/>
              <a:gd name="connsiteY11" fmla="*/ 876538 h 955271"/>
              <a:gd name="connsiteX12" fmla="*/ 240501 w 5741575"/>
              <a:gd name="connsiteY12" fmla="*/ 873150 h 955271"/>
              <a:gd name="connsiteX13" fmla="*/ 246345 w 5741575"/>
              <a:gd name="connsiteY13" fmla="*/ 869942 h 955271"/>
              <a:gd name="connsiteX14" fmla="*/ 306299 w 5741575"/>
              <a:gd name="connsiteY14" fmla="*/ 873609 h 955271"/>
              <a:gd name="connsiteX15" fmla="*/ 331571 w 5741575"/>
              <a:gd name="connsiteY15" fmla="*/ 869866 h 955271"/>
              <a:gd name="connsiteX16" fmla="*/ 384157 w 5741575"/>
              <a:gd name="connsiteY16" fmla="*/ 867971 h 955271"/>
              <a:gd name="connsiteX17" fmla="*/ 477637 w 5741575"/>
              <a:gd name="connsiteY17" fmla="*/ 870334 h 955271"/>
              <a:gd name="connsiteX18" fmla="*/ 570239 w 5741575"/>
              <a:gd name="connsiteY18" fmla="*/ 829596 h 955271"/>
              <a:gd name="connsiteX19" fmla="*/ 772070 w 5741575"/>
              <a:gd name="connsiteY19" fmla="*/ 820296 h 955271"/>
              <a:gd name="connsiteX20" fmla="*/ 948872 w 5741575"/>
              <a:gd name="connsiteY20" fmla="*/ 772201 h 955271"/>
              <a:gd name="connsiteX21" fmla="*/ 1127089 w 5741575"/>
              <a:gd name="connsiteY21" fmla="*/ 746926 h 955271"/>
              <a:gd name="connsiteX22" fmla="*/ 1226314 w 5741575"/>
              <a:gd name="connsiteY22" fmla="*/ 722473 h 955271"/>
              <a:gd name="connsiteX23" fmla="*/ 1278773 w 5741575"/>
              <a:gd name="connsiteY23" fmla="*/ 711503 h 955271"/>
              <a:gd name="connsiteX24" fmla="*/ 1317691 w 5741575"/>
              <a:gd name="connsiteY24" fmla="*/ 708529 h 955271"/>
              <a:gd name="connsiteX25" fmla="*/ 1360404 w 5741575"/>
              <a:gd name="connsiteY25" fmla="*/ 675922 h 955271"/>
              <a:gd name="connsiteX26" fmla="*/ 1412292 w 5741575"/>
              <a:gd name="connsiteY26" fmla="*/ 670793 h 955271"/>
              <a:gd name="connsiteX27" fmla="*/ 1494753 w 5741575"/>
              <a:gd name="connsiteY27" fmla="*/ 644686 h 955271"/>
              <a:gd name="connsiteX28" fmla="*/ 1616217 w 5741575"/>
              <a:gd name="connsiteY28" fmla="*/ 622107 h 955271"/>
              <a:gd name="connsiteX29" fmla="*/ 1710928 w 5741575"/>
              <a:gd name="connsiteY29" fmla="*/ 600666 h 955271"/>
              <a:gd name="connsiteX30" fmla="*/ 1743718 w 5741575"/>
              <a:gd name="connsiteY30" fmla="*/ 584327 h 955271"/>
              <a:gd name="connsiteX31" fmla="*/ 1873778 w 5741575"/>
              <a:gd name="connsiteY31" fmla="*/ 530130 h 955271"/>
              <a:gd name="connsiteX32" fmla="*/ 1988411 w 5741575"/>
              <a:gd name="connsiteY32" fmla="*/ 491599 h 955271"/>
              <a:gd name="connsiteX33" fmla="*/ 2085507 w 5741575"/>
              <a:gd name="connsiteY33" fmla="*/ 498527 h 955271"/>
              <a:gd name="connsiteX34" fmla="*/ 2090767 w 5741575"/>
              <a:gd name="connsiteY34" fmla="*/ 490616 h 955271"/>
              <a:gd name="connsiteX35" fmla="*/ 2151143 w 5741575"/>
              <a:gd name="connsiteY35" fmla="*/ 478332 h 955271"/>
              <a:gd name="connsiteX36" fmla="*/ 2378710 w 5741575"/>
              <a:gd name="connsiteY36" fmla="*/ 477570 h 955271"/>
              <a:gd name="connsiteX37" fmla="*/ 2496256 w 5741575"/>
              <a:gd name="connsiteY37" fmla="*/ 452396 h 955271"/>
              <a:gd name="connsiteX38" fmla="*/ 2535387 w 5741575"/>
              <a:gd name="connsiteY38" fmla="*/ 436645 h 955271"/>
              <a:gd name="connsiteX39" fmla="*/ 2601109 w 5741575"/>
              <a:gd name="connsiteY39" fmla="*/ 410678 h 955271"/>
              <a:gd name="connsiteX40" fmla="*/ 2643855 w 5741575"/>
              <a:gd name="connsiteY40" fmla="*/ 374482 h 955271"/>
              <a:gd name="connsiteX41" fmla="*/ 2657726 w 5741575"/>
              <a:gd name="connsiteY41" fmla="*/ 365841 h 955271"/>
              <a:gd name="connsiteX42" fmla="*/ 2687125 w 5741575"/>
              <a:gd name="connsiteY42" fmla="*/ 366820 h 955271"/>
              <a:gd name="connsiteX43" fmla="*/ 2697479 w 5741575"/>
              <a:gd name="connsiteY43" fmla="*/ 361430 h 955271"/>
              <a:gd name="connsiteX44" fmla="*/ 2731718 w 5741575"/>
              <a:gd name="connsiteY44" fmla="*/ 361545 h 955271"/>
              <a:gd name="connsiteX45" fmla="*/ 2777227 w 5741575"/>
              <a:gd name="connsiteY45" fmla="*/ 368972 h 955271"/>
              <a:gd name="connsiteX46" fmla="*/ 2824768 w 5741575"/>
              <a:gd name="connsiteY46" fmla="*/ 361652 h 955271"/>
              <a:gd name="connsiteX47" fmla="*/ 2885545 w 5741575"/>
              <a:gd name="connsiteY47" fmla="*/ 372818 h 955271"/>
              <a:gd name="connsiteX48" fmla="*/ 3009558 w 5741575"/>
              <a:gd name="connsiteY48" fmla="*/ 370573 h 955271"/>
              <a:gd name="connsiteX49" fmla="*/ 3095010 w 5741575"/>
              <a:gd name="connsiteY49" fmla="*/ 332454 h 955271"/>
              <a:gd name="connsiteX50" fmla="*/ 3148998 w 5741575"/>
              <a:gd name="connsiteY50" fmla="*/ 315286 h 955271"/>
              <a:gd name="connsiteX51" fmla="*/ 3195264 w 5741575"/>
              <a:gd name="connsiteY51" fmla="*/ 293158 h 955271"/>
              <a:gd name="connsiteX52" fmla="*/ 3373785 w 5741575"/>
              <a:gd name="connsiteY52" fmla="*/ 255680 h 955271"/>
              <a:gd name="connsiteX53" fmla="*/ 3493851 w 5741575"/>
              <a:gd name="connsiteY53" fmla="*/ 240255 h 955271"/>
              <a:gd name="connsiteX54" fmla="*/ 3537470 w 5741575"/>
              <a:gd name="connsiteY54" fmla="*/ 241867 h 955271"/>
              <a:gd name="connsiteX55" fmla="*/ 3610489 w 5741575"/>
              <a:gd name="connsiteY55" fmla="*/ 244128 h 955271"/>
              <a:gd name="connsiteX56" fmla="*/ 3667539 w 5741575"/>
              <a:gd name="connsiteY56" fmla="*/ 263271 h 955271"/>
              <a:gd name="connsiteX57" fmla="*/ 3727614 w 5741575"/>
              <a:gd name="connsiteY57" fmla="*/ 258245 h 955271"/>
              <a:gd name="connsiteX58" fmla="*/ 3738369 w 5741575"/>
              <a:gd name="connsiteY58" fmla="*/ 234506 h 955271"/>
              <a:gd name="connsiteX59" fmla="*/ 3803670 w 5741575"/>
              <a:gd name="connsiteY59" fmla="*/ 236457 h 955271"/>
              <a:gd name="connsiteX60" fmla="*/ 3903080 w 5741575"/>
              <a:gd name="connsiteY60" fmla="*/ 241890 h 955271"/>
              <a:gd name="connsiteX61" fmla="*/ 4114838 w 5741575"/>
              <a:gd name="connsiteY61" fmla="*/ 238165 h 955271"/>
              <a:gd name="connsiteX62" fmla="*/ 4271023 w 5741575"/>
              <a:gd name="connsiteY62" fmla="*/ 241959 h 955271"/>
              <a:gd name="connsiteX63" fmla="*/ 4367397 w 5741575"/>
              <a:gd name="connsiteY63" fmla="*/ 271442 h 955271"/>
              <a:gd name="connsiteX64" fmla="*/ 4495366 w 5741575"/>
              <a:gd name="connsiteY64" fmla="*/ 271618 h 955271"/>
              <a:gd name="connsiteX65" fmla="*/ 4517347 w 5741575"/>
              <a:gd name="connsiteY65" fmla="*/ 275639 h 955271"/>
              <a:gd name="connsiteX66" fmla="*/ 4546116 w 5741575"/>
              <a:gd name="connsiteY66" fmla="*/ 268568 h 955271"/>
              <a:gd name="connsiteX67" fmla="*/ 4661259 w 5741575"/>
              <a:gd name="connsiteY67" fmla="*/ 238966 h 955271"/>
              <a:gd name="connsiteX68" fmla="*/ 4750403 w 5741575"/>
              <a:gd name="connsiteY68" fmla="*/ 204364 h 955271"/>
              <a:gd name="connsiteX69" fmla="*/ 4867614 w 5741575"/>
              <a:gd name="connsiteY69" fmla="*/ 208668 h 955271"/>
              <a:gd name="connsiteX70" fmla="*/ 4937036 w 5741575"/>
              <a:gd name="connsiteY70" fmla="*/ 195446 h 955271"/>
              <a:gd name="connsiteX71" fmla="*/ 5067740 w 5741575"/>
              <a:gd name="connsiteY71" fmla="*/ 172293 h 955271"/>
              <a:gd name="connsiteX72" fmla="*/ 5200247 w 5741575"/>
              <a:gd name="connsiteY72" fmla="*/ 142695 h 955271"/>
              <a:gd name="connsiteX73" fmla="*/ 5291963 w 5741575"/>
              <a:gd name="connsiteY73" fmla="*/ 139446 h 955271"/>
              <a:gd name="connsiteX74" fmla="*/ 5418472 w 5741575"/>
              <a:gd name="connsiteY74" fmla="*/ 89163 h 955271"/>
              <a:gd name="connsiteX75" fmla="*/ 5482354 w 5741575"/>
              <a:gd name="connsiteY75" fmla="*/ 69470 h 955271"/>
              <a:gd name="connsiteX76" fmla="*/ 5583280 w 5741575"/>
              <a:gd name="connsiteY76" fmla="*/ 49787 h 955271"/>
              <a:gd name="connsiteX77" fmla="*/ 5613766 w 5741575"/>
              <a:gd name="connsiteY77" fmla="*/ 41855 h 955271"/>
              <a:gd name="connsiteX78" fmla="*/ 5684952 w 5741575"/>
              <a:gd name="connsiteY78" fmla="*/ 26088 h 955271"/>
              <a:gd name="connsiteX79" fmla="*/ 5741575 w 5741575"/>
              <a:gd name="connsiteY79" fmla="*/ 0 h 955271"/>
              <a:gd name="connsiteX0" fmla="*/ 5741575 w 5741575"/>
              <a:gd name="connsiteY0" fmla="*/ 0 h 955271"/>
              <a:gd name="connsiteX1" fmla="*/ 5741575 w 5741575"/>
              <a:gd name="connsiteY1" fmla="*/ 955271 h 955271"/>
              <a:gd name="connsiteX2" fmla="*/ 0 w 5741575"/>
              <a:gd name="connsiteY2" fmla="*/ 955271 h 955271"/>
              <a:gd name="connsiteX3" fmla="*/ 8558 w 5741575"/>
              <a:gd name="connsiteY3" fmla="*/ 953971 h 955271"/>
              <a:gd name="connsiteX4" fmla="*/ 16894 w 5741575"/>
              <a:gd name="connsiteY4" fmla="*/ 953847 h 955271"/>
              <a:gd name="connsiteX5" fmla="*/ 28156 w 5741575"/>
              <a:gd name="connsiteY5" fmla="*/ 951374 h 955271"/>
              <a:gd name="connsiteX6" fmla="*/ 28293 w 5741575"/>
              <a:gd name="connsiteY6" fmla="*/ 950971 h 955271"/>
              <a:gd name="connsiteX7" fmla="*/ 59229 w 5741575"/>
              <a:gd name="connsiteY7" fmla="*/ 903950 h 955271"/>
              <a:gd name="connsiteX8" fmla="*/ 148657 w 5741575"/>
              <a:gd name="connsiteY8" fmla="*/ 898134 h 955271"/>
              <a:gd name="connsiteX9" fmla="*/ 174554 w 5741575"/>
              <a:gd name="connsiteY9" fmla="*/ 886351 h 955271"/>
              <a:gd name="connsiteX10" fmla="*/ 187633 w 5741575"/>
              <a:gd name="connsiteY10" fmla="*/ 878226 h 955271"/>
              <a:gd name="connsiteX11" fmla="*/ 187961 w 5741575"/>
              <a:gd name="connsiteY11" fmla="*/ 876538 h 955271"/>
              <a:gd name="connsiteX12" fmla="*/ 240501 w 5741575"/>
              <a:gd name="connsiteY12" fmla="*/ 873150 h 955271"/>
              <a:gd name="connsiteX13" fmla="*/ 246345 w 5741575"/>
              <a:gd name="connsiteY13" fmla="*/ 869942 h 955271"/>
              <a:gd name="connsiteX14" fmla="*/ 306299 w 5741575"/>
              <a:gd name="connsiteY14" fmla="*/ 873609 h 955271"/>
              <a:gd name="connsiteX15" fmla="*/ 331571 w 5741575"/>
              <a:gd name="connsiteY15" fmla="*/ 869866 h 955271"/>
              <a:gd name="connsiteX16" fmla="*/ 384157 w 5741575"/>
              <a:gd name="connsiteY16" fmla="*/ 867971 h 955271"/>
              <a:gd name="connsiteX17" fmla="*/ 477637 w 5741575"/>
              <a:gd name="connsiteY17" fmla="*/ 870334 h 955271"/>
              <a:gd name="connsiteX18" fmla="*/ 570239 w 5741575"/>
              <a:gd name="connsiteY18" fmla="*/ 829596 h 955271"/>
              <a:gd name="connsiteX19" fmla="*/ 772070 w 5741575"/>
              <a:gd name="connsiteY19" fmla="*/ 820296 h 955271"/>
              <a:gd name="connsiteX20" fmla="*/ 948872 w 5741575"/>
              <a:gd name="connsiteY20" fmla="*/ 772201 h 955271"/>
              <a:gd name="connsiteX21" fmla="*/ 1127089 w 5741575"/>
              <a:gd name="connsiteY21" fmla="*/ 746926 h 955271"/>
              <a:gd name="connsiteX22" fmla="*/ 1226314 w 5741575"/>
              <a:gd name="connsiteY22" fmla="*/ 722473 h 955271"/>
              <a:gd name="connsiteX23" fmla="*/ 1278773 w 5741575"/>
              <a:gd name="connsiteY23" fmla="*/ 711503 h 955271"/>
              <a:gd name="connsiteX24" fmla="*/ 1317691 w 5741575"/>
              <a:gd name="connsiteY24" fmla="*/ 708529 h 955271"/>
              <a:gd name="connsiteX25" fmla="*/ 1360404 w 5741575"/>
              <a:gd name="connsiteY25" fmla="*/ 675922 h 955271"/>
              <a:gd name="connsiteX26" fmla="*/ 1412292 w 5741575"/>
              <a:gd name="connsiteY26" fmla="*/ 670793 h 955271"/>
              <a:gd name="connsiteX27" fmla="*/ 1494753 w 5741575"/>
              <a:gd name="connsiteY27" fmla="*/ 644686 h 955271"/>
              <a:gd name="connsiteX28" fmla="*/ 1616217 w 5741575"/>
              <a:gd name="connsiteY28" fmla="*/ 622107 h 955271"/>
              <a:gd name="connsiteX29" fmla="*/ 1710928 w 5741575"/>
              <a:gd name="connsiteY29" fmla="*/ 600666 h 955271"/>
              <a:gd name="connsiteX30" fmla="*/ 1743718 w 5741575"/>
              <a:gd name="connsiteY30" fmla="*/ 584327 h 955271"/>
              <a:gd name="connsiteX31" fmla="*/ 1873778 w 5741575"/>
              <a:gd name="connsiteY31" fmla="*/ 530130 h 955271"/>
              <a:gd name="connsiteX32" fmla="*/ 1988411 w 5741575"/>
              <a:gd name="connsiteY32" fmla="*/ 491599 h 955271"/>
              <a:gd name="connsiteX33" fmla="*/ 2085507 w 5741575"/>
              <a:gd name="connsiteY33" fmla="*/ 498527 h 955271"/>
              <a:gd name="connsiteX34" fmla="*/ 2090767 w 5741575"/>
              <a:gd name="connsiteY34" fmla="*/ 490616 h 955271"/>
              <a:gd name="connsiteX35" fmla="*/ 2151143 w 5741575"/>
              <a:gd name="connsiteY35" fmla="*/ 478332 h 955271"/>
              <a:gd name="connsiteX36" fmla="*/ 2378710 w 5741575"/>
              <a:gd name="connsiteY36" fmla="*/ 477570 h 955271"/>
              <a:gd name="connsiteX37" fmla="*/ 2496256 w 5741575"/>
              <a:gd name="connsiteY37" fmla="*/ 452396 h 955271"/>
              <a:gd name="connsiteX38" fmla="*/ 2535387 w 5741575"/>
              <a:gd name="connsiteY38" fmla="*/ 436645 h 955271"/>
              <a:gd name="connsiteX39" fmla="*/ 2601109 w 5741575"/>
              <a:gd name="connsiteY39" fmla="*/ 410678 h 955271"/>
              <a:gd name="connsiteX40" fmla="*/ 2643855 w 5741575"/>
              <a:gd name="connsiteY40" fmla="*/ 374482 h 955271"/>
              <a:gd name="connsiteX41" fmla="*/ 2657726 w 5741575"/>
              <a:gd name="connsiteY41" fmla="*/ 365841 h 955271"/>
              <a:gd name="connsiteX42" fmla="*/ 2687125 w 5741575"/>
              <a:gd name="connsiteY42" fmla="*/ 366820 h 955271"/>
              <a:gd name="connsiteX43" fmla="*/ 2697479 w 5741575"/>
              <a:gd name="connsiteY43" fmla="*/ 361430 h 955271"/>
              <a:gd name="connsiteX44" fmla="*/ 2777227 w 5741575"/>
              <a:gd name="connsiteY44" fmla="*/ 368972 h 955271"/>
              <a:gd name="connsiteX45" fmla="*/ 2824768 w 5741575"/>
              <a:gd name="connsiteY45" fmla="*/ 361652 h 955271"/>
              <a:gd name="connsiteX46" fmla="*/ 2885545 w 5741575"/>
              <a:gd name="connsiteY46" fmla="*/ 372818 h 955271"/>
              <a:gd name="connsiteX47" fmla="*/ 3009558 w 5741575"/>
              <a:gd name="connsiteY47" fmla="*/ 370573 h 955271"/>
              <a:gd name="connsiteX48" fmla="*/ 3095010 w 5741575"/>
              <a:gd name="connsiteY48" fmla="*/ 332454 h 955271"/>
              <a:gd name="connsiteX49" fmla="*/ 3148998 w 5741575"/>
              <a:gd name="connsiteY49" fmla="*/ 315286 h 955271"/>
              <a:gd name="connsiteX50" fmla="*/ 3195264 w 5741575"/>
              <a:gd name="connsiteY50" fmla="*/ 293158 h 955271"/>
              <a:gd name="connsiteX51" fmla="*/ 3373785 w 5741575"/>
              <a:gd name="connsiteY51" fmla="*/ 255680 h 955271"/>
              <a:gd name="connsiteX52" fmla="*/ 3493851 w 5741575"/>
              <a:gd name="connsiteY52" fmla="*/ 240255 h 955271"/>
              <a:gd name="connsiteX53" fmla="*/ 3537470 w 5741575"/>
              <a:gd name="connsiteY53" fmla="*/ 241867 h 955271"/>
              <a:gd name="connsiteX54" fmla="*/ 3610489 w 5741575"/>
              <a:gd name="connsiteY54" fmla="*/ 244128 h 955271"/>
              <a:gd name="connsiteX55" fmla="*/ 3667539 w 5741575"/>
              <a:gd name="connsiteY55" fmla="*/ 263271 h 955271"/>
              <a:gd name="connsiteX56" fmla="*/ 3727614 w 5741575"/>
              <a:gd name="connsiteY56" fmla="*/ 258245 h 955271"/>
              <a:gd name="connsiteX57" fmla="*/ 3738369 w 5741575"/>
              <a:gd name="connsiteY57" fmla="*/ 234506 h 955271"/>
              <a:gd name="connsiteX58" fmla="*/ 3803670 w 5741575"/>
              <a:gd name="connsiteY58" fmla="*/ 236457 h 955271"/>
              <a:gd name="connsiteX59" fmla="*/ 3903080 w 5741575"/>
              <a:gd name="connsiteY59" fmla="*/ 241890 h 955271"/>
              <a:gd name="connsiteX60" fmla="*/ 4114838 w 5741575"/>
              <a:gd name="connsiteY60" fmla="*/ 238165 h 955271"/>
              <a:gd name="connsiteX61" fmla="*/ 4271023 w 5741575"/>
              <a:gd name="connsiteY61" fmla="*/ 241959 h 955271"/>
              <a:gd name="connsiteX62" fmla="*/ 4367397 w 5741575"/>
              <a:gd name="connsiteY62" fmla="*/ 271442 h 955271"/>
              <a:gd name="connsiteX63" fmla="*/ 4495366 w 5741575"/>
              <a:gd name="connsiteY63" fmla="*/ 271618 h 955271"/>
              <a:gd name="connsiteX64" fmla="*/ 4517347 w 5741575"/>
              <a:gd name="connsiteY64" fmla="*/ 275639 h 955271"/>
              <a:gd name="connsiteX65" fmla="*/ 4546116 w 5741575"/>
              <a:gd name="connsiteY65" fmla="*/ 268568 h 955271"/>
              <a:gd name="connsiteX66" fmla="*/ 4661259 w 5741575"/>
              <a:gd name="connsiteY66" fmla="*/ 238966 h 955271"/>
              <a:gd name="connsiteX67" fmla="*/ 4750403 w 5741575"/>
              <a:gd name="connsiteY67" fmla="*/ 204364 h 955271"/>
              <a:gd name="connsiteX68" fmla="*/ 4867614 w 5741575"/>
              <a:gd name="connsiteY68" fmla="*/ 208668 h 955271"/>
              <a:gd name="connsiteX69" fmla="*/ 4937036 w 5741575"/>
              <a:gd name="connsiteY69" fmla="*/ 195446 h 955271"/>
              <a:gd name="connsiteX70" fmla="*/ 5067740 w 5741575"/>
              <a:gd name="connsiteY70" fmla="*/ 172293 h 955271"/>
              <a:gd name="connsiteX71" fmla="*/ 5200247 w 5741575"/>
              <a:gd name="connsiteY71" fmla="*/ 142695 h 955271"/>
              <a:gd name="connsiteX72" fmla="*/ 5291963 w 5741575"/>
              <a:gd name="connsiteY72" fmla="*/ 139446 h 955271"/>
              <a:gd name="connsiteX73" fmla="*/ 5418472 w 5741575"/>
              <a:gd name="connsiteY73" fmla="*/ 89163 h 955271"/>
              <a:gd name="connsiteX74" fmla="*/ 5482354 w 5741575"/>
              <a:gd name="connsiteY74" fmla="*/ 69470 h 955271"/>
              <a:gd name="connsiteX75" fmla="*/ 5583280 w 5741575"/>
              <a:gd name="connsiteY75" fmla="*/ 49787 h 955271"/>
              <a:gd name="connsiteX76" fmla="*/ 5613766 w 5741575"/>
              <a:gd name="connsiteY76" fmla="*/ 41855 h 955271"/>
              <a:gd name="connsiteX77" fmla="*/ 5684952 w 5741575"/>
              <a:gd name="connsiteY77" fmla="*/ 26088 h 955271"/>
              <a:gd name="connsiteX78" fmla="*/ 5741575 w 5741575"/>
              <a:gd name="connsiteY78" fmla="*/ 0 h 955271"/>
              <a:gd name="connsiteX0" fmla="*/ 5741575 w 5741575"/>
              <a:gd name="connsiteY0" fmla="*/ 0 h 955271"/>
              <a:gd name="connsiteX1" fmla="*/ 5741575 w 5741575"/>
              <a:gd name="connsiteY1" fmla="*/ 955271 h 955271"/>
              <a:gd name="connsiteX2" fmla="*/ 0 w 5741575"/>
              <a:gd name="connsiteY2" fmla="*/ 955271 h 955271"/>
              <a:gd name="connsiteX3" fmla="*/ 8558 w 5741575"/>
              <a:gd name="connsiteY3" fmla="*/ 953971 h 955271"/>
              <a:gd name="connsiteX4" fmla="*/ 16894 w 5741575"/>
              <a:gd name="connsiteY4" fmla="*/ 953847 h 955271"/>
              <a:gd name="connsiteX5" fmla="*/ 28156 w 5741575"/>
              <a:gd name="connsiteY5" fmla="*/ 951374 h 955271"/>
              <a:gd name="connsiteX6" fmla="*/ 28293 w 5741575"/>
              <a:gd name="connsiteY6" fmla="*/ 950971 h 955271"/>
              <a:gd name="connsiteX7" fmla="*/ 59229 w 5741575"/>
              <a:gd name="connsiteY7" fmla="*/ 903950 h 955271"/>
              <a:gd name="connsiteX8" fmla="*/ 148657 w 5741575"/>
              <a:gd name="connsiteY8" fmla="*/ 898134 h 955271"/>
              <a:gd name="connsiteX9" fmla="*/ 174554 w 5741575"/>
              <a:gd name="connsiteY9" fmla="*/ 886351 h 955271"/>
              <a:gd name="connsiteX10" fmla="*/ 187633 w 5741575"/>
              <a:gd name="connsiteY10" fmla="*/ 878226 h 955271"/>
              <a:gd name="connsiteX11" fmla="*/ 187961 w 5741575"/>
              <a:gd name="connsiteY11" fmla="*/ 876538 h 955271"/>
              <a:gd name="connsiteX12" fmla="*/ 240501 w 5741575"/>
              <a:gd name="connsiteY12" fmla="*/ 873150 h 955271"/>
              <a:gd name="connsiteX13" fmla="*/ 246345 w 5741575"/>
              <a:gd name="connsiteY13" fmla="*/ 869942 h 955271"/>
              <a:gd name="connsiteX14" fmla="*/ 306299 w 5741575"/>
              <a:gd name="connsiteY14" fmla="*/ 873609 h 955271"/>
              <a:gd name="connsiteX15" fmla="*/ 331571 w 5741575"/>
              <a:gd name="connsiteY15" fmla="*/ 869866 h 955271"/>
              <a:gd name="connsiteX16" fmla="*/ 384157 w 5741575"/>
              <a:gd name="connsiteY16" fmla="*/ 867971 h 955271"/>
              <a:gd name="connsiteX17" fmla="*/ 477637 w 5741575"/>
              <a:gd name="connsiteY17" fmla="*/ 870334 h 955271"/>
              <a:gd name="connsiteX18" fmla="*/ 570239 w 5741575"/>
              <a:gd name="connsiteY18" fmla="*/ 829596 h 955271"/>
              <a:gd name="connsiteX19" fmla="*/ 772070 w 5741575"/>
              <a:gd name="connsiteY19" fmla="*/ 820296 h 955271"/>
              <a:gd name="connsiteX20" fmla="*/ 948872 w 5741575"/>
              <a:gd name="connsiteY20" fmla="*/ 772201 h 955271"/>
              <a:gd name="connsiteX21" fmla="*/ 1127089 w 5741575"/>
              <a:gd name="connsiteY21" fmla="*/ 746926 h 955271"/>
              <a:gd name="connsiteX22" fmla="*/ 1226314 w 5741575"/>
              <a:gd name="connsiteY22" fmla="*/ 722473 h 955271"/>
              <a:gd name="connsiteX23" fmla="*/ 1278773 w 5741575"/>
              <a:gd name="connsiteY23" fmla="*/ 711503 h 955271"/>
              <a:gd name="connsiteX24" fmla="*/ 1317691 w 5741575"/>
              <a:gd name="connsiteY24" fmla="*/ 708529 h 955271"/>
              <a:gd name="connsiteX25" fmla="*/ 1360404 w 5741575"/>
              <a:gd name="connsiteY25" fmla="*/ 675922 h 955271"/>
              <a:gd name="connsiteX26" fmla="*/ 1412292 w 5741575"/>
              <a:gd name="connsiteY26" fmla="*/ 670793 h 955271"/>
              <a:gd name="connsiteX27" fmla="*/ 1494753 w 5741575"/>
              <a:gd name="connsiteY27" fmla="*/ 644686 h 955271"/>
              <a:gd name="connsiteX28" fmla="*/ 1616217 w 5741575"/>
              <a:gd name="connsiteY28" fmla="*/ 622107 h 955271"/>
              <a:gd name="connsiteX29" fmla="*/ 1710928 w 5741575"/>
              <a:gd name="connsiteY29" fmla="*/ 600666 h 955271"/>
              <a:gd name="connsiteX30" fmla="*/ 1743718 w 5741575"/>
              <a:gd name="connsiteY30" fmla="*/ 584327 h 955271"/>
              <a:gd name="connsiteX31" fmla="*/ 1873778 w 5741575"/>
              <a:gd name="connsiteY31" fmla="*/ 530130 h 955271"/>
              <a:gd name="connsiteX32" fmla="*/ 1988411 w 5741575"/>
              <a:gd name="connsiteY32" fmla="*/ 491599 h 955271"/>
              <a:gd name="connsiteX33" fmla="*/ 2085507 w 5741575"/>
              <a:gd name="connsiteY33" fmla="*/ 498527 h 955271"/>
              <a:gd name="connsiteX34" fmla="*/ 2090767 w 5741575"/>
              <a:gd name="connsiteY34" fmla="*/ 490616 h 955271"/>
              <a:gd name="connsiteX35" fmla="*/ 2151143 w 5741575"/>
              <a:gd name="connsiteY35" fmla="*/ 478332 h 955271"/>
              <a:gd name="connsiteX36" fmla="*/ 2378710 w 5741575"/>
              <a:gd name="connsiteY36" fmla="*/ 477570 h 955271"/>
              <a:gd name="connsiteX37" fmla="*/ 2496256 w 5741575"/>
              <a:gd name="connsiteY37" fmla="*/ 452396 h 955271"/>
              <a:gd name="connsiteX38" fmla="*/ 2535387 w 5741575"/>
              <a:gd name="connsiteY38" fmla="*/ 436645 h 955271"/>
              <a:gd name="connsiteX39" fmla="*/ 2601109 w 5741575"/>
              <a:gd name="connsiteY39" fmla="*/ 410678 h 955271"/>
              <a:gd name="connsiteX40" fmla="*/ 2643855 w 5741575"/>
              <a:gd name="connsiteY40" fmla="*/ 374482 h 955271"/>
              <a:gd name="connsiteX41" fmla="*/ 2657726 w 5741575"/>
              <a:gd name="connsiteY41" fmla="*/ 365841 h 955271"/>
              <a:gd name="connsiteX42" fmla="*/ 2687125 w 5741575"/>
              <a:gd name="connsiteY42" fmla="*/ 366820 h 955271"/>
              <a:gd name="connsiteX43" fmla="*/ 2777227 w 5741575"/>
              <a:gd name="connsiteY43" fmla="*/ 368972 h 955271"/>
              <a:gd name="connsiteX44" fmla="*/ 2824768 w 5741575"/>
              <a:gd name="connsiteY44" fmla="*/ 361652 h 955271"/>
              <a:gd name="connsiteX45" fmla="*/ 2885545 w 5741575"/>
              <a:gd name="connsiteY45" fmla="*/ 372818 h 955271"/>
              <a:gd name="connsiteX46" fmla="*/ 3009558 w 5741575"/>
              <a:gd name="connsiteY46" fmla="*/ 370573 h 955271"/>
              <a:gd name="connsiteX47" fmla="*/ 3095010 w 5741575"/>
              <a:gd name="connsiteY47" fmla="*/ 332454 h 955271"/>
              <a:gd name="connsiteX48" fmla="*/ 3148998 w 5741575"/>
              <a:gd name="connsiteY48" fmla="*/ 315286 h 955271"/>
              <a:gd name="connsiteX49" fmla="*/ 3195264 w 5741575"/>
              <a:gd name="connsiteY49" fmla="*/ 293158 h 955271"/>
              <a:gd name="connsiteX50" fmla="*/ 3373785 w 5741575"/>
              <a:gd name="connsiteY50" fmla="*/ 255680 h 955271"/>
              <a:gd name="connsiteX51" fmla="*/ 3493851 w 5741575"/>
              <a:gd name="connsiteY51" fmla="*/ 240255 h 955271"/>
              <a:gd name="connsiteX52" fmla="*/ 3537470 w 5741575"/>
              <a:gd name="connsiteY52" fmla="*/ 241867 h 955271"/>
              <a:gd name="connsiteX53" fmla="*/ 3610489 w 5741575"/>
              <a:gd name="connsiteY53" fmla="*/ 244128 h 955271"/>
              <a:gd name="connsiteX54" fmla="*/ 3667539 w 5741575"/>
              <a:gd name="connsiteY54" fmla="*/ 263271 h 955271"/>
              <a:gd name="connsiteX55" fmla="*/ 3727614 w 5741575"/>
              <a:gd name="connsiteY55" fmla="*/ 258245 h 955271"/>
              <a:gd name="connsiteX56" fmla="*/ 3738369 w 5741575"/>
              <a:gd name="connsiteY56" fmla="*/ 234506 h 955271"/>
              <a:gd name="connsiteX57" fmla="*/ 3803670 w 5741575"/>
              <a:gd name="connsiteY57" fmla="*/ 236457 h 955271"/>
              <a:gd name="connsiteX58" fmla="*/ 3903080 w 5741575"/>
              <a:gd name="connsiteY58" fmla="*/ 241890 h 955271"/>
              <a:gd name="connsiteX59" fmla="*/ 4114838 w 5741575"/>
              <a:gd name="connsiteY59" fmla="*/ 238165 h 955271"/>
              <a:gd name="connsiteX60" fmla="*/ 4271023 w 5741575"/>
              <a:gd name="connsiteY60" fmla="*/ 241959 h 955271"/>
              <a:gd name="connsiteX61" fmla="*/ 4367397 w 5741575"/>
              <a:gd name="connsiteY61" fmla="*/ 271442 h 955271"/>
              <a:gd name="connsiteX62" fmla="*/ 4495366 w 5741575"/>
              <a:gd name="connsiteY62" fmla="*/ 271618 h 955271"/>
              <a:gd name="connsiteX63" fmla="*/ 4517347 w 5741575"/>
              <a:gd name="connsiteY63" fmla="*/ 275639 h 955271"/>
              <a:gd name="connsiteX64" fmla="*/ 4546116 w 5741575"/>
              <a:gd name="connsiteY64" fmla="*/ 268568 h 955271"/>
              <a:gd name="connsiteX65" fmla="*/ 4661259 w 5741575"/>
              <a:gd name="connsiteY65" fmla="*/ 238966 h 955271"/>
              <a:gd name="connsiteX66" fmla="*/ 4750403 w 5741575"/>
              <a:gd name="connsiteY66" fmla="*/ 204364 h 955271"/>
              <a:gd name="connsiteX67" fmla="*/ 4867614 w 5741575"/>
              <a:gd name="connsiteY67" fmla="*/ 208668 h 955271"/>
              <a:gd name="connsiteX68" fmla="*/ 4937036 w 5741575"/>
              <a:gd name="connsiteY68" fmla="*/ 195446 h 955271"/>
              <a:gd name="connsiteX69" fmla="*/ 5067740 w 5741575"/>
              <a:gd name="connsiteY69" fmla="*/ 172293 h 955271"/>
              <a:gd name="connsiteX70" fmla="*/ 5200247 w 5741575"/>
              <a:gd name="connsiteY70" fmla="*/ 142695 h 955271"/>
              <a:gd name="connsiteX71" fmla="*/ 5291963 w 5741575"/>
              <a:gd name="connsiteY71" fmla="*/ 139446 h 955271"/>
              <a:gd name="connsiteX72" fmla="*/ 5418472 w 5741575"/>
              <a:gd name="connsiteY72" fmla="*/ 89163 h 955271"/>
              <a:gd name="connsiteX73" fmla="*/ 5482354 w 5741575"/>
              <a:gd name="connsiteY73" fmla="*/ 69470 h 955271"/>
              <a:gd name="connsiteX74" fmla="*/ 5583280 w 5741575"/>
              <a:gd name="connsiteY74" fmla="*/ 49787 h 955271"/>
              <a:gd name="connsiteX75" fmla="*/ 5613766 w 5741575"/>
              <a:gd name="connsiteY75" fmla="*/ 41855 h 955271"/>
              <a:gd name="connsiteX76" fmla="*/ 5684952 w 5741575"/>
              <a:gd name="connsiteY76" fmla="*/ 26088 h 955271"/>
              <a:gd name="connsiteX77" fmla="*/ 5741575 w 5741575"/>
              <a:gd name="connsiteY77" fmla="*/ 0 h 955271"/>
              <a:gd name="connsiteX0" fmla="*/ 5741575 w 5741575"/>
              <a:gd name="connsiteY0" fmla="*/ 0 h 955271"/>
              <a:gd name="connsiteX1" fmla="*/ 5741575 w 5741575"/>
              <a:gd name="connsiteY1" fmla="*/ 955271 h 955271"/>
              <a:gd name="connsiteX2" fmla="*/ 0 w 5741575"/>
              <a:gd name="connsiteY2" fmla="*/ 955271 h 955271"/>
              <a:gd name="connsiteX3" fmla="*/ 8558 w 5741575"/>
              <a:gd name="connsiteY3" fmla="*/ 953971 h 955271"/>
              <a:gd name="connsiteX4" fmla="*/ 16894 w 5741575"/>
              <a:gd name="connsiteY4" fmla="*/ 953847 h 955271"/>
              <a:gd name="connsiteX5" fmla="*/ 28156 w 5741575"/>
              <a:gd name="connsiteY5" fmla="*/ 951374 h 955271"/>
              <a:gd name="connsiteX6" fmla="*/ 28293 w 5741575"/>
              <a:gd name="connsiteY6" fmla="*/ 950971 h 955271"/>
              <a:gd name="connsiteX7" fmla="*/ 59229 w 5741575"/>
              <a:gd name="connsiteY7" fmla="*/ 903950 h 955271"/>
              <a:gd name="connsiteX8" fmla="*/ 148657 w 5741575"/>
              <a:gd name="connsiteY8" fmla="*/ 898134 h 955271"/>
              <a:gd name="connsiteX9" fmla="*/ 174554 w 5741575"/>
              <a:gd name="connsiteY9" fmla="*/ 886351 h 955271"/>
              <a:gd name="connsiteX10" fmla="*/ 187633 w 5741575"/>
              <a:gd name="connsiteY10" fmla="*/ 878226 h 955271"/>
              <a:gd name="connsiteX11" fmla="*/ 187961 w 5741575"/>
              <a:gd name="connsiteY11" fmla="*/ 876538 h 955271"/>
              <a:gd name="connsiteX12" fmla="*/ 240501 w 5741575"/>
              <a:gd name="connsiteY12" fmla="*/ 873150 h 955271"/>
              <a:gd name="connsiteX13" fmla="*/ 246345 w 5741575"/>
              <a:gd name="connsiteY13" fmla="*/ 869942 h 955271"/>
              <a:gd name="connsiteX14" fmla="*/ 306299 w 5741575"/>
              <a:gd name="connsiteY14" fmla="*/ 873609 h 955271"/>
              <a:gd name="connsiteX15" fmla="*/ 331571 w 5741575"/>
              <a:gd name="connsiteY15" fmla="*/ 869866 h 955271"/>
              <a:gd name="connsiteX16" fmla="*/ 384157 w 5741575"/>
              <a:gd name="connsiteY16" fmla="*/ 867971 h 955271"/>
              <a:gd name="connsiteX17" fmla="*/ 477637 w 5741575"/>
              <a:gd name="connsiteY17" fmla="*/ 870334 h 955271"/>
              <a:gd name="connsiteX18" fmla="*/ 570239 w 5741575"/>
              <a:gd name="connsiteY18" fmla="*/ 829596 h 955271"/>
              <a:gd name="connsiteX19" fmla="*/ 772070 w 5741575"/>
              <a:gd name="connsiteY19" fmla="*/ 820296 h 955271"/>
              <a:gd name="connsiteX20" fmla="*/ 948872 w 5741575"/>
              <a:gd name="connsiteY20" fmla="*/ 772201 h 955271"/>
              <a:gd name="connsiteX21" fmla="*/ 1127089 w 5741575"/>
              <a:gd name="connsiteY21" fmla="*/ 746926 h 955271"/>
              <a:gd name="connsiteX22" fmla="*/ 1226314 w 5741575"/>
              <a:gd name="connsiteY22" fmla="*/ 722473 h 955271"/>
              <a:gd name="connsiteX23" fmla="*/ 1278773 w 5741575"/>
              <a:gd name="connsiteY23" fmla="*/ 711503 h 955271"/>
              <a:gd name="connsiteX24" fmla="*/ 1317691 w 5741575"/>
              <a:gd name="connsiteY24" fmla="*/ 708529 h 955271"/>
              <a:gd name="connsiteX25" fmla="*/ 1360404 w 5741575"/>
              <a:gd name="connsiteY25" fmla="*/ 675922 h 955271"/>
              <a:gd name="connsiteX26" fmla="*/ 1412292 w 5741575"/>
              <a:gd name="connsiteY26" fmla="*/ 670793 h 955271"/>
              <a:gd name="connsiteX27" fmla="*/ 1494753 w 5741575"/>
              <a:gd name="connsiteY27" fmla="*/ 644686 h 955271"/>
              <a:gd name="connsiteX28" fmla="*/ 1616217 w 5741575"/>
              <a:gd name="connsiteY28" fmla="*/ 622107 h 955271"/>
              <a:gd name="connsiteX29" fmla="*/ 1710928 w 5741575"/>
              <a:gd name="connsiteY29" fmla="*/ 600666 h 955271"/>
              <a:gd name="connsiteX30" fmla="*/ 1743718 w 5741575"/>
              <a:gd name="connsiteY30" fmla="*/ 584327 h 955271"/>
              <a:gd name="connsiteX31" fmla="*/ 1873778 w 5741575"/>
              <a:gd name="connsiteY31" fmla="*/ 530130 h 955271"/>
              <a:gd name="connsiteX32" fmla="*/ 1988411 w 5741575"/>
              <a:gd name="connsiteY32" fmla="*/ 491599 h 955271"/>
              <a:gd name="connsiteX33" fmla="*/ 2085507 w 5741575"/>
              <a:gd name="connsiteY33" fmla="*/ 498527 h 955271"/>
              <a:gd name="connsiteX34" fmla="*/ 2090767 w 5741575"/>
              <a:gd name="connsiteY34" fmla="*/ 490616 h 955271"/>
              <a:gd name="connsiteX35" fmla="*/ 2151143 w 5741575"/>
              <a:gd name="connsiteY35" fmla="*/ 478332 h 955271"/>
              <a:gd name="connsiteX36" fmla="*/ 2378710 w 5741575"/>
              <a:gd name="connsiteY36" fmla="*/ 477570 h 955271"/>
              <a:gd name="connsiteX37" fmla="*/ 2496256 w 5741575"/>
              <a:gd name="connsiteY37" fmla="*/ 452396 h 955271"/>
              <a:gd name="connsiteX38" fmla="*/ 2535387 w 5741575"/>
              <a:gd name="connsiteY38" fmla="*/ 436645 h 955271"/>
              <a:gd name="connsiteX39" fmla="*/ 2601109 w 5741575"/>
              <a:gd name="connsiteY39" fmla="*/ 410678 h 955271"/>
              <a:gd name="connsiteX40" fmla="*/ 2643855 w 5741575"/>
              <a:gd name="connsiteY40" fmla="*/ 374482 h 955271"/>
              <a:gd name="connsiteX41" fmla="*/ 2657726 w 5741575"/>
              <a:gd name="connsiteY41" fmla="*/ 365841 h 955271"/>
              <a:gd name="connsiteX42" fmla="*/ 2717296 w 5741575"/>
              <a:gd name="connsiteY42" fmla="*/ 362282 h 955271"/>
              <a:gd name="connsiteX43" fmla="*/ 2777227 w 5741575"/>
              <a:gd name="connsiteY43" fmla="*/ 368972 h 955271"/>
              <a:gd name="connsiteX44" fmla="*/ 2824768 w 5741575"/>
              <a:gd name="connsiteY44" fmla="*/ 361652 h 955271"/>
              <a:gd name="connsiteX45" fmla="*/ 2885545 w 5741575"/>
              <a:gd name="connsiteY45" fmla="*/ 372818 h 955271"/>
              <a:gd name="connsiteX46" fmla="*/ 3009558 w 5741575"/>
              <a:gd name="connsiteY46" fmla="*/ 370573 h 955271"/>
              <a:gd name="connsiteX47" fmla="*/ 3095010 w 5741575"/>
              <a:gd name="connsiteY47" fmla="*/ 332454 h 955271"/>
              <a:gd name="connsiteX48" fmla="*/ 3148998 w 5741575"/>
              <a:gd name="connsiteY48" fmla="*/ 315286 h 955271"/>
              <a:gd name="connsiteX49" fmla="*/ 3195264 w 5741575"/>
              <a:gd name="connsiteY49" fmla="*/ 293158 h 955271"/>
              <a:gd name="connsiteX50" fmla="*/ 3373785 w 5741575"/>
              <a:gd name="connsiteY50" fmla="*/ 255680 h 955271"/>
              <a:gd name="connsiteX51" fmla="*/ 3493851 w 5741575"/>
              <a:gd name="connsiteY51" fmla="*/ 240255 h 955271"/>
              <a:gd name="connsiteX52" fmla="*/ 3537470 w 5741575"/>
              <a:gd name="connsiteY52" fmla="*/ 241867 h 955271"/>
              <a:gd name="connsiteX53" fmla="*/ 3610489 w 5741575"/>
              <a:gd name="connsiteY53" fmla="*/ 244128 h 955271"/>
              <a:gd name="connsiteX54" fmla="*/ 3667539 w 5741575"/>
              <a:gd name="connsiteY54" fmla="*/ 263271 h 955271"/>
              <a:gd name="connsiteX55" fmla="*/ 3727614 w 5741575"/>
              <a:gd name="connsiteY55" fmla="*/ 258245 h 955271"/>
              <a:gd name="connsiteX56" fmla="*/ 3738369 w 5741575"/>
              <a:gd name="connsiteY56" fmla="*/ 234506 h 955271"/>
              <a:gd name="connsiteX57" fmla="*/ 3803670 w 5741575"/>
              <a:gd name="connsiteY57" fmla="*/ 236457 h 955271"/>
              <a:gd name="connsiteX58" fmla="*/ 3903080 w 5741575"/>
              <a:gd name="connsiteY58" fmla="*/ 241890 h 955271"/>
              <a:gd name="connsiteX59" fmla="*/ 4114838 w 5741575"/>
              <a:gd name="connsiteY59" fmla="*/ 238165 h 955271"/>
              <a:gd name="connsiteX60" fmla="*/ 4271023 w 5741575"/>
              <a:gd name="connsiteY60" fmla="*/ 241959 h 955271"/>
              <a:gd name="connsiteX61" fmla="*/ 4367397 w 5741575"/>
              <a:gd name="connsiteY61" fmla="*/ 271442 h 955271"/>
              <a:gd name="connsiteX62" fmla="*/ 4495366 w 5741575"/>
              <a:gd name="connsiteY62" fmla="*/ 271618 h 955271"/>
              <a:gd name="connsiteX63" fmla="*/ 4517347 w 5741575"/>
              <a:gd name="connsiteY63" fmla="*/ 275639 h 955271"/>
              <a:gd name="connsiteX64" fmla="*/ 4546116 w 5741575"/>
              <a:gd name="connsiteY64" fmla="*/ 268568 h 955271"/>
              <a:gd name="connsiteX65" fmla="*/ 4661259 w 5741575"/>
              <a:gd name="connsiteY65" fmla="*/ 238966 h 955271"/>
              <a:gd name="connsiteX66" fmla="*/ 4750403 w 5741575"/>
              <a:gd name="connsiteY66" fmla="*/ 204364 h 955271"/>
              <a:gd name="connsiteX67" fmla="*/ 4867614 w 5741575"/>
              <a:gd name="connsiteY67" fmla="*/ 208668 h 955271"/>
              <a:gd name="connsiteX68" fmla="*/ 4937036 w 5741575"/>
              <a:gd name="connsiteY68" fmla="*/ 195446 h 955271"/>
              <a:gd name="connsiteX69" fmla="*/ 5067740 w 5741575"/>
              <a:gd name="connsiteY69" fmla="*/ 172293 h 955271"/>
              <a:gd name="connsiteX70" fmla="*/ 5200247 w 5741575"/>
              <a:gd name="connsiteY70" fmla="*/ 142695 h 955271"/>
              <a:gd name="connsiteX71" fmla="*/ 5291963 w 5741575"/>
              <a:gd name="connsiteY71" fmla="*/ 139446 h 955271"/>
              <a:gd name="connsiteX72" fmla="*/ 5418472 w 5741575"/>
              <a:gd name="connsiteY72" fmla="*/ 89163 h 955271"/>
              <a:gd name="connsiteX73" fmla="*/ 5482354 w 5741575"/>
              <a:gd name="connsiteY73" fmla="*/ 69470 h 955271"/>
              <a:gd name="connsiteX74" fmla="*/ 5583280 w 5741575"/>
              <a:gd name="connsiteY74" fmla="*/ 49787 h 955271"/>
              <a:gd name="connsiteX75" fmla="*/ 5613766 w 5741575"/>
              <a:gd name="connsiteY75" fmla="*/ 41855 h 955271"/>
              <a:gd name="connsiteX76" fmla="*/ 5684952 w 5741575"/>
              <a:gd name="connsiteY76" fmla="*/ 26088 h 955271"/>
              <a:gd name="connsiteX77" fmla="*/ 5741575 w 5741575"/>
              <a:gd name="connsiteY77" fmla="*/ 0 h 955271"/>
              <a:gd name="connsiteX0" fmla="*/ 5741575 w 5741575"/>
              <a:gd name="connsiteY0" fmla="*/ 0 h 955271"/>
              <a:gd name="connsiteX1" fmla="*/ 5741575 w 5741575"/>
              <a:gd name="connsiteY1" fmla="*/ 955271 h 955271"/>
              <a:gd name="connsiteX2" fmla="*/ 0 w 5741575"/>
              <a:gd name="connsiteY2" fmla="*/ 955271 h 955271"/>
              <a:gd name="connsiteX3" fmla="*/ 8558 w 5741575"/>
              <a:gd name="connsiteY3" fmla="*/ 953971 h 955271"/>
              <a:gd name="connsiteX4" fmla="*/ 16894 w 5741575"/>
              <a:gd name="connsiteY4" fmla="*/ 953847 h 955271"/>
              <a:gd name="connsiteX5" fmla="*/ 28156 w 5741575"/>
              <a:gd name="connsiteY5" fmla="*/ 951374 h 955271"/>
              <a:gd name="connsiteX6" fmla="*/ 28293 w 5741575"/>
              <a:gd name="connsiteY6" fmla="*/ 950971 h 955271"/>
              <a:gd name="connsiteX7" fmla="*/ 59229 w 5741575"/>
              <a:gd name="connsiteY7" fmla="*/ 903950 h 955271"/>
              <a:gd name="connsiteX8" fmla="*/ 148657 w 5741575"/>
              <a:gd name="connsiteY8" fmla="*/ 898134 h 955271"/>
              <a:gd name="connsiteX9" fmla="*/ 174554 w 5741575"/>
              <a:gd name="connsiteY9" fmla="*/ 886351 h 955271"/>
              <a:gd name="connsiteX10" fmla="*/ 187633 w 5741575"/>
              <a:gd name="connsiteY10" fmla="*/ 878226 h 955271"/>
              <a:gd name="connsiteX11" fmla="*/ 187961 w 5741575"/>
              <a:gd name="connsiteY11" fmla="*/ 876538 h 955271"/>
              <a:gd name="connsiteX12" fmla="*/ 240501 w 5741575"/>
              <a:gd name="connsiteY12" fmla="*/ 873150 h 955271"/>
              <a:gd name="connsiteX13" fmla="*/ 246345 w 5741575"/>
              <a:gd name="connsiteY13" fmla="*/ 869942 h 955271"/>
              <a:gd name="connsiteX14" fmla="*/ 306299 w 5741575"/>
              <a:gd name="connsiteY14" fmla="*/ 873609 h 955271"/>
              <a:gd name="connsiteX15" fmla="*/ 331571 w 5741575"/>
              <a:gd name="connsiteY15" fmla="*/ 869866 h 955271"/>
              <a:gd name="connsiteX16" fmla="*/ 384157 w 5741575"/>
              <a:gd name="connsiteY16" fmla="*/ 867971 h 955271"/>
              <a:gd name="connsiteX17" fmla="*/ 477637 w 5741575"/>
              <a:gd name="connsiteY17" fmla="*/ 870334 h 955271"/>
              <a:gd name="connsiteX18" fmla="*/ 570239 w 5741575"/>
              <a:gd name="connsiteY18" fmla="*/ 829596 h 955271"/>
              <a:gd name="connsiteX19" fmla="*/ 772070 w 5741575"/>
              <a:gd name="connsiteY19" fmla="*/ 820296 h 955271"/>
              <a:gd name="connsiteX20" fmla="*/ 948872 w 5741575"/>
              <a:gd name="connsiteY20" fmla="*/ 772201 h 955271"/>
              <a:gd name="connsiteX21" fmla="*/ 1127089 w 5741575"/>
              <a:gd name="connsiteY21" fmla="*/ 746926 h 955271"/>
              <a:gd name="connsiteX22" fmla="*/ 1226314 w 5741575"/>
              <a:gd name="connsiteY22" fmla="*/ 722473 h 955271"/>
              <a:gd name="connsiteX23" fmla="*/ 1278773 w 5741575"/>
              <a:gd name="connsiteY23" fmla="*/ 711503 h 955271"/>
              <a:gd name="connsiteX24" fmla="*/ 1317691 w 5741575"/>
              <a:gd name="connsiteY24" fmla="*/ 708529 h 955271"/>
              <a:gd name="connsiteX25" fmla="*/ 1360404 w 5741575"/>
              <a:gd name="connsiteY25" fmla="*/ 675922 h 955271"/>
              <a:gd name="connsiteX26" fmla="*/ 1412292 w 5741575"/>
              <a:gd name="connsiteY26" fmla="*/ 670793 h 955271"/>
              <a:gd name="connsiteX27" fmla="*/ 1494753 w 5741575"/>
              <a:gd name="connsiteY27" fmla="*/ 644686 h 955271"/>
              <a:gd name="connsiteX28" fmla="*/ 1616217 w 5741575"/>
              <a:gd name="connsiteY28" fmla="*/ 622107 h 955271"/>
              <a:gd name="connsiteX29" fmla="*/ 1710928 w 5741575"/>
              <a:gd name="connsiteY29" fmla="*/ 600666 h 955271"/>
              <a:gd name="connsiteX30" fmla="*/ 1743718 w 5741575"/>
              <a:gd name="connsiteY30" fmla="*/ 584327 h 955271"/>
              <a:gd name="connsiteX31" fmla="*/ 1873778 w 5741575"/>
              <a:gd name="connsiteY31" fmla="*/ 530130 h 955271"/>
              <a:gd name="connsiteX32" fmla="*/ 1988411 w 5741575"/>
              <a:gd name="connsiteY32" fmla="*/ 491599 h 955271"/>
              <a:gd name="connsiteX33" fmla="*/ 2085507 w 5741575"/>
              <a:gd name="connsiteY33" fmla="*/ 498527 h 955271"/>
              <a:gd name="connsiteX34" fmla="*/ 2090767 w 5741575"/>
              <a:gd name="connsiteY34" fmla="*/ 490616 h 955271"/>
              <a:gd name="connsiteX35" fmla="*/ 2151143 w 5741575"/>
              <a:gd name="connsiteY35" fmla="*/ 478332 h 955271"/>
              <a:gd name="connsiteX36" fmla="*/ 2378710 w 5741575"/>
              <a:gd name="connsiteY36" fmla="*/ 477570 h 955271"/>
              <a:gd name="connsiteX37" fmla="*/ 2496256 w 5741575"/>
              <a:gd name="connsiteY37" fmla="*/ 452396 h 955271"/>
              <a:gd name="connsiteX38" fmla="*/ 2535387 w 5741575"/>
              <a:gd name="connsiteY38" fmla="*/ 436645 h 955271"/>
              <a:gd name="connsiteX39" fmla="*/ 2601109 w 5741575"/>
              <a:gd name="connsiteY39" fmla="*/ 410678 h 955271"/>
              <a:gd name="connsiteX40" fmla="*/ 2643855 w 5741575"/>
              <a:gd name="connsiteY40" fmla="*/ 374482 h 955271"/>
              <a:gd name="connsiteX41" fmla="*/ 2657726 w 5741575"/>
              <a:gd name="connsiteY41" fmla="*/ 365841 h 955271"/>
              <a:gd name="connsiteX42" fmla="*/ 2717296 w 5741575"/>
              <a:gd name="connsiteY42" fmla="*/ 362282 h 955271"/>
              <a:gd name="connsiteX43" fmla="*/ 2777227 w 5741575"/>
              <a:gd name="connsiteY43" fmla="*/ 368972 h 955271"/>
              <a:gd name="connsiteX44" fmla="*/ 2824768 w 5741575"/>
              <a:gd name="connsiteY44" fmla="*/ 361652 h 955271"/>
              <a:gd name="connsiteX45" fmla="*/ 2885545 w 5741575"/>
              <a:gd name="connsiteY45" fmla="*/ 372818 h 955271"/>
              <a:gd name="connsiteX46" fmla="*/ 3009558 w 5741575"/>
              <a:gd name="connsiteY46" fmla="*/ 370573 h 955271"/>
              <a:gd name="connsiteX47" fmla="*/ 3095010 w 5741575"/>
              <a:gd name="connsiteY47" fmla="*/ 332454 h 955271"/>
              <a:gd name="connsiteX48" fmla="*/ 3148998 w 5741575"/>
              <a:gd name="connsiteY48" fmla="*/ 315286 h 955271"/>
              <a:gd name="connsiteX49" fmla="*/ 3195264 w 5741575"/>
              <a:gd name="connsiteY49" fmla="*/ 293158 h 955271"/>
              <a:gd name="connsiteX50" fmla="*/ 3373785 w 5741575"/>
              <a:gd name="connsiteY50" fmla="*/ 255680 h 955271"/>
              <a:gd name="connsiteX51" fmla="*/ 3493851 w 5741575"/>
              <a:gd name="connsiteY51" fmla="*/ 240255 h 955271"/>
              <a:gd name="connsiteX52" fmla="*/ 3537470 w 5741575"/>
              <a:gd name="connsiteY52" fmla="*/ 241867 h 955271"/>
              <a:gd name="connsiteX53" fmla="*/ 3610489 w 5741575"/>
              <a:gd name="connsiteY53" fmla="*/ 244128 h 955271"/>
              <a:gd name="connsiteX54" fmla="*/ 3667539 w 5741575"/>
              <a:gd name="connsiteY54" fmla="*/ 263271 h 955271"/>
              <a:gd name="connsiteX55" fmla="*/ 3727614 w 5741575"/>
              <a:gd name="connsiteY55" fmla="*/ 258245 h 955271"/>
              <a:gd name="connsiteX56" fmla="*/ 3738369 w 5741575"/>
              <a:gd name="connsiteY56" fmla="*/ 234506 h 955271"/>
              <a:gd name="connsiteX57" fmla="*/ 3803670 w 5741575"/>
              <a:gd name="connsiteY57" fmla="*/ 236457 h 955271"/>
              <a:gd name="connsiteX58" fmla="*/ 3903080 w 5741575"/>
              <a:gd name="connsiteY58" fmla="*/ 241890 h 955271"/>
              <a:gd name="connsiteX59" fmla="*/ 4114838 w 5741575"/>
              <a:gd name="connsiteY59" fmla="*/ 238165 h 955271"/>
              <a:gd name="connsiteX60" fmla="*/ 4271023 w 5741575"/>
              <a:gd name="connsiteY60" fmla="*/ 241959 h 955271"/>
              <a:gd name="connsiteX61" fmla="*/ 4367397 w 5741575"/>
              <a:gd name="connsiteY61" fmla="*/ 271442 h 955271"/>
              <a:gd name="connsiteX62" fmla="*/ 4495366 w 5741575"/>
              <a:gd name="connsiteY62" fmla="*/ 271618 h 955271"/>
              <a:gd name="connsiteX63" fmla="*/ 4517347 w 5741575"/>
              <a:gd name="connsiteY63" fmla="*/ 275639 h 955271"/>
              <a:gd name="connsiteX64" fmla="*/ 4546116 w 5741575"/>
              <a:gd name="connsiteY64" fmla="*/ 268568 h 955271"/>
              <a:gd name="connsiteX65" fmla="*/ 4661259 w 5741575"/>
              <a:gd name="connsiteY65" fmla="*/ 238966 h 955271"/>
              <a:gd name="connsiteX66" fmla="*/ 4750403 w 5741575"/>
              <a:gd name="connsiteY66" fmla="*/ 204364 h 955271"/>
              <a:gd name="connsiteX67" fmla="*/ 4867614 w 5741575"/>
              <a:gd name="connsiteY67" fmla="*/ 208668 h 955271"/>
              <a:gd name="connsiteX68" fmla="*/ 4937036 w 5741575"/>
              <a:gd name="connsiteY68" fmla="*/ 195446 h 955271"/>
              <a:gd name="connsiteX69" fmla="*/ 5067740 w 5741575"/>
              <a:gd name="connsiteY69" fmla="*/ 172293 h 955271"/>
              <a:gd name="connsiteX70" fmla="*/ 5200247 w 5741575"/>
              <a:gd name="connsiteY70" fmla="*/ 142695 h 955271"/>
              <a:gd name="connsiteX71" fmla="*/ 5276878 w 5741575"/>
              <a:gd name="connsiteY71" fmla="*/ 125833 h 955271"/>
              <a:gd name="connsiteX72" fmla="*/ 5418472 w 5741575"/>
              <a:gd name="connsiteY72" fmla="*/ 89163 h 955271"/>
              <a:gd name="connsiteX73" fmla="*/ 5482354 w 5741575"/>
              <a:gd name="connsiteY73" fmla="*/ 69470 h 955271"/>
              <a:gd name="connsiteX74" fmla="*/ 5583280 w 5741575"/>
              <a:gd name="connsiteY74" fmla="*/ 49787 h 955271"/>
              <a:gd name="connsiteX75" fmla="*/ 5613766 w 5741575"/>
              <a:gd name="connsiteY75" fmla="*/ 41855 h 955271"/>
              <a:gd name="connsiteX76" fmla="*/ 5684952 w 5741575"/>
              <a:gd name="connsiteY76" fmla="*/ 26088 h 955271"/>
              <a:gd name="connsiteX77" fmla="*/ 5741575 w 5741575"/>
              <a:gd name="connsiteY77" fmla="*/ 0 h 955271"/>
              <a:gd name="connsiteX0" fmla="*/ 5741575 w 5741575"/>
              <a:gd name="connsiteY0" fmla="*/ 0 h 955271"/>
              <a:gd name="connsiteX1" fmla="*/ 5741575 w 5741575"/>
              <a:gd name="connsiteY1" fmla="*/ 955271 h 955271"/>
              <a:gd name="connsiteX2" fmla="*/ 0 w 5741575"/>
              <a:gd name="connsiteY2" fmla="*/ 955271 h 955271"/>
              <a:gd name="connsiteX3" fmla="*/ 8558 w 5741575"/>
              <a:gd name="connsiteY3" fmla="*/ 953971 h 955271"/>
              <a:gd name="connsiteX4" fmla="*/ 16894 w 5741575"/>
              <a:gd name="connsiteY4" fmla="*/ 953847 h 955271"/>
              <a:gd name="connsiteX5" fmla="*/ 28156 w 5741575"/>
              <a:gd name="connsiteY5" fmla="*/ 951374 h 955271"/>
              <a:gd name="connsiteX6" fmla="*/ 28293 w 5741575"/>
              <a:gd name="connsiteY6" fmla="*/ 950971 h 955271"/>
              <a:gd name="connsiteX7" fmla="*/ 59229 w 5741575"/>
              <a:gd name="connsiteY7" fmla="*/ 903950 h 955271"/>
              <a:gd name="connsiteX8" fmla="*/ 148657 w 5741575"/>
              <a:gd name="connsiteY8" fmla="*/ 898134 h 955271"/>
              <a:gd name="connsiteX9" fmla="*/ 174554 w 5741575"/>
              <a:gd name="connsiteY9" fmla="*/ 886351 h 955271"/>
              <a:gd name="connsiteX10" fmla="*/ 187633 w 5741575"/>
              <a:gd name="connsiteY10" fmla="*/ 878226 h 955271"/>
              <a:gd name="connsiteX11" fmla="*/ 187961 w 5741575"/>
              <a:gd name="connsiteY11" fmla="*/ 876538 h 955271"/>
              <a:gd name="connsiteX12" fmla="*/ 240501 w 5741575"/>
              <a:gd name="connsiteY12" fmla="*/ 873150 h 955271"/>
              <a:gd name="connsiteX13" fmla="*/ 246345 w 5741575"/>
              <a:gd name="connsiteY13" fmla="*/ 869942 h 955271"/>
              <a:gd name="connsiteX14" fmla="*/ 306299 w 5741575"/>
              <a:gd name="connsiteY14" fmla="*/ 873609 h 955271"/>
              <a:gd name="connsiteX15" fmla="*/ 331571 w 5741575"/>
              <a:gd name="connsiteY15" fmla="*/ 869866 h 955271"/>
              <a:gd name="connsiteX16" fmla="*/ 384157 w 5741575"/>
              <a:gd name="connsiteY16" fmla="*/ 867971 h 955271"/>
              <a:gd name="connsiteX17" fmla="*/ 477637 w 5741575"/>
              <a:gd name="connsiteY17" fmla="*/ 870334 h 955271"/>
              <a:gd name="connsiteX18" fmla="*/ 570239 w 5741575"/>
              <a:gd name="connsiteY18" fmla="*/ 829596 h 955271"/>
              <a:gd name="connsiteX19" fmla="*/ 772070 w 5741575"/>
              <a:gd name="connsiteY19" fmla="*/ 820296 h 955271"/>
              <a:gd name="connsiteX20" fmla="*/ 948872 w 5741575"/>
              <a:gd name="connsiteY20" fmla="*/ 772201 h 955271"/>
              <a:gd name="connsiteX21" fmla="*/ 1127089 w 5741575"/>
              <a:gd name="connsiteY21" fmla="*/ 746926 h 955271"/>
              <a:gd name="connsiteX22" fmla="*/ 1226314 w 5741575"/>
              <a:gd name="connsiteY22" fmla="*/ 722473 h 955271"/>
              <a:gd name="connsiteX23" fmla="*/ 1278773 w 5741575"/>
              <a:gd name="connsiteY23" fmla="*/ 711503 h 955271"/>
              <a:gd name="connsiteX24" fmla="*/ 1317691 w 5741575"/>
              <a:gd name="connsiteY24" fmla="*/ 708529 h 955271"/>
              <a:gd name="connsiteX25" fmla="*/ 1360404 w 5741575"/>
              <a:gd name="connsiteY25" fmla="*/ 675922 h 955271"/>
              <a:gd name="connsiteX26" fmla="*/ 1412292 w 5741575"/>
              <a:gd name="connsiteY26" fmla="*/ 670793 h 955271"/>
              <a:gd name="connsiteX27" fmla="*/ 1494753 w 5741575"/>
              <a:gd name="connsiteY27" fmla="*/ 644686 h 955271"/>
              <a:gd name="connsiteX28" fmla="*/ 1616217 w 5741575"/>
              <a:gd name="connsiteY28" fmla="*/ 622107 h 955271"/>
              <a:gd name="connsiteX29" fmla="*/ 1710928 w 5741575"/>
              <a:gd name="connsiteY29" fmla="*/ 600666 h 955271"/>
              <a:gd name="connsiteX30" fmla="*/ 1743718 w 5741575"/>
              <a:gd name="connsiteY30" fmla="*/ 584327 h 955271"/>
              <a:gd name="connsiteX31" fmla="*/ 1873778 w 5741575"/>
              <a:gd name="connsiteY31" fmla="*/ 530130 h 955271"/>
              <a:gd name="connsiteX32" fmla="*/ 1988411 w 5741575"/>
              <a:gd name="connsiteY32" fmla="*/ 491599 h 955271"/>
              <a:gd name="connsiteX33" fmla="*/ 2085507 w 5741575"/>
              <a:gd name="connsiteY33" fmla="*/ 498527 h 955271"/>
              <a:gd name="connsiteX34" fmla="*/ 2090767 w 5741575"/>
              <a:gd name="connsiteY34" fmla="*/ 490616 h 955271"/>
              <a:gd name="connsiteX35" fmla="*/ 2151143 w 5741575"/>
              <a:gd name="connsiteY35" fmla="*/ 478332 h 955271"/>
              <a:gd name="connsiteX36" fmla="*/ 2378710 w 5741575"/>
              <a:gd name="connsiteY36" fmla="*/ 477570 h 955271"/>
              <a:gd name="connsiteX37" fmla="*/ 2496256 w 5741575"/>
              <a:gd name="connsiteY37" fmla="*/ 452396 h 955271"/>
              <a:gd name="connsiteX38" fmla="*/ 2535387 w 5741575"/>
              <a:gd name="connsiteY38" fmla="*/ 436645 h 955271"/>
              <a:gd name="connsiteX39" fmla="*/ 2601109 w 5741575"/>
              <a:gd name="connsiteY39" fmla="*/ 410678 h 955271"/>
              <a:gd name="connsiteX40" fmla="*/ 2643855 w 5741575"/>
              <a:gd name="connsiteY40" fmla="*/ 374482 h 955271"/>
              <a:gd name="connsiteX41" fmla="*/ 2657726 w 5741575"/>
              <a:gd name="connsiteY41" fmla="*/ 365841 h 955271"/>
              <a:gd name="connsiteX42" fmla="*/ 2717296 w 5741575"/>
              <a:gd name="connsiteY42" fmla="*/ 362282 h 955271"/>
              <a:gd name="connsiteX43" fmla="*/ 2777227 w 5741575"/>
              <a:gd name="connsiteY43" fmla="*/ 368972 h 955271"/>
              <a:gd name="connsiteX44" fmla="*/ 2824768 w 5741575"/>
              <a:gd name="connsiteY44" fmla="*/ 361652 h 955271"/>
              <a:gd name="connsiteX45" fmla="*/ 2885545 w 5741575"/>
              <a:gd name="connsiteY45" fmla="*/ 372818 h 955271"/>
              <a:gd name="connsiteX46" fmla="*/ 3009558 w 5741575"/>
              <a:gd name="connsiteY46" fmla="*/ 370573 h 955271"/>
              <a:gd name="connsiteX47" fmla="*/ 3095010 w 5741575"/>
              <a:gd name="connsiteY47" fmla="*/ 332454 h 955271"/>
              <a:gd name="connsiteX48" fmla="*/ 3148998 w 5741575"/>
              <a:gd name="connsiteY48" fmla="*/ 315286 h 955271"/>
              <a:gd name="connsiteX49" fmla="*/ 3195264 w 5741575"/>
              <a:gd name="connsiteY49" fmla="*/ 293158 h 955271"/>
              <a:gd name="connsiteX50" fmla="*/ 3373785 w 5741575"/>
              <a:gd name="connsiteY50" fmla="*/ 255680 h 955271"/>
              <a:gd name="connsiteX51" fmla="*/ 3493851 w 5741575"/>
              <a:gd name="connsiteY51" fmla="*/ 240255 h 955271"/>
              <a:gd name="connsiteX52" fmla="*/ 3537470 w 5741575"/>
              <a:gd name="connsiteY52" fmla="*/ 241867 h 955271"/>
              <a:gd name="connsiteX53" fmla="*/ 3610489 w 5741575"/>
              <a:gd name="connsiteY53" fmla="*/ 244128 h 955271"/>
              <a:gd name="connsiteX54" fmla="*/ 3667539 w 5741575"/>
              <a:gd name="connsiteY54" fmla="*/ 263271 h 955271"/>
              <a:gd name="connsiteX55" fmla="*/ 3727614 w 5741575"/>
              <a:gd name="connsiteY55" fmla="*/ 258245 h 955271"/>
              <a:gd name="connsiteX56" fmla="*/ 3738369 w 5741575"/>
              <a:gd name="connsiteY56" fmla="*/ 234506 h 955271"/>
              <a:gd name="connsiteX57" fmla="*/ 3803670 w 5741575"/>
              <a:gd name="connsiteY57" fmla="*/ 236457 h 955271"/>
              <a:gd name="connsiteX58" fmla="*/ 3903080 w 5741575"/>
              <a:gd name="connsiteY58" fmla="*/ 241890 h 955271"/>
              <a:gd name="connsiteX59" fmla="*/ 4114838 w 5741575"/>
              <a:gd name="connsiteY59" fmla="*/ 238165 h 955271"/>
              <a:gd name="connsiteX60" fmla="*/ 4271023 w 5741575"/>
              <a:gd name="connsiteY60" fmla="*/ 241959 h 955271"/>
              <a:gd name="connsiteX61" fmla="*/ 4367397 w 5741575"/>
              <a:gd name="connsiteY61" fmla="*/ 271442 h 955271"/>
              <a:gd name="connsiteX62" fmla="*/ 4495366 w 5741575"/>
              <a:gd name="connsiteY62" fmla="*/ 271618 h 955271"/>
              <a:gd name="connsiteX63" fmla="*/ 4517347 w 5741575"/>
              <a:gd name="connsiteY63" fmla="*/ 275639 h 955271"/>
              <a:gd name="connsiteX64" fmla="*/ 4546116 w 5741575"/>
              <a:gd name="connsiteY64" fmla="*/ 268568 h 955271"/>
              <a:gd name="connsiteX65" fmla="*/ 4661259 w 5741575"/>
              <a:gd name="connsiteY65" fmla="*/ 238966 h 955271"/>
              <a:gd name="connsiteX66" fmla="*/ 4750403 w 5741575"/>
              <a:gd name="connsiteY66" fmla="*/ 204364 h 955271"/>
              <a:gd name="connsiteX67" fmla="*/ 4867614 w 5741575"/>
              <a:gd name="connsiteY67" fmla="*/ 208668 h 955271"/>
              <a:gd name="connsiteX68" fmla="*/ 4937036 w 5741575"/>
              <a:gd name="connsiteY68" fmla="*/ 195446 h 955271"/>
              <a:gd name="connsiteX69" fmla="*/ 5067740 w 5741575"/>
              <a:gd name="connsiteY69" fmla="*/ 172293 h 955271"/>
              <a:gd name="connsiteX70" fmla="*/ 5200247 w 5741575"/>
              <a:gd name="connsiteY70" fmla="*/ 142695 h 955271"/>
              <a:gd name="connsiteX71" fmla="*/ 5276878 w 5741575"/>
              <a:gd name="connsiteY71" fmla="*/ 125833 h 955271"/>
              <a:gd name="connsiteX72" fmla="*/ 5418472 w 5741575"/>
              <a:gd name="connsiteY72" fmla="*/ 89163 h 955271"/>
              <a:gd name="connsiteX73" fmla="*/ 5482354 w 5741575"/>
              <a:gd name="connsiteY73" fmla="*/ 69470 h 955271"/>
              <a:gd name="connsiteX74" fmla="*/ 5583280 w 5741575"/>
              <a:gd name="connsiteY74" fmla="*/ 49787 h 955271"/>
              <a:gd name="connsiteX75" fmla="*/ 5613766 w 5741575"/>
              <a:gd name="connsiteY75" fmla="*/ 41855 h 955271"/>
              <a:gd name="connsiteX76" fmla="*/ 5684952 w 5741575"/>
              <a:gd name="connsiteY76" fmla="*/ 26088 h 955271"/>
              <a:gd name="connsiteX77" fmla="*/ 5741575 w 5741575"/>
              <a:gd name="connsiteY77" fmla="*/ 0 h 955271"/>
              <a:gd name="connsiteX0" fmla="*/ 5741575 w 5741575"/>
              <a:gd name="connsiteY0" fmla="*/ 0 h 955271"/>
              <a:gd name="connsiteX1" fmla="*/ 5741575 w 5741575"/>
              <a:gd name="connsiteY1" fmla="*/ 955271 h 955271"/>
              <a:gd name="connsiteX2" fmla="*/ 0 w 5741575"/>
              <a:gd name="connsiteY2" fmla="*/ 955271 h 955271"/>
              <a:gd name="connsiteX3" fmla="*/ 8558 w 5741575"/>
              <a:gd name="connsiteY3" fmla="*/ 953971 h 955271"/>
              <a:gd name="connsiteX4" fmla="*/ 16894 w 5741575"/>
              <a:gd name="connsiteY4" fmla="*/ 953847 h 955271"/>
              <a:gd name="connsiteX5" fmla="*/ 28156 w 5741575"/>
              <a:gd name="connsiteY5" fmla="*/ 951374 h 955271"/>
              <a:gd name="connsiteX6" fmla="*/ 28293 w 5741575"/>
              <a:gd name="connsiteY6" fmla="*/ 950971 h 955271"/>
              <a:gd name="connsiteX7" fmla="*/ 59229 w 5741575"/>
              <a:gd name="connsiteY7" fmla="*/ 903950 h 955271"/>
              <a:gd name="connsiteX8" fmla="*/ 148657 w 5741575"/>
              <a:gd name="connsiteY8" fmla="*/ 898134 h 955271"/>
              <a:gd name="connsiteX9" fmla="*/ 174554 w 5741575"/>
              <a:gd name="connsiteY9" fmla="*/ 886351 h 955271"/>
              <a:gd name="connsiteX10" fmla="*/ 187633 w 5741575"/>
              <a:gd name="connsiteY10" fmla="*/ 878226 h 955271"/>
              <a:gd name="connsiteX11" fmla="*/ 187961 w 5741575"/>
              <a:gd name="connsiteY11" fmla="*/ 876538 h 955271"/>
              <a:gd name="connsiteX12" fmla="*/ 240501 w 5741575"/>
              <a:gd name="connsiteY12" fmla="*/ 873150 h 955271"/>
              <a:gd name="connsiteX13" fmla="*/ 246345 w 5741575"/>
              <a:gd name="connsiteY13" fmla="*/ 869942 h 955271"/>
              <a:gd name="connsiteX14" fmla="*/ 306299 w 5741575"/>
              <a:gd name="connsiteY14" fmla="*/ 873609 h 955271"/>
              <a:gd name="connsiteX15" fmla="*/ 331571 w 5741575"/>
              <a:gd name="connsiteY15" fmla="*/ 869866 h 955271"/>
              <a:gd name="connsiteX16" fmla="*/ 384157 w 5741575"/>
              <a:gd name="connsiteY16" fmla="*/ 867971 h 955271"/>
              <a:gd name="connsiteX17" fmla="*/ 477637 w 5741575"/>
              <a:gd name="connsiteY17" fmla="*/ 870334 h 955271"/>
              <a:gd name="connsiteX18" fmla="*/ 570239 w 5741575"/>
              <a:gd name="connsiteY18" fmla="*/ 829596 h 955271"/>
              <a:gd name="connsiteX19" fmla="*/ 772070 w 5741575"/>
              <a:gd name="connsiteY19" fmla="*/ 820296 h 955271"/>
              <a:gd name="connsiteX20" fmla="*/ 948872 w 5741575"/>
              <a:gd name="connsiteY20" fmla="*/ 772201 h 955271"/>
              <a:gd name="connsiteX21" fmla="*/ 1127089 w 5741575"/>
              <a:gd name="connsiteY21" fmla="*/ 746926 h 955271"/>
              <a:gd name="connsiteX22" fmla="*/ 1226314 w 5741575"/>
              <a:gd name="connsiteY22" fmla="*/ 722473 h 955271"/>
              <a:gd name="connsiteX23" fmla="*/ 1278773 w 5741575"/>
              <a:gd name="connsiteY23" fmla="*/ 711503 h 955271"/>
              <a:gd name="connsiteX24" fmla="*/ 1317691 w 5741575"/>
              <a:gd name="connsiteY24" fmla="*/ 708529 h 955271"/>
              <a:gd name="connsiteX25" fmla="*/ 1360404 w 5741575"/>
              <a:gd name="connsiteY25" fmla="*/ 675922 h 955271"/>
              <a:gd name="connsiteX26" fmla="*/ 1412292 w 5741575"/>
              <a:gd name="connsiteY26" fmla="*/ 670793 h 955271"/>
              <a:gd name="connsiteX27" fmla="*/ 1494753 w 5741575"/>
              <a:gd name="connsiteY27" fmla="*/ 644686 h 955271"/>
              <a:gd name="connsiteX28" fmla="*/ 1616217 w 5741575"/>
              <a:gd name="connsiteY28" fmla="*/ 622107 h 955271"/>
              <a:gd name="connsiteX29" fmla="*/ 1710928 w 5741575"/>
              <a:gd name="connsiteY29" fmla="*/ 600666 h 955271"/>
              <a:gd name="connsiteX30" fmla="*/ 1743718 w 5741575"/>
              <a:gd name="connsiteY30" fmla="*/ 584327 h 955271"/>
              <a:gd name="connsiteX31" fmla="*/ 1873778 w 5741575"/>
              <a:gd name="connsiteY31" fmla="*/ 530130 h 955271"/>
              <a:gd name="connsiteX32" fmla="*/ 1988411 w 5741575"/>
              <a:gd name="connsiteY32" fmla="*/ 491599 h 955271"/>
              <a:gd name="connsiteX33" fmla="*/ 2085507 w 5741575"/>
              <a:gd name="connsiteY33" fmla="*/ 498527 h 955271"/>
              <a:gd name="connsiteX34" fmla="*/ 2090767 w 5741575"/>
              <a:gd name="connsiteY34" fmla="*/ 490616 h 955271"/>
              <a:gd name="connsiteX35" fmla="*/ 2151143 w 5741575"/>
              <a:gd name="connsiteY35" fmla="*/ 478332 h 955271"/>
              <a:gd name="connsiteX36" fmla="*/ 2378710 w 5741575"/>
              <a:gd name="connsiteY36" fmla="*/ 477570 h 955271"/>
              <a:gd name="connsiteX37" fmla="*/ 2496256 w 5741575"/>
              <a:gd name="connsiteY37" fmla="*/ 452396 h 955271"/>
              <a:gd name="connsiteX38" fmla="*/ 2535387 w 5741575"/>
              <a:gd name="connsiteY38" fmla="*/ 436645 h 955271"/>
              <a:gd name="connsiteX39" fmla="*/ 2601109 w 5741575"/>
              <a:gd name="connsiteY39" fmla="*/ 410678 h 955271"/>
              <a:gd name="connsiteX40" fmla="*/ 2643855 w 5741575"/>
              <a:gd name="connsiteY40" fmla="*/ 374482 h 955271"/>
              <a:gd name="connsiteX41" fmla="*/ 2657726 w 5741575"/>
              <a:gd name="connsiteY41" fmla="*/ 365841 h 955271"/>
              <a:gd name="connsiteX42" fmla="*/ 2717296 w 5741575"/>
              <a:gd name="connsiteY42" fmla="*/ 362282 h 955271"/>
              <a:gd name="connsiteX43" fmla="*/ 2777227 w 5741575"/>
              <a:gd name="connsiteY43" fmla="*/ 368972 h 955271"/>
              <a:gd name="connsiteX44" fmla="*/ 2824768 w 5741575"/>
              <a:gd name="connsiteY44" fmla="*/ 361652 h 955271"/>
              <a:gd name="connsiteX45" fmla="*/ 2885545 w 5741575"/>
              <a:gd name="connsiteY45" fmla="*/ 372818 h 955271"/>
              <a:gd name="connsiteX46" fmla="*/ 3009558 w 5741575"/>
              <a:gd name="connsiteY46" fmla="*/ 370573 h 955271"/>
              <a:gd name="connsiteX47" fmla="*/ 3095010 w 5741575"/>
              <a:gd name="connsiteY47" fmla="*/ 332454 h 955271"/>
              <a:gd name="connsiteX48" fmla="*/ 3148998 w 5741575"/>
              <a:gd name="connsiteY48" fmla="*/ 315286 h 955271"/>
              <a:gd name="connsiteX49" fmla="*/ 3195264 w 5741575"/>
              <a:gd name="connsiteY49" fmla="*/ 293158 h 955271"/>
              <a:gd name="connsiteX50" fmla="*/ 3373785 w 5741575"/>
              <a:gd name="connsiteY50" fmla="*/ 255680 h 955271"/>
              <a:gd name="connsiteX51" fmla="*/ 3493851 w 5741575"/>
              <a:gd name="connsiteY51" fmla="*/ 240255 h 955271"/>
              <a:gd name="connsiteX52" fmla="*/ 3537470 w 5741575"/>
              <a:gd name="connsiteY52" fmla="*/ 241867 h 955271"/>
              <a:gd name="connsiteX53" fmla="*/ 3610489 w 5741575"/>
              <a:gd name="connsiteY53" fmla="*/ 244128 h 955271"/>
              <a:gd name="connsiteX54" fmla="*/ 3667539 w 5741575"/>
              <a:gd name="connsiteY54" fmla="*/ 263271 h 955271"/>
              <a:gd name="connsiteX55" fmla="*/ 3727614 w 5741575"/>
              <a:gd name="connsiteY55" fmla="*/ 258245 h 955271"/>
              <a:gd name="connsiteX56" fmla="*/ 3738369 w 5741575"/>
              <a:gd name="connsiteY56" fmla="*/ 234506 h 955271"/>
              <a:gd name="connsiteX57" fmla="*/ 3803670 w 5741575"/>
              <a:gd name="connsiteY57" fmla="*/ 236457 h 955271"/>
              <a:gd name="connsiteX58" fmla="*/ 3903080 w 5741575"/>
              <a:gd name="connsiteY58" fmla="*/ 241890 h 955271"/>
              <a:gd name="connsiteX59" fmla="*/ 4114838 w 5741575"/>
              <a:gd name="connsiteY59" fmla="*/ 238165 h 955271"/>
              <a:gd name="connsiteX60" fmla="*/ 4271023 w 5741575"/>
              <a:gd name="connsiteY60" fmla="*/ 241959 h 955271"/>
              <a:gd name="connsiteX61" fmla="*/ 4367397 w 5741575"/>
              <a:gd name="connsiteY61" fmla="*/ 271442 h 955271"/>
              <a:gd name="connsiteX62" fmla="*/ 4495366 w 5741575"/>
              <a:gd name="connsiteY62" fmla="*/ 271618 h 955271"/>
              <a:gd name="connsiteX63" fmla="*/ 4517347 w 5741575"/>
              <a:gd name="connsiteY63" fmla="*/ 275639 h 955271"/>
              <a:gd name="connsiteX64" fmla="*/ 4546116 w 5741575"/>
              <a:gd name="connsiteY64" fmla="*/ 268568 h 955271"/>
              <a:gd name="connsiteX65" fmla="*/ 4661259 w 5741575"/>
              <a:gd name="connsiteY65" fmla="*/ 238966 h 955271"/>
              <a:gd name="connsiteX66" fmla="*/ 4750403 w 5741575"/>
              <a:gd name="connsiteY66" fmla="*/ 204364 h 955271"/>
              <a:gd name="connsiteX67" fmla="*/ 4867614 w 5741575"/>
              <a:gd name="connsiteY67" fmla="*/ 208668 h 955271"/>
              <a:gd name="connsiteX68" fmla="*/ 4937036 w 5741575"/>
              <a:gd name="connsiteY68" fmla="*/ 195446 h 955271"/>
              <a:gd name="connsiteX69" fmla="*/ 5067740 w 5741575"/>
              <a:gd name="connsiteY69" fmla="*/ 172293 h 955271"/>
              <a:gd name="connsiteX70" fmla="*/ 5200247 w 5741575"/>
              <a:gd name="connsiteY70" fmla="*/ 142695 h 955271"/>
              <a:gd name="connsiteX71" fmla="*/ 5276878 w 5741575"/>
              <a:gd name="connsiteY71" fmla="*/ 125833 h 955271"/>
              <a:gd name="connsiteX72" fmla="*/ 5373216 w 5741575"/>
              <a:gd name="connsiteY72" fmla="*/ 102777 h 955271"/>
              <a:gd name="connsiteX73" fmla="*/ 5482354 w 5741575"/>
              <a:gd name="connsiteY73" fmla="*/ 69470 h 955271"/>
              <a:gd name="connsiteX74" fmla="*/ 5583280 w 5741575"/>
              <a:gd name="connsiteY74" fmla="*/ 49787 h 955271"/>
              <a:gd name="connsiteX75" fmla="*/ 5613766 w 5741575"/>
              <a:gd name="connsiteY75" fmla="*/ 41855 h 955271"/>
              <a:gd name="connsiteX76" fmla="*/ 5684952 w 5741575"/>
              <a:gd name="connsiteY76" fmla="*/ 26088 h 955271"/>
              <a:gd name="connsiteX77" fmla="*/ 5741575 w 5741575"/>
              <a:gd name="connsiteY77" fmla="*/ 0 h 955271"/>
              <a:gd name="connsiteX0" fmla="*/ 5741575 w 5741575"/>
              <a:gd name="connsiteY0" fmla="*/ 0 h 955271"/>
              <a:gd name="connsiteX1" fmla="*/ 5741575 w 5741575"/>
              <a:gd name="connsiteY1" fmla="*/ 955271 h 955271"/>
              <a:gd name="connsiteX2" fmla="*/ 0 w 5741575"/>
              <a:gd name="connsiteY2" fmla="*/ 955271 h 955271"/>
              <a:gd name="connsiteX3" fmla="*/ 8558 w 5741575"/>
              <a:gd name="connsiteY3" fmla="*/ 953971 h 955271"/>
              <a:gd name="connsiteX4" fmla="*/ 16894 w 5741575"/>
              <a:gd name="connsiteY4" fmla="*/ 953847 h 955271"/>
              <a:gd name="connsiteX5" fmla="*/ 28156 w 5741575"/>
              <a:gd name="connsiteY5" fmla="*/ 951374 h 955271"/>
              <a:gd name="connsiteX6" fmla="*/ 28293 w 5741575"/>
              <a:gd name="connsiteY6" fmla="*/ 950971 h 955271"/>
              <a:gd name="connsiteX7" fmla="*/ 59229 w 5741575"/>
              <a:gd name="connsiteY7" fmla="*/ 903950 h 955271"/>
              <a:gd name="connsiteX8" fmla="*/ 148657 w 5741575"/>
              <a:gd name="connsiteY8" fmla="*/ 898134 h 955271"/>
              <a:gd name="connsiteX9" fmla="*/ 174554 w 5741575"/>
              <a:gd name="connsiteY9" fmla="*/ 886351 h 955271"/>
              <a:gd name="connsiteX10" fmla="*/ 187633 w 5741575"/>
              <a:gd name="connsiteY10" fmla="*/ 878226 h 955271"/>
              <a:gd name="connsiteX11" fmla="*/ 187961 w 5741575"/>
              <a:gd name="connsiteY11" fmla="*/ 876538 h 955271"/>
              <a:gd name="connsiteX12" fmla="*/ 240501 w 5741575"/>
              <a:gd name="connsiteY12" fmla="*/ 873150 h 955271"/>
              <a:gd name="connsiteX13" fmla="*/ 246345 w 5741575"/>
              <a:gd name="connsiteY13" fmla="*/ 869942 h 955271"/>
              <a:gd name="connsiteX14" fmla="*/ 306299 w 5741575"/>
              <a:gd name="connsiteY14" fmla="*/ 873609 h 955271"/>
              <a:gd name="connsiteX15" fmla="*/ 331571 w 5741575"/>
              <a:gd name="connsiteY15" fmla="*/ 869866 h 955271"/>
              <a:gd name="connsiteX16" fmla="*/ 384157 w 5741575"/>
              <a:gd name="connsiteY16" fmla="*/ 867971 h 955271"/>
              <a:gd name="connsiteX17" fmla="*/ 477637 w 5741575"/>
              <a:gd name="connsiteY17" fmla="*/ 870334 h 955271"/>
              <a:gd name="connsiteX18" fmla="*/ 570239 w 5741575"/>
              <a:gd name="connsiteY18" fmla="*/ 829596 h 955271"/>
              <a:gd name="connsiteX19" fmla="*/ 772070 w 5741575"/>
              <a:gd name="connsiteY19" fmla="*/ 820296 h 955271"/>
              <a:gd name="connsiteX20" fmla="*/ 948872 w 5741575"/>
              <a:gd name="connsiteY20" fmla="*/ 772201 h 955271"/>
              <a:gd name="connsiteX21" fmla="*/ 1127089 w 5741575"/>
              <a:gd name="connsiteY21" fmla="*/ 746926 h 955271"/>
              <a:gd name="connsiteX22" fmla="*/ 1226314 w 5741575"/>
              <a:gd name="connsiteY22" fmla="*/ 722473 h 955271"/>
              <a:gd name="connsiteX23" fmla="*/ 1278773 w 5741575"/>
              <a:gd name="connsiteY23" fmla="*/ 711503 h 955271"/>
              <a:gd name="connsiteX24" fmla="*/ 1317691 w 5741575"/>
              <a:gd name="connsiteY24" fmla="*/ 708529 h 955271"/>
              <a:gd name="connsiteX25" fmla="*/ 1360404 w 5741575"/>
              <a:gd name="connsiteY25" fmla="*/ 675922 h 955271"/>
              <a:gd name="connsiteX26" fmla="*/ 1412292 w 5741575"/>
              <a:gd name="connsiteY26" fmla="*/ 670793 h 955271"/>
              <a:gd name="connsiteX27" fmla="*/ 1494753 w 5741575"/>
              <a:gd name="connsiteY27" fmla="*/ 644686 h 955271"/>
              <a:gd name="connsiteX28" fmla="*/ 1616217 w 5741575"/>
              <a:gd name="connsiteY28" fmla="*/ 622107 h 955271"/>
              <a:gd name="connsiteX29" fmla="*/ 1710928 w 5741575"/>
              <a:gd name="connsiteY29" fmla="*/ 600666 h 955271"/>
              <a:gd name="connsiteX30" fmla="*/ 1743718 w 5741575"/>
              <a:gd name="connsiteY30" fmla="*/ 584327 h 955271"/>
              <a:gd name="connsiteX31" fmla="*/ 1873778 w 5741575"/>
              <a:gd name="connsiteY31" fmla="*/ 530130 h 955271"/>
              <a:gd name="connsiteX32" fmla="*/ 1988411 w 5741575"/>
              <a:gd name="connsiteY32" fmla="*/ 491599 h 955271"/>
              <a:gd name="connsiteX33" fmla="*/ 2085507 w 5741575"/>
              <a:gd name="connsiteY33" fmla="*/ 498527 h 955271"/>
              <a:gd name="connsiteX34" fmla="*/ 2090767 w 5741575"/>
              <a:gd name="connsiteY34" fmla="*/ 490616 h 955271"/>
              <a:gd name="connsiteX35" fmla="*/ 2151143 w 5741575"/>
              <a:gd name="connsiteY35" fmla="*/ 478332 h 955271"/>
              <a:gd name="connsiteX36" fmla="*/ 2378710 w 5741575"/>
              <a:gd name="connsiteY36" fmla="*/ 477570 h 955271"/>
              <a:gd name="connsiteX37" fmla="*/ 2496256 w 5741575"/>
              <a:gd name="connsiteY37" fmla="*/ 452396 h 955271"/>
              <a:gd name="connsiteX38" fmla="*/ 2535387 w 5741575"/>
              <a:gd name="connsiteY38" fmla="*/ 436645 h 955271"/>
              <a:gd name="connsiteX39" fmla="*/ 2601109 w 5741575"/>
              <a:gd name="connsiteY39" fmla="*/ 410678 h 955271"/>
              <a:gd name="connsiteX40" fmla="*/ 2643855 w 5741575"/>
              <a:gd name="connsiteY40" fmla="*/ 374482 h 955271"/>
              <a:gd name="connsiteX41" fmla="*/ 2657726 w 5741575"/>
              <a:gd name="connsiteY41" fmla="*/ 365841 h 955271"/>
              <a:gd name="connsiteX42" fmla="*/ 2717296 w 5741575"/>
              <a:gd name="connsiteY42" fmla="*/ 362282 h 955271"/>
              <a:gd name="connsiteX43" fmla="*/ 2777227 w 5741575"/>
              <a:gd name="connsiteY43" fmla="*/ 368972 h 955271"/>
              <a:gd name="connsiteX44" fmla="*/ 2824768 w 5741575"/>
              <a:gd name="connsiteY44" fmla="*/ 361652 h 955271"/>
              <a:gd name="connsiteX45" fmla="*/ 2885545 w 5741575"/>
              <a:gd name="connsiteY45" fmla="*/ 372818 h 955271"/>
              <a:gd name="connsiteX46" fmla="*/ 3009558 w 5741575"/>
              <a:gd name="connsiteY46" fmla="*/ 370573 h 955271"/>
              <a:gd name="connsiteX47" fmla="*/ 3095010 w 5741575"/>
              <a:gd name="connsiteY47" fmla="*/ 332454 h 955271"/>
              <a:gd name="connsiteX48" fmla="*/ 3148998 w 5741575"/>
              <a:gd name="connsiteY48" fmla="*/ 315286 h 955271"/>
              <a:gd name="connsiteX49" fmla="*/ 3195264 w 5741575"/>
              <a:gd name="connsiteY49" fmla="*/ 293158 h 955271"/>
              <a:gd name="connsiteX50" fmla="*/ 3373785 w 5741575"/>
              <a:gd name="connsiteY50" fmla="*/ 255680 h 955271"/>
              <a:gd name="connsiteX51" fmla="*/ 3493851 w 5741575"/>
              <a:gd name="connsiteY51" fmla="*/ 240255 h 955271"/>
              <a:gd name="connsiteX52" fmla="*/ 3537470 w 5741575"/>
              <a:gd name="connsiteY52" fmla="*/ 241867 h 955271"/>
              <a:gd name="connsiteX53" fmla="*/ 3610489 w 5741575"/>
              <a:gd name="connsiteY53" fmla="*/ 244128 h 955271"/>
              <a:gd name="connsiteX54" fmla="*/ 3667539 w 5741575"/>
              <a:gd name="connsiteY54" fmla="*/ 263271 h 955271"/>
              <a:gd name="connsiteX55" fmla="*/ 3727614 w 5741575"/>
              <a:gd name="connsiteY55" fmla="*/ 258245 h 955271"/>
              <a:gd name="connsiteX56" fmla="*/ 3738369 w 5741575"/>
              <a:gd name="connsiteY56" fmla="*/ 234506 h 955271"/>
              <a:gd name="connsiteX57" fmla="*/ 3803670 w 5741575"/>
              <a:gd name="connsiteY57" fmla="*/ 236457 h 955271"/>
              <a:gd name="connsiteX58" fmla="*/ 3903080 w 5741575"/>
              <a:gd name="connsiteY58" fmla="*/ 241890 h 955271"/>
              <a:gd name="connsiteX59" fmla="*/ 4114838 w 5741575"/>
              <a:gd name="connsiteY59" fmla="*/ 238165 h 955271"/>
              <a:gd name="connsiteX60" fmla="*/ 4271023 w 5741575"/>
              <a:gd name="connsiteY60" fmla="*/ 241959 h 955271"/>
              <a:gd name="connsiteX61" fmla="*/ 4367397 w 5741575"/>
              <a:gd name="connsiteY61" fmla="*/ 271442 h 955271"/>
              <a:gd name="connsiteX62" fmla="*/ 4495366 w 5741575"/>
              <a:gd name="connsiteY62" fmla="*/ 271618 h 955271"/>
              <a:gd name="connsiteX63" fmla="*/ 4517347 w 5741575"/>
              <a:gd name="connsiteY63" fmla="*/ 275639 h 955271"/>
              <a:gd name="connsiteX64" fmla="*/ 4546116 w 5741575"/>
              <a:gd name="connsiteY64" fmla="*/ 268568 h 955271"/>
              <a:gd name="connsiteX65" fmla="*/ 4661259 w 5741575"/>
              <a:gd name="connsiteY65" fmla="*/ 238966 h 955271"/>
              <a:gd name="connsiteX66" fmla="*/ 4750403 w 5741575"/>
              <a:gd name="connsiteY66" fmla="*/ 204364 h 955271"/>
              <a:gd name="connsiteX67" fmla="*/ 4867614 w 5741575"/>
              <a:gd name="connsiteY67" fmla="*/ 208668 h 955271"/>
              <a:gd name="connsiteX68" fmla="*/ 4937036 w 5741575"/>
              <a:gd name="connsiteY68" fmla="*/ 195446 h 955271"/>
              <a:gd name="connsiteX69" fmla="*/ 5067740 w 5741575"/>
              <a:gd name="connsiteY69" fmla="*/ 172293 h 955271"/>
              <a:gd name="connsiteX70" fmla="*/ 5200247 w 5741575"/>
              <a:gd name="connsiteY70" fmla="*/ 142695 h 955271"/>
              <a:gd name="connsiteX71" fmla="*/ 5276878 w 5741575"/>
              <a:gd name="connsiteY71" fmla="*/ 125833 h 955271"/>
              <a:gd name="connsiteX72" fmla="*/ 5373216 w 5741575"/>
              <a:gd name="connsiteY72" fmla="*/ 111851 h 955271"/>
              <a:gd name="connsiteX73" fmla="*/ 5482354 w 5741575"/>
              <a:gd name="connsiteY73" fmla="*/ 69470 h 955271"/>
              <a:gd name="connsiteX74" fmla="*/ 5583280 w 5741575"/>
              <a:gd name="connsiteY74" fmla="*/ 49787 h 955271"/>
              <a:gd name="connsiteX75" fmla="*/ 5613766 w 5741575"/>
              <a:gd name="connsiteY75" fmla="*/ 41855 h 955271"/>
              <a:gd name="connsiteX76" fmla="*/ 5684952 w 5741575"/>
              <a:gd name="connsiteY76" fmla="*/ 26088 h 955271"/>
              <a:gd name="connsiteX77" fmla="*/ 5741575 w 5741575"/>
              <a:gd name="connsiteY77" fmla="*/ 0 h 955271"/>
              <a:gd name="connsiteX0" fmla="*/ 5741575 w 5741575"/>
              <a:gd name="connsiteY0" fmla="*/ 0 h 955271"/>
              <a:gd name="connsiteX1" fmla="*/ 5741575 w 5741575"/>
              <a:gd name="connsiteY1" fmla="*/ 955271 h 955271"/>
              <a:gd name="connsiteX2" fmla="*/ 0 w 5741575"/>
              <a:gd name="connsiteY2" fmla="*/ 955271 h 955271"/>
              <a:gd name="connsiteX3" fmla="*/ 8558 w 5741575"/>
              <a:gd name="connsiteY3" fmla="*/ 953971 h 955271"/>
              <a:gd name="connsiteX4" fmla="*/ 16894 w 5741575"/>
              <a:gd name="connsiteY4" fmla="*/ 953847 h 955271"/>
              <a:gd name="connsiteX5" fmla="*/ 28156 w 5741575"/>
              <a:gd name="connsiteY5" fmla="*/ 951374 h 955271"/>
              <a:gd name="connsiteX6" fmla="*/ 28293 w 5741575"/>
              <a:gd name="connsiteY6" fmla="*/ 950971 h 955271"/>
              <a:gd name="connsiteX7" fmla="*/ 59229 w 5741575"/>
              <a:gd name="connsiteY7" fmla="*/ 903950 h 955271"/>
              <a:gd name="connsiteX8" fmla="*/ 148657 w 5741575"/>
              <a:gd name="connsiteY8" fmla="*/ 898134 h 955271"/>
              <a:gd name="connsiteX9" fmla="*/ 174554 w 5741575"/>
              <a:gd name="connsiteY9" fmla="*/ 886351 h 955271"/>
              <a:gd name="connsiteX10" fmla="*/ 187633 w 5741575"/>
              <a:gd name="connsiteY10" fmla="*/ 878226 h 955271"/>
              <a:gd name="connsiteX11" fmla="*/ 187961 w 5741575"/>
              <a:gd name="connsiteY11" fmla="*/ 876538 h 955271"/>
              <a:gd name="connsiteX12" fmla="*/ 240501 w 5741575"/>
              <a:gd name="connsiteY12" fmla="*/ 873150 h 955271"/>
              <a:gd name="connsiteX13" fmla="*/ 246345 w 5741575"/>
              <a:gd name="connsiteY13" fmla="*/ 869942 h 955271"/>
              <a:gd name="connsiteX14" fmla="*/ 306299 w 5741575"/>
              <a:gd name="connsiteY14" fmla="*/ 873609 h 955271"/>
              <a:gd name="connsiteX15" fmla="*/ 331571 w 5741575"/>
              <a:gd name="connsiteY15" fmla="*/ 869866 h 955271"/>
              <a:gd name="connsiteX16" fmla="*/ 384157 w 5741575"/>
              <a:gd name="connsiteY16" fmla="*/ 867971 h 955271"/>
              <a:gd name="connsiteX17" fmla="*/ 477637 w 5741575"/>
              <a:gd name="connsiteY17" fmla="*/ 870334 h 955271"/>
              <a:gd name="connsiteX18" fmla="*/ 570239 w 5741575"/>
              <a:gd name="connsiteY18" fmla="*/ 829596 h 955271"/>
              <a:gd name="connsiteX19" fmla="*/ 772070 w 5741575"/>
              <a:gd name="connsiteY19" fmla="*/ 820296 h 955271"/>
              <a:gd name="connsiteX20" fmla="*/ 948872 w 5741575"/>
              <a:gd name="connsiteY20" fmla="*/ 772201 h 955271"/>
              <a:gd name="connsiteX21" fmla="*/ 1127089 w 5741575"/>
              <a:gd name="connsiteY21" fmla="*/ 746926 h 955271"/>
              <a:gd name="connsiteX22" fmla="*/ 1226314 w 5741575"/>
              <a:gd name="connsiteY22" fmla="*/ 722473 h 955271"/>
              <a:gd name="connsiteX23" fmla="*/ 1278773 w 5741575"/>
              <a:gd name="connsiteY23" fmla="*/ 711503 h 955271"/>
              <a:gd name="connsiteX24" fmla="*/ 1317691 w 5741575"/>
              <a:gd name="connsiteY24" fmla="*/ 708529 h 955271"/>
              <a:gd name="connsiteX25" fmla="*/ 1360404 w 5741575"/>
              <a:gd name="connsiteY25" fmla="*/ 675922 h 955271"/>
              <a:gd name="connsiteX26" fmla="*/ 1412292 w 5741575"/>
              <a:gd name="connsiteY26" fmla="*/ 670793 h 955271"/>
              <a:gd name="connsiteX27" fmla="*/ 1494753 w 5741575"/>
              <a:gd name="connsiteY27" fmla="*/ 644686 h 955271"/>
              <a:gd name="connsiteX28" fmla="*/ 1616217 w 5741575"/>
              <a:gd name="connsiteY28" fmla="*/ 622107 h 955271"/>
              <a:gd name="connsiteX29" fmla="*/ 1710928 w 5741575"/>
              <a:gd name="connsiteY29" fmla="*/ 600666 h 955271"/>
              <a:gd name="connsiteX30" fmla="*/ 1743718 w 5741575"/>
              <a:gd name="connsiteY30" fmla="*/ 584327 h 955271"/>
              <a:gd name="connsiteX31" fmla="*/ 1873778 w 5741575"/>
              <a:gd name="connsiteY31" fmla="*/ 530130 h 955271"/>
              <a:gd name="connsiteX32" fmla="*/ 1988411 w 5741575"/>
              <a:gd name="connsiteY32" fmla="*/ 491599 h 955271"/>
              <a:gd name="connsiteX33" fmla="*/ 2085507 w 5741575"/>
              <a:gd name="connsiteY33" fmla="*/ 498527 h 955271"/>
              <a:gd name="connsiteX34" fmla="*/ 2090767 w 5741575"/>
              <a:gd name="connsiteY34" fmla="*/ 490616 h 955271"/>
              <a:gd name="connsiteX35" fmla="*/ 2151143 w 5741575"/>
              <a:gd name="connsiteY35" fmla="*/ 478332 h 955271"/>
              <a:gd name="connsiteX36" fmla="*/ 2378710 w 5741575"/>
              <a:gd name="connsiteY36" fmla="*/ 477570 h 955271"/>
              <a:gd name="connsiteX37" fmla="*/ 2496256 w 5741575"/>
              <a:gd name="connsiteY37" fmla="*/ 452396 h 955271"/>
              <a:gd name="connsiteX38" fmla="*/ 2535387 w 5741575"/>
              <a:gd name="connsiteY38" fmla="*/ 436645 h 955271"/>
              <a:gd name="connsiteX39" fmla="*/ 2601109 w 5741575"/>
              <a:gd name="connsiteY39" fmla="*/ 410678 h 955271"/>
              <a:gd name="connsiteX40" fmla="*/ 2643855 w 5741575"/>
              <a:gd name="connsiteY40" fmla="*/ 374482 h 955271"/>
              <a:gd name="connsiteX41" fmla="*/ 2657726 w 5741575"/>
              <a:gd name="connsiteY41" fmla="*/ 365841 h 955271"/>
              <a:gd name="connsiteX42" fmla="*/ 2717296 w 5741575"/>
              <a:gd name="connsiteY42" fmla="*/ 362282 h 955271"/>
              <a:gd name="connsiteX43" fmla="*/ 2777227 w 5741575"/>
              <a:gd name="connsiteY43" fmla="*/ 368972 h 955271"/>
              <a:gd name="connsiteX44" fmla="*/ 2824768 w 5741575"/>
              <a:gd name="connsiteY44" fmla="*/ 361652 h 955271"/>
              <a:gd name="connsiteX45" fmla="*/ 2885545 w 5741575"/>
              <a:gd name="connsiteY45" fmla="*/ 372818 h 955271"/>
              <a:gd name="connsiteX46" fmla="*/ 3009558 w 5741575"/>
              <a:gd name="connsiteY46" fmla="*/ 370573 h 955271"/>
              <a:gd name="connsiteX47" fmla="*/ 3095010 w 5741575"/>
              <a:gd name="connsiteY47" fmla="*/ 332454 h 955271"/>
              <a:gd name="connsiteX48" fmla="*/ 3148998 w 5741575"/>
              <a:gd name="connsiteY48" fmla="*/ 315286 h 955271"/>
              <a:gd name="connsiteX49" fmla="*/ 3195264 w 5741575"/>
              <a:gd name="connsiteY49" fmla="*/ 293158 h 955271"/>
              <a:gd name="connsiteX50" fmla="*/ 3373785 w 5741575"/>
              <a:gd name="connsiteY50" fmla="*/ 255680 h 955271"/>
              <a:gd name="connsiteX51" fmla="*/ 3493851 w 5741575"/>
              <a:gd name="connsiteY51" fmla="*/ 240255 h 955271"/>
              <a:gd name="connsiteX52" fmla="*/ 3537470 w 5741575"/>
              <a:gd name="connsiteY52" fmla="*/ 241867 h 955271"/>
              <a:gd name="connsiteX53" fmla="*/ 3610489 w 5741575"/>
              <a:gd name="connsiteY53" fmla="*/ 244128 h 955271"/>
              <a:gd name="connsiteX54" fmla="*/ 3667539 w 5741575"/>
              <a:gd name="connsiteY54" fmla="*/ 263271 h 955271"/>
              <a:gd name="connsiteX55" fmla="*/ 3727614 w 5741575"/>
              <a:gd name="connsiteY55" fmla="*/ 258245 h 955271"/>
              <a:gd name="connsiteX56" fmla="*/ 3738369 w 5741575"/>
              <a:gd name="connsiteY56" fmla="*/ 234506 h 955271"/>
              <a:gd name="connsiteX57" fmla="*/ 3803670 w 5741575"/>
              <a:gd name="connsiteY57" fmla="*/ 236457 h 955271"/>
              <a:gd name="connsiteX58" fmla="*/ 3903080 w 5741575"/>
              <a:gd name="connsiteY58" fmla="*/ 241890 h 955271"/>
              <a:gd name="connsiteX59" fmla="*/ 4114838 w 5741575"/>
              <a:gd name="connsiteY59" fmla="*/ 238165 h 955271"/>
              <a:gd name="connsiteX60" fmla="*/ 4271023 w 5741575"/>
              <a:gd name="connsiteY60" fmla="*/ 241959 h 955271"/>
              <a:gd name="connsiteX61" fmla="*/ 4367397 w 5741575"/>
              <a:gd name="connsiteY61" fmla="*/ 271442 h 955271"/>
              <a:gd name="connsiteX62" fmla="*/ 4495366 w 5741575"/>
              <a:gd name="connsiteY62" fmla="*/ 271618 h 955271"/>
              <a:gd name="connsiteX63" fmla="*/ 4517347 w 5741575"/>
              <a:gd name="connsiteY63" fmla="*/ 275639 h 955271"/>
              <a:gd name="connsiteX64" fmla="*/ 4546116 w 5741575"/>
              <a:gd name="connsiteY64" fmla="*/ 268568 h 955271"/>
              <a:gd name="connsiteX65" fmla="*/ 4661259 w 5741575"/>
              <a:gd name="connsiteY65" fmla="*/ 238966 h 955271"/>
              <a:gd name="connsiteX66" fmla="*/ 4750403 w 5741575"/>
              <a:gd name="connsiteY66" fmla="*/ 204364 h 955271"/>
              <a:gd name="connsiteX67" fmla="*/ 4867614 w 5741575"/>
              <a:gd name="connsiteY67" fmla="*/ 208668 h 955271"/>
              <a:gd name="connsiteX68" fmla="*/ 4937036 w 5741575"/>
              <a:gd name="connsiteY68" fmla="*/ 195446 h 955271"/>
              <a:gd name="connsiteX69" fmla="*/ 5067740 w 5741575"/>
              <a:gd name="connsiteY69" fmla="*/ 172293 h 955271"/>
              <a:gd name="connsiteX70" fmla="*/ 5200247 w 5741575"/>
              <a:gd name="connsiteY70" fmla="*/ 142695 h 955271"/>
              <a:gd name="connsiteX71" fmla="*/ 5276878 w 5741575"/>
              <a:gd name="connsiteY71" fmla="*/ 125833 h 955271"/>
              <a:gd name="connsiteX72" fmla="*/ 5373216 w 5741575"/>
              <a:gd name="connsiteY72" fmla="*/ 111851 h 955271"/>
              <a:gd name="connsiteX73" fmla="*/ 5482354 w 5741575"/>
              <a:gd name="connsiteY73" fmla="*/ 69470 h 955271"/>
              <a:gd name="connsiteX74" fmla="*/ 5583280 w 5741575"/>
              <a:gd name="connsiteY74" fmla="*/ 49787 h 955271"/>
              <a:gd name="connsiteX75" fmla="*/ 5613766 w 5741575"/>
              <a:gd name="connsiteY75" fmla="*/ 41855 h 955271"/>
              <a:gd name="connsiteX76" fmla="*/ 5684952 w 5741575"/>
              <a:gd name="connsiteY76" fmla="*/ 26088 h 955271"/>
              <a:gd name="connsiteX77" fmla="*/ 5741575 w 5741575"/>
              <a:gd name="connsiteY77" fmla="*/ 0 h 9552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Lst>
            <a:rect l="l" t="t" r="r" b="b"/>
            <a:pathLst>
              <a:path w="5741575" h="955271">
                <a:moveTo>
                  <a:pt x="5741575" y="0"/>
                </a:moveTo>
                <a:lnTo>
                  <a:pt x="5741575" y="955271"/>
                </a:lnTo>
                <a:lnTo>
                  <a:pt x="0" y="955271"/>
                </a:lnTo>
                <a:lnTo>
                  <a:pt x="8558" y="953971"/>
                </a:lnTo>
                <a:lnTo>
                  <a:pt x="16894" y="953847"/>
                </a:lnTo>
                <a:cubicBezTo>
                  <a:pt x="22474" y="953361"/>
                  <a:pt x="25973" y="952524"/>
                  <a:pt x="28156" y="951374"/>
                </a:cubicBezTo>
                <a:cubicBezTo>
                  <a:pt x="28201" y="951240"/>
                  <a:pt x="28247" y="951105"/>
                  <a:pt x="28293" y="950971"/>
                </a:cubicBezTo>
                <a:lnTo>
                  <a:pt x="59229" y="903950"/>
                </a:lnTo>
                <a:cubicBezTo>
                  <a:pt x="79290" y="895144"/>
                  <a:pt x="126084" y="908630"/>
                  <a:pt x="148657" y="898134"/>
                </a:cubicBezTo>
                <a:cubicBezTo>
                  <a:pt x="172173" y="896348"/>
                  <a:pt x="191809" y="908449"/>
                  <a:pt x="174554" y="886351"/>
                </a:cubicBezTo>
                <a:cubicBezTo>
                  <a:pt x="182014" y="885083"/>
                  <a:pt x="185699" y="882087"/>
                  <a:pt x="187633" y="878226"/>
                </a:cubicBezTo>
                <a:cubicBezTo>
                  <a:pt x="187742" y="877663"/>
                  <a:pt x="187852" y="877101"/>
                  <a:pt x="187961" y="876538"/>
                </a:cubicBezTo>
                <a:lnTo>
                  <a:pt x="240501" y="873150"/>
                </a:lnTo>
                <a:lnTo>
                  <a:pt x="246345" y="869942"/>
                </a:lnTo>
                <a:lnTo>
                  <a:pt x="306299" y="873609"/>
                </a:lnTo>
                <a:cubicBezTo>
                  <a:pt x="312531" y="875279"/>
                  <a:pt x="320316" y="874896"/>
                  <a:pt x="331571" y="869866"/>
                </a:cubicBezTo>
                <a:lnTo>
                  <a:pt x="384157" y="867971"/>
                </a:lnTo>
                <a:lnTo>
                  <a:pt x="477637" y="870334"/>
                </a:lnTo>
                <a:cubicBezTo>
                  <a:pt x="485456" y="872042"/>
                  <a:pt x="563433" y="825458"/>
                  <a:pt x="570239" y="829596"/>
                </a:cubicBezTo>
                <a:cubicBezTo>
                  <a:pt x="641939" y="824282"/>
                  <a:pt x="685473" y="832029"/>
                  <a:pt x="772070" y="820296"/>
                </a:cubicBezTo>
                <a:cubicBezTo>
                  <a:pt x="833120" y="817018"/>
                  <a:pt x="871984" y="794388"/>
                  <a:pt x="948872" y="772201"/>
                </a:cubicBezTo>
                <a:cubicBezTo>
                  <a:pt x="1011630" y="801590"/>
                  <a:pt x="1039188" y="762914"/>
                  <a:pt x="1127089" y="746926"/>
                </a:cubicBezTo>
                <a:cubicBezTo>
                  <a:pt x="1186739" y="737882"/>
                  <a:pt x="1185110" y="732158"/>
                  <a:pt x="1226314" y="722473"/>
                </a:cubicBezTo>
                <a:cubicBezTo>
                  <a:pt x="1234331" y="718091"/>
                  <a:pt x="1271693" y="717214"/>
                  <a:pt x="1278773" y="711503"/>
                </a:cubicBezTo>
                <a:lnTo>
                  <a:pt x="1317691" y="708529"/>
                </a:lnTo>
                <a:lnTo>
                  <a:pt x="1360404" y="675922"/>
                </a:lnTo>
                <a:lnTo>
                  <a:pt x="1412292" y="670793"/>
                </a:lnTo>
                <a:lnTo>
                  <a:pt x="1494753" y="644686"/>
                </a:lnTo>
                <a:cubicBezTo>
                  <a:pt x="1542884" y="655944"/>
                  <a:pt x="1556151" y="606226"/>
                  <a:pt x="1616217" y="622107"/>
                </a:cubicBezTo>
                <a:cubicBezTo>
                  <a:pt x="1637755" y="624837"/>
                  <a:pt x="1701030" y="614257"/>
                  <a:pt x="1710928" y="600666"/>
                </a:cubicBezTo>
                <a:cubicBezTo>
                  <a:pt x="1723693" y="596072"/>
                  <a:pt x="1739861" y="597834"/>
                  <a:pt x="1743718" y="584327"/>
                </a:cubicBezTo>
                <a:cubicBezTo>
                  <a:pt x="1770860" y="572571"/>
                  <a:pt x="1832996" y="545585"/>
                  <a:pt x="1873778" y="530130"/>
                </a:cubicBezTo>
                <a:cubicBezTo>
                  <a:pt x="1902425" y="541995"/>
                  <a:pt x="1929013" y="504913"/>
                  <a:pt x="1988411" y="491599"/>
                </a:cubicBezTo>
                <a:cubicBezTo>
                  <a:pt x="2020077" y="505546"/>
                  <a:pt x="2028363" y="482381"/>
                  <a:pt x="2085507" y="498527"/>
                </a:cubicBezTo>
                <a:cubicBezTo>
                  <a:pt x="2086719" y="495769"/>
                  <a:pt x="2088490" y="493104"/>
                  <a:pt x="2090767" y="490616"/>
                </a:cubicBezTo>
                <a:cubicBezTo>
                  <a:pt x="2103992" y="476161"/>
                  <a:pt x="2131025" y="470659"/>
                  <a:pt x="2151143" y="478332"/>
                </a:cubicBezTo>
                <a:cubicBezTo>
                  <a:pt x="2240088" y="497642"/>
                  <a:pt x="2310118" y="483043"/>
                  <a:pt x="2378710" y="477570"/>
                </a:cubicBezTo>
                <a:cubicBezTo>
                  <a:pt x="2454975" y="467585"/>
                  <a:pt x="2391576" y="437831"/>
                  <a:pt x="2496256" y="452396"/>
                </a:cubicBezTo>
                <a:cubicBezTo>
                  <a:pt x="2501503" y="436899"/>
                  <a:pt x="2513119" y="433980"/>
                  <a:pt x="2535387" y="436645"/>
                </a:cubicBezTo>
                <a:cubicBezTo>
                  <a:pt x="2572084" y="430778"/>
                  <a:pt x="2557124" y="397207"/>
                  <a:pt x="2601109" y="410678"/>
                </a:cubicBezTo>
                <a:cubicBezTo>
                  <a:pt x="2588000" y="393616"/>
                  <a:pt x="2667428" y="390302"/>
                  <a:pt x="2643855" y="374482"/>
                </a:cubicBezTo>
                <a:cubicBezTo>
                  <a:pt x="2648277" y="369169"/>
                  <a:pt x="2645486" y="367874"/>
                  <a:pt x="2657726" y="365841"/>
                </a:cubicBezTo>
                <a:cubicBezTo>
                  <a:pt x="2669966" y="363808"/>
                  <a:pt x="2707566" y="363569"/>
                  <a:pt x="2717296" y="362282"/>
                </a:cubicBezTo>
                <a:lnTo>
                  <a:pt x="2777227" y="368972"/>
                </a:lnTo>
                <a:lnTo>
                  <a:pt x="2824768" y="361652"/>
                </a:lnTo>
                <a:lnTo>
                  <a:pt x="2885545" y="372818"/>
                </a:lnTo>
                <a:cubicBezTo>
                  <a:pt x="2905895" y="352581"/>
                  <a:pt x="2948591" y="377825"/>
                  <a:pt x="3009558" y="370573"/>
                </a:cubicBezTo>
                <a:cubicBezTo>
                  <a:pt x="3031640" y="347442"/>
                  <a:pt x="3050695" y="365935"/>
                  <a:pt x="3095010" y="332454"/>
                </a:cubicBezTo>
                <a:cubicBezTo>
                  <a:pt x="3097485" y="334582"/>
                  <a:pt x="3132289" y="321835"/>
                  <a:pt x="3148998" y="315286"/>
                </a:cubicBezTo>
                <a:cubicBezTo>
                  <a:pt x="3165707" y="308737"/>
                  <a:pt x="3180646" y="306766"/>
                  <a:pt x="3195264" y="293158"/>
                </a:cubicBezTo>
                <a:cubicBezTo>
                  <a:pt x="3267122" y="246372"/>
                  <a:pt x="3308286" y="273118"/>
                  <a:pt x="3373785" y="255680"/>
                </a:cubicBezTo>
                <a:cubicBezTo>
                  <a:pt x="3448540" y="239861"/>
                  <a:pt x="3405238" y="287846"/>
                  <a:pt x="3493851" y="240255"/>
                </a:cubicBezTo>
                <a:cubicBezTo>
                  <a:pt x="3506326" y="252723"/>
                  <a:pt x="3518405" y="251593"/>
                  <a:pt x="3537470" y="241867"/>
                </a:cubicBezTo>
                <a:cubicBezTo>
                  <a:pt x="3573967" y="235226"/>
                  <a:pt x="3576893" y="270855"/>
                  <a:pt x="3610489" y="244128"/>
                </a:cubicBezTo>
                <a:cubicBezTo>
                  <a:pt x="3606935" y="264036"/>
                  <a:pt x="3681284" y="241075"/>
                  <a:pt x="3667539" y="263271"/>
                </a:cubicBezTo>
                <a:cubicBezTo>
                  <a:pt x="3694251" y="276940"/>
                  <a:pt x="3701441" y="246803"/>
                  <a:pt x="3727614" y="258245"/>
                </a:cubicBezTo>
                <a:cubicBezTo>
                  <a:pt x="3754952" y="257751"/>
                  <a:pt x="3708960" y="240314"/>
                  <a:pt x="3738369" y="234506"/>
                </a:cubicBezTo>
                <a:cubicBezTo>
                  <a:pt x="3774580" y="230879"/>
                  <a:pt x="3768868" y="196201"/>
                  <a:pt x="3803670" y="236457"/>
                </a:cubicBezTo>
                <a:cubicBezTo>
                  <a:pt x="3839567" y="220301"/>
                  <a:pt x="3850064" y="239151"/>
                  <a:pt x="3903080" y="241890"/>
                </a:cubicBezTo>
                <a:cubicBezTo>
                  <a:pt x="3954941" y="242175"/>
                  <a:pt x="4053514" y="238154"/>
                  <a:pt x="4114838" y="238165"/>
                </a:cubicBezTo>
                <a:cubicBezTo>
                  <a:pt x="4173784" y="217210"/>
                  <a:pt x="4209756" y="243378"/>
                  <a:pt x="4271023" y="241959"/>
                </a:cubicBezTo>
                <a:cubicBezTo>
                  <a:pt x="4326191" y="205535"/>
                  <a:pt x="4316856" y="279258"/>
                  <a:pt x="4367397" y="271442"/>
                </a:cubicBezTo>
                <a:cubicBezTo>
                  <a:pt x="4420874" y="271391"/>
                  <a:pt x="4369000" y="295343"/>
                  <a:pt x="4495366" y="271618"/>
                </a:cubicBezTo>
                <a:cubicBezTo>
                  <a:pt x="4501905" y="266287"/>
                  <a:pt x="4518077" y="269240"/>
                  <a:pt x="4517347" y="275639"/>
                </a:cubicBezTo>
                <a:cubicBezTo>
                  <a:pt x="4525170" y="272832"/>
                  <a:pt x="4542809" y="258800"/>
                  <a:pt x="4546116" y="268568"/>
                </a:cubicBezTo>
                <a:cubicBezTo>
                  <a:pt x="4586961" y="265354"/>
                  <a:pt x="4626617" y="255160"/>
                  <a:pt x="4661259" y="238966"/>
                </a:cubicBezTo>
                <a:cubicBezTo>
                  <a:pt x="4741966" y="247639"/>
                  <a:pt x="4693066" y="205693"/>
                  <a:pt x="4750403" y="204364"/>
                </a:cubicBezTo>
                <a:cubicBezTo>
                  <a:pt x="4798501" y="219113"/>
                  <a:pt x="4813319" y="201253"/>
                  <a:pt x="4867614" y="208668"/>
                </a:cubicBezTo>
                <a:cubicBezTo>
                  <a:pt x="4881621" y="174373"/>
                  <a:pt x="4917566" y="206761"/>
                  <a:pt x="4937036" y="195446"/>
                </a:cubicBezTo>
                <a:cubicBezTo>
                  <a:pt x="4974214" y="229763"/>
                  <a:pt x="5033435" y="175163"/>
                  <a:pt x="5067740" y="172293"/>
                </a:cubicBezTo>
                <a:cubicBezTo>
                  <a:pt x="5126160" y="173265"/>
                  <a:pt x="5172786" y="183138"/>
                  <a:pt x="5200247" y="142695"/>
                </a:cubicBezTo>
                <a:cubicBezTo>
                  <a:pt x="5240970" y="141002"/>
                  <a:pt x="5240507" y="134755"/>
                  <a:pt x="5276878" y="125833"/>
                </a:cubicBezTo>
                <a:cubicBezTo>
                  <a:pt x="5316470" y="106736"/>
                  <a:pt x="5327221" y="110178"/>
                  <a:pt x="5373216" y="111851"/>
                </a:cubicBezTo>
                <a:cubicBezTo>
                  <a:pt x="5382801" y="84741"/>
                  <a:pt x="5419294" y="93078"/>
                  <a:pt x="5482354" y="69470"/>
                </a:cubicBezTo>
                <a:cubicBezTo>
                  <a:pt x="5507119" y="85574"/>
                  <a:pt x="5545363" y="52240"/>
                  <a:pt x="5583280" y="49787"/>
                </a:cubicBezTo>
                <a:cubicBezTo>
                  <a:pt x="5589344" y="36484"/>
                  <a:pt x="5598103" y="36349"/>
                  <a:pt x="5613766" y="41855"/>
                </a:cubicBezTo>
                <a:cubicBezTo>
                  <a:pt x="5636621" y="41086"/>
                  <a:pt x="5660728" y="35034"/>
                  <a:pt x="5684952" y="26088"/>
                </a:cubicBezTo>
                <a:lnTo>
                  <a:pt x="5741575" y="0"/>
                </a:lnTo>
                <a:close/>
              </a:path>
            </a:pathLst>
          </a:custGeom>
          <a:solidFill>
            <a:srgbClr val="82766A">
              <a:alpha val="15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Content Placeholder 3">
            <a:extLst>
              <a:ext uri="{FF2B5EF4-FFF2-40B4-BE49-F238E27FC236}">
                <a16:creationId xmlns:a16="http://schemas.microsoft.com/office/drawing/2014/main" id="{C0BFBAF9-CCBC-ACCC-6118-D1D2A320B705}"/>
              </a:ext>
            </a:extLst>
          </p:cNvPr>
          <p:cNvSpPr>
            <a:spLocks noGrp="1"/>
          </p:cNvSpPr>
          <p:nvPr>
            <p:ph sz="half" idx="2"/>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85473" y="2251390"/>
            <a:ext cx="7010111" cy="3745853"/>
          </a:xfrm>
        </p:spPr>
        <p:txBody>
          <a:bodyPr>
            <a:noAutofit/>
          </a:bodyPr>
          <a:lstStyle/>
          <a:p>
            <a:pPr marL="0" indent="0">
              <a:lnSpc>
                <a:spcPts val="1800"/>
              </a:lnSpc>
              <a:spcBef>
                <a:spcPts val="0"/>
              </a:spcBef>
              <a:spcAft>
                <a:spcPts val="300"/>
              </a:spcAft>
              <a:buNone/>
            </a:pPr>
            <a:r>
              <a:rPr lang="en-US" sz="2000" b="1" dirty="0">
                <a:solidFill>
                  <a:schemeClr val="tx1">
                    <a:lumMod val="65000"/>
                    <a:lumOff val="35000"/>
                  </a:schemeClr>
                </a:solidFill>
              </a:rPr>
              <a:t>Dependence on Volunteers</a:t>
            </a:r>
          </a:p>
          <a:p>
            <a:pPr marL="0" lvl="1" indent="0">
              <a:lnSpc>
                <a:spcPts val="2000"/>
              </a:lnSpc>
              <a:spcBef>
                <a:spcPts val="0"/>
              </a:spcBef>
              <a:spcAft>
                <a:spcPts val="600"/>
              </a:spcAft>
              <a:buNone/>
            </a:pPr>
            <a:r>
              <a:rPr lang="en-US" sz="1600" dirty="0"/>
              <a:t>Cloudcroft relies on volunteers for essential roles in government, schools, library, fire department, and community committees.</a:t>
            </a:r>
          </a:p>
          <a:p>
            <a:pPr marL="0" indent="0">
              <a:lnSpc>
                <a:spcPts val="1800"/>
              </a:lnSpc>
              <a:spcBef>
                <a:spcPts val="1200"/>
              </a:spcBef>
              <a:spcAft>
                <a:spcPts val="300"/>
              </a:spcAft>
              <a:buNone/>
            </a:pPr>
            <a:r>
              <a:rPr lang="en-US" sz="2000" b="1" dirty="0">
                <a:solidFill>
                  <a:schemeClr val="tx1">
                    <a:lumMod val="65000"/>
                    <a:lumOff val="35000"/>
                  </a:schemeClr>
                </a:solidFill>
              </a:rPr>
              <a:t>Lack of Formal Training</a:t>
            </a:r>
          </a:p>
          <a:p>
            <a:pPr marL="0" lvl="1" indent="0">
              <a:lnSpc>
                <a:spcPts val="2000"/>
              </a:lnSpc>
              <a:spcBef>
                <a:spcPts val="0"/>
              </a:spcBef>
              <a:spcAft>
                <a:spcPts val="600"/>
              </a:spcAft>
              <a:buNone/>
            </a:pPr>
            <a:r>
              <a:rPr lang="en-US" sz="1600" dirty="0"/>
              <a:t>There is no formal system to identify or train these leaders, resulting in unprepared volunteers and oversights.</a:t>
            </a:r>
          </a:p>
          <a:p>
            <a:pPr marL="0" indent="0">
              <a:lnSpc>
                <a:spcPts val="1800"/>
              </a:lnSpc>
              <a:spcBef>
                <a:spcPts val="1200"/>
              </a:spcBef>
              <a:spcAft>
                <a:spcPts val="300"/>
              </a:spcAft>
              <a:buNone/>
            </a:pPr>
            <a:r>
              <a:rPr lang="en-US" sz="2000" b="1" dirty="0">
                <a:solidFill>
                  <a:schemeClr val="tx1">
                    <a:lumMod val="65000"/>
                    <a:lumOff val="35000"/>
                  </a:schemeClr>
                </a:solidFill>
              </a:rPr>
              <a:t>Volunteer Burnout</a:t>
            </a:r>
          </a:p>
          <a:p>
            <a:pPr marL="0" lvl="1" indent="0">
              <a:lnSpc>
                <a:spcPts val="2000"/>
              </a:lnSpc>
              <a:spcBef>
                <a:spcPts val="0"/>
              </a:spcBef>
              <a:spcAft>
                <a:spcPts val="600"/>
              </a:spcAft>
              <a:buNone/>
            </a:pPr>
            <a:r>
              <a:rPr lang="en-US" sz="1600" dirty="0"/>
              <a:t>Without proper systems, we experience burnout and high turnover, affecting the efficiency of community services.</a:t>
            </a:r>
          </a:p>
          <a:p>
            <a:pPr marL="0" indent="0">
              <a:lnSpc>
                <a:spcPts val="1800"/>
              </a:lnSpc>
              <a:spcBef>
                <a:spcPts val="1200"/>
              </a:spcBef>
              <a:spcAft>
                <a:spcPts val="300"/>
              </a:spcAft>
              <a:buNone/>
            </a:pPr>
            <a:r>
              <a:rPr lang="en-US" sz="2000" b="1" dirty="0">
                <a:solidFill>
                  <a:schemeClr val="tx1">
                    <a:lumMod val="65000"/>
                    <a:lumOff val="35000"/>
                  </a:schemeClr>
                </a:solidFill>
              </a:rPr>
              <a:t>Weak Networking</a:t>
            </a:r>
          </a:p>
          <a:p>
            <a:pPr marL="0" lvl="1" indent="0">
              <a:lnSpc>
                <a:spcPts val="2000"/>
              </a:lnSpc>
              <a:spcBef>
                <a:spcPts val="0"/>
              </a:spcBef>
              <a:spcAft>
                <a:spcPts val="600"/>
              </a:spcAft>
              <a:buNone/>
            </a:pPr>
            <a:r>
              <a:rPr lang="en-US" sz="1600" dirty="0"/>
              <a:t>There is weak networking across groups, exacerbating coordination and communication issues.</a:t>
            </a:r>
          </a:p>
        </p:txBody>
      </p:sp>
      <p:sp>
        <p:nvSpPr>
          <p:cNvPr id="37" name="Freeform: Shape 29">
            <a:extLst>
              <a:ext uri="{FF2B5EF4-FFF2-40B4-BE49-F238E27FC236}">
                <a16:creationId xmlns:a16="http://schemas.microsoft.com/office/drawing/2014/main" id="{6BFFEA99-E831-4C3B-8D16-0EA4AB33FFC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595584" y="610517"/>
            <a:ext cx="4010943" cy="5636963"/>
          </a:xfrm>
          <a:custGeom>
            <a:avLst/>
            <a:gdLst>
              <a:gd name="connsiteX0" fmla="*/ 0 w 2400300"/>
              <a:gd name="connsiteY0" fmla="*/ 0 h 2400300"/>
              <a:gd name="connsiteX1" fmla="*/ 2400300 w 2400300"/>
              <a:gd name="connsiteY1" fmla="*/ 0 h 2400300"/>
              <a:gd name="connsiteX2" fmla="*/ 2400300 w 2400300"/>
              <a:gd name="connsiteY2" fmla="*/ 2400300 h 2400300"/>
              <a:gd name="connsiteX3" fmla="*/ 0 w 2400300"/>
              <a:gd name="connsiteY3" fmla="*/ 2400300 h 2400300"/>
            </a:gdLst>
            <a:ahLst/>
            <a:cxnLst>
              <a:cxn ang="0">
                <a:pos x="connsiteX0" y="connsiteY0"/>
              </a:cxn>
              <a:cxn ang="0">
                <a:pos x="connsiteX1" y="connsiteY1"/>
              </a:cxn>
              <a:cxn ang="0">
                <a:pos x="connsiteX2" y="connsiteY2"/>
              </a:cxn>
              <a:cxn ang="0">
                <a:pos x="connsiteX3" y="connsiteY3"/>
              </a:cxn>
            </a:cxnLst>
            <a:rect l="l" t="t" r="r" b="b"/>
            <a:pathLst>
              <a:path w="2400300" h="2400300">
                <a:moveTo>
                  <a:pt x="0" y="0"/>
                </a:moveTo>
                <a:lnTo>
                  <a:pt x="2400300" y="0"/>
                </a:lnTo>
                <a:lnTo>
                  <a:pt x="2400300" y="2400300"/>
                </a:lnTo>
                <a:lnTo>
                  <a:pt x="0" y="2400300"/>
                </a:lnTo>
                <a:close/>
              </a:path>
            </a:pathLst>
          </a:custGeom>
          <a:solidFill>
            <a:srgbClr val="FFFFFF"/>
          </a:solidFill>
          <a:ln>
            <a:noFill/>
          </a:ln>
          <a:effectLst>
            <a:outerShdw blurRad="38100" dist="12700" dir="3000000" algn="tl" rotWithShape="0">
              <a:prstClr val="black">
                <a:alpha val="27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8" name="Content Placeholder 4">
            <a:extLst>
              <a:ext uri="{FF2B5EF4-FFF2-40B4-BE49-F238E27FC236}">
                <a16:creationId xmlns:a16="http://schemas.microsoft.com/office/drawing/2014/main" id="{5F8BAE9B-B121-702F-FEB8-9EBC58755E17}"/>
              </a:ext>
            </a:extLst>
          </p:cNvPr>
          <p:cNvPicPr>
            <a:picLocks noGrp="1" noChangeAspect="1"/>
          </p:cNvPicPr>
          <p:nvPr>
            <p:ph sz="half" idx="1"/>
          </p:nvPr>
        </p:nvPicPr>
        <p:blipFill>
          <a:blip r:embed="rId3"/>
          <a:srcRect t="84" b="84"/>
          <a:stretch/>
        </p:blipFill>
        <p:spPr>
          <a:xfrm rot="21129971">
            <a:off x="7071553" y="1017518"/>
            <a:ext cx="5500491" cy="5491242"/>
          </a:xfrm>
          <a:prstGeom prst="rect">
            <a:avLst/>
          </a:prstGeom>
          <a:effectLst>
            <a:outerShdw blurRad="50800" dist="116268" dir="2700000" sx="101029" sy="101029" algn="tl" rotWithShape="0">
              <a:prstClr val="black">
                <a:alpha val="17320"/>
              </a:prstClr>
            </a:outerShdw>
          </a:effectLst>
        </p:spPr>
      </p:pic>
    </p:spTree>
    <p:extLst>
      <p:ext uri="{BB962C8B-B14F-4D97-AF65-F5344CB8AC3E}">
        <p14:creationId xmlns:p14="http://schemas.microsoft.com/office/powerpoint/2010/main" val="683461832"/>
      </p:ext>
    </p:extLst>
  </p:cSld>
  <p:clrMapOvr>
    <a:masterClrMapping/>
  </p:clrMapOvr>
  <p:transition>
    <p:fade/>
  </p:transition>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4" name="Rectangle 23">
            <a:extLst>
              <a:ext uri="{FF2B5EF4-FFF2-40B4-BE49-F238E27FC236}">
                <a16:creationId xmlns:a16="http://schemas.microsoft.com/office/drawing/2014/main" id="{10EB215C-7839-4CEA-AA02-B8F7755F9CE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Freeform: Shape 25">
            <a:extLst>
              <a:ext uri="{FF2B5EF4-FFF2-40B4-BE49-F238E27FC236}">
                <a16:creationId xmlns:a16="http://schemas.microsoft.com/office/drawing/2014/main" id="{91011C6D-05BE-4D99-8C11-A0E478B1299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0915134" cy="2251389"/>
          </a:xfrm>
          <a:custGeom>
            <a:avLst/>
            <a:gdLst>
              <a:gd name="connsiteX0" fmla="*/ 0 w 10915134"/>
              <a:gd name="connsiteY0" fmla="*/ 0 h 2251389"/>
              <a:gd name="connsiteX1" fmla="*/ 10915134 w 10915134"/>
              <a:gd name="connsiteY1" fmla="*/ 0 h 2251389"/>
              <a:gd name="connsiteX2" fmla="*/ 10882980 w 10915134"/>
              <a:gd name="connsiteY2" fmla="*/ 49990 h 2251389"/>
              <a:gd name="connsiteX3" fmla="*/ 10834795 w 10915134"/>
              <a:gd name="connsiteY3" fmla="*/ 110024 h 2251389"/>
              <a:gd name="connsiteX4" fmla="*/ 10738392 w 10915134"/>
              <a:gd name="connsiteY4" fmla="*/ 165813 h 2251389"/>
              <a:gd name="connsiteX5" fmla="*/ 10633692 w 10915134"/>
              <a:gd name="connsiteY5" fmla="*/ 209264 h 2251389"/>
              <a:gd name="connsiteX6" fmla="*/ 10586800 w 10915134"/>
              <a:gd name="connsiteY6" fmla="*/ 239716 h 2251389"/>
              <a:gd name="connsiteX7" fmla="*/ 10501658 w 10915134"/>
              <a:gd name="connsiteY7" fmla="*/ 307174 h 2251389"/>
              <a:gd name="connsiteX8" fmla="*/ 10404067 w 10915134"/>
              <a:gd name="connsiteY8" fmla="*/ 412395 h 2251389"/>
              <a:gd name="connsiteX9" fmla="*/ 10380953 w 10915134"/>
              <a:gd name="connsiteY9" fmla="*/ 472334 h 2251389"/>
              <a:gd name="connsiteX10" fmla="*/ 10341416 w 10915134"/>
              <a:gd name="connsiteY10" fmla="*/ 504774 h 2251389"/>
              <a:gd name="connsiteX11" fmla="*/ 10326329 w 10915134"/>
              <a:gd name="connsiteY11" fmla="*/ 523459 h 2251389"/>
              <a:gd name="connsiteX12" fmla="*/ 10298289 w 10915134"/>
              <a:gd name="connsiteY12" fmla="*/ 532173 h 2251389"/>
              <a:gd name="connsiteX13" fmla="*/ 10243127 w 10915134"/>
              <a:gd name="connsiteY13" fmla="*/ 540715 h 2251389"/>
              <a:gd name="connsiteX14" fmla="*/ 10141243 w 10915134"/>
              <a:gd name="connsiteY14" fmla="*/ 592343 h 2251389"/>
              <a:gd name="connsiteX15" fmla="*/ 9940352 w 10915134"/>
              <a:gd name="connsiteY15" fmla="*/ 631518 h 2251389"/>
              <a:gd name="connsiteX16" fmla="*/ 9836226 w 10915134"/>
              <a:gd name="connsiteY16" fmla="*/ 660496 h 2251389"/>
              <a:gd name="connsiteX17" fmla="*/ 9686899 w 10915134"/>
              <a:gd name="connsiteY17" fmla="*/ 683782 h 2251389"/>
              <a:gd name="connsiteX18" fmla="*/ 9578209 w 10915134"/>
              <a:gd name="connsiteY18" fmla="*/ 709781 h 2251389"/>
              <a:gd name="connsiteX19" fmla="*/ 9437298 w 10915134"/>
              <a:gd name="connsiteY19" fmla="*/ 757337 h 2251389"/>
              <a:gd name="connsiteX20" fmla="*/ 9435498 w 10915134"/>
              <a:gd name="connsiteY20" fmla="*/ 759689 h 2251389"/>
              <a:gd name="connsiteX21" fmla="*/ 9413910 w 10915134"/>
              <a:gd name="connsiteY21" fmla="*/ 764531 h 2251389"/>
              <a:gd name="connsiteX22" fmla="*/ 9361370 w 10915134"/>
              <a:gd name="connsiteY22" fmla="*/ 760593 h 2251389"/>
              <a:gd name="connsiteX23" fmla="*/ 9356626 w 10915134"/>
              <a:gd name="connsiteY23" fmla="*/ 764594 h 2251389"/>
              <a:gd name="connsiteX24" fmla="*/ 9311281 w 10915134"/>
              <a:gd name="connsiteY24" fmla="*/ 769260 h 2251389"/>
              <a:gd name="connsiteX25" fmla="*/ 9311173 w 10915134"/>
              <a:gd name="connsiteY25" fmla="*/ 771337 h 2251389"/>
              <a:gd name="connsiteX26" fmla="*/ 9300658 w 10915134"/>
              <a:gd name="connsiteY26" fmla="*/ 781452 h 2251389"/>
              <a:gd name="connsiteX27" fmla="*/ 9279376 w 10915134"/>
              <a:gd name="connsiteY27" fmla="*/ 796188 h 2251389"/>
              <a:gd name="connsiteX28" fmla="*/ 9189502 w 10915134"/>
              <a:gd name="connsiteY28" fmla="*/ 860175 h 2251389"/>
              <a:gd name="connsiteX29" fmla="*/ 9180260 w 10915134"/>
              <a:gd name="connsiteY29" fmla="*/ 862300 h 2251389"/>
              <a:gd name="connsiteX30" fmla="*/ 9180186 w 10915134"/>
              <a:gd name="connsiteY30" fmla="*/ 862799 h 2251389"/>
              <a:gd name="connsiteX31" fmla="*/ 9170652 w 10915134"/>
              <a:gd name="connsiteY31" fmla="*/ 865945 h 2251389"/>
              <a:gd name="connsiteX32" fmla="*/ 9145484 w 10915134"/>
              <a:gd name="connsiteY32" fmla="*/ 870300 h 2251389"/>
              <a:gd name="connsiteX33" fmla="*/ 9140031 w 10915134"/>
              <a:gd name="connsiteY33" fmla="*/ 874741 h 2251389"/>
              <a:gd name="connsiteX34" fmla="*/ 9138892 w 10915134"/>
              <a:gd name="connsiteY34" fmla="*/ 880860 h 2251389"/>
              <a:gd name="connsiteX35" fmla="*/ 9107257 w 10915134"/>
              <a:gd name="connsiteY35" fmla="*/ 903704 h 2251389"/>
              <a:gd name="connsiteX36" fmla="*/ 9034880 w 10915134"/>
              <a:gd name="connsiteY36" fmla="*/ 948837 h 2251389"/>
              <a:gd name="connsiteX37" fmla="*/ 8950600 w 10915134"/>
              <a:gd name="connsiteY37" fmla="*/ 994853 h 2251389"/>
              <a:gd name="connsiteX38" fmla="*/ 8753014 w 10915134"/>
              <a:gd name="connsiteY38" fmla="*/ 1118658 h 2251389"/>
              <a:gd name="connsiteX39" fmla="*/ 8581094 w 10915134"/>
              <a:gd name="connsiteY39" fmla="*/ 1153261 h 2251389"/>
              <a:gd name="connsiteX40" fmla="*/ 8498175 w 10915134"/>
              <a:gd name="connsiteY40" fmla="*/ 1187969 h 2251389"/>
              <a:gd name="connsiteX41" fmla="*/ 8448788 w 10915134"/>
              <a:gd name="connsiteY41" fmla="*/ 1206463 h 2251389"/>
              <a:gd name="connsiteX42" fmla="*/ 8367996 w 10915134"/>
              <a:gd name="connsiteY42" fmla="*/ 1232783 h 2251389"/>
              <a:gd name="connsiteX43" fmla="*/ 8367423 w 10915134"/>
              <a:gd name="connsiteY43" fmla="*/ 1238278 h 2251389"/>
              <a:gd name="connsiteX44" fmla="*/ 8359640 w 10915134"/>
              <a:gd name="connsiteY44" fmla="*/ 1246782 h 2251389"/>
              <a:gd name="connsiteX45" fmla="*/ 8346100 w 10915134"/>
              <a:gd name="connsiteY45" fmla="*/ 1266142 h 2251389"/>
              <a:gd name="connsiteX46" fmla="*/ 8318833 w 10915134"/>
              <a:gd name="connsiteY46" fmla="*/ 1292714 h 2251389"/>
              <a:gd name="connsiteX47" fmla="*/ 8317719 w 10915134"/>
              <a:gd name="connsiteY47" fmla="*/ 1291904 h 2251389"/>
              <a:gd name="connsiteX48" fmla="*/ 8307730 w 10915134"/>
              <a:gd name="connsiteY48" fmla="*/ 1293984 h 2251389"/>
              <a:gd name="connsiteX49" fmla="*/ 8240756 w 10915134"/>
              <a:gd name="connsiteY49" fmla="*/ 1301537 h 2251389"/>
              <a:gd name="connsiteX50" fmla="*/ 8216639 w 10915134"/>
              <a:gd name="connsiteY50" fmla="*/ 1327887 h 2251389"/>
              <a:gd name="connsiteX51" fmla="*/ 8211337 w 10915134"/>
              <a:gd name="connsiteY51" fmla="*/ 1332570 h 2251389"/>
              <a:gd name="connsiteX52" fmla="*/ 8211048 w 10915134"/>
              <a:gd name="connsiteY52" fmla="*/ 1332403 h 2251389"/>
              <a:gd name="connsiteX53" fmla="*/ 8205085 w 10915134"/>
              <a:gd name="connsiteY53" fmla="*/ 1336831 h 2251389"/>
              <a:gd name="connsiteX54" fmla="*/ 8137554 w 10915134"/>
              <a:gd name="connsiteY54" fmla="*/ 1342145 h 2251389"/>
              <a:gd name="connsiteX55" fmla="*/ 8054564 w 10915134"/>
              <a:gd name="connsiteY55" fmla="*/ 1367911 h 2251389"/>
              <a:gd name="connsiteX56" fmla="*/ 7973237 w 10915134"/>
              <a:gd name="connsiteY56" fmla="*/ 1397544 h 2251389"/>
              <a:gd name="connsiteX57" fmla="*/ 7944198 w 10915134"/>
              <a:gd name="connsiteY57" fmla="*/ 1410276 h 2251389"/>
              <a:gd name="connsiteX58" fmla="*/ 7890643 w 10915134"/>
              <a:gd name="connsiteY58" fmla="*/ 1424144 h 2251389"/>
              <a:gd name="connsiteX59" fmla="*/ 7864997 w 10915134"/>
              <a:gd name="connsiteY59" fmla="*/ 1425023 h 2251389"/>
              <a:gd name="connsiteX60" fmla="*/ 7864067 w 10915134"/>
              <a:gd name="connsiteY60" fmla="*/ 1426002 h 2251389"/>
              <a:gd name="connsiteX61" fmla="*/ 7861153 w 10915134"/>
              <a:gd name="connsiteY61" fmla="*/ 1423038 h 2251389"/>
              <a:gd name="connsiteX62" fmla="*/ 7844586 w 10915134"/>
              <a:gd name="connsiteY62" fmla="*/ 1429169 h 2251389"/>
              <a:gd name="connsiteX63" fmla="*/ 7840350 w 10915134"/>
              <a:gd name="connsiteY63" fmla="*/ 1432451 h 2251389"/>
              <a:gd name="connsiteX64" fmla="*/ 7833722 w 10915134"/>
              <a:gd name="connsiteY64" fmla="*/ 1435148 h 2251389"/>
              <a:gd name="connsiteX65" fmla="*/ 7833492 w 10915134"/>
              <a:gd name="connsiteY65" fmla="*/ 1434901 h 2251389"/>
              <a:gd name="connsiteX66" fmla="*/ 7827413 w 10915134"/>
              <a:gd name="connsiteY66" fmla="*/ 1438043 h 2251389"/>
              <a:gd name="connsiteX67" fmla="*/ 7798463 w 10915134"/>
              <a:gd name="connsiteY67" fmla="*/ 1457407 h 2251389"/>
              <a:gd name="connsiteX68" fmla="*/ 7759015 w 10915134"/>
              <a:gd name="connsiteY68" fmla="*/ 1458666 h 2251389"/>
              <a:gd name="connsiteX69" fmla="*/ 7752684 w 10915134"/>
              <a:gd name="connsiteY69" fmla="*/ 1444792 h 2251389"/>
              <a:gd name="connsiteX70" fmla="*/ 7747867 w 10915134"/>
              <a:gd name="connsiteY70" fmla="*/ 1447976 h 2251389"/>
              <a:gd name="connsiteX71" fmla="*/ 7738750 w 10915134"/>
              <a:gd name="connsiteY71" fmla="*/ 1456574 h 2251389"/>
              <a:gd name="connsiteX72" fmla="*/ 7735619 w 10915134"/>
              <a:gd name="connsiteY72" fmla="*/ 1456320 h 2251389"/>
              <a:gd name="connsiteX73" fmla="*/ 7705072 w 10915134"/>
              <a:gd name="connsiteY73" fmla="*/ 1465768 h 2251389"/>
              <a:gd name="connsiteX74" fmla="*/ 7696073 w 10915134"/>
              <a:gd name="connsiteY74" fmla="*/ 1462212 h 2251389"/>
              <a:gd name="connsiteX75" fmla="*/ 7692096 w 10915134"/>
              <a:gd name="connsiteY75" fmla="*/ 1462163 h 2251389"/>
              <a:gd name="connsiteX76" fmla="*/ 7674689 w 10915134"/>
              <a:gd name="connsiteY76" fmla="*/ 1477613 h 2251389"/>
              <a:gd name="connsiteX77" fmla="*/ 7665348 w 10915134"/>
              <a:gd name="connsiteY77" fmla="*/ 1483862 h 2251389"/>
              <a:gd name="connsiteX78" fmla="*/ 7606276 w 10915134"/>
              <a:gd name="connsiteY78" fmla="*/ 1538521 h 2251389"/>
              <a:gd name="connsiteX79" fmla="*/ 7504695 w 10915134"/>
              <a:gd name="connsiteY79" fmla="*/ 1566686 h 2251389"/>
              <a:gd name="connsiteX80" fmla="*/ 7401270 w 10915134"/>
              <a:gd name="connsiteY80" fmla="*/ 1597361 h 2251389"/>
              <a:gd name="connsiteX81" fmla="*/ 7320321 w 10915134"/>
              <a:gd name="connsiteY81" fmla="*/ 1619535 h 2251389"/>
              <a:gd name="connsiteX82" fmla="*/ 7149526 w 10915134"/>
              <a:gd name="connsiteY82" fmla="*/ 1743630 h 2251389"/>
              <a:gd name="connsiteX83" fmla="*/ 7105391 w 10915134"/>
              <a:gd name="connsiteY83" fmla="*/ 1752328 h 2251389"/>
              <a:gd name="connsiteX84" fmla="*/ 7071654 w 10915134"/>
              <a:gd name="connsiteY84" fmla="*/ 1785091 h 2251389"/>
              <a:gd name="connsiteX85" fmla="*/ 7054359 w 10915134"/>
              <a:gd name="connsiteY85" fmla="*/ 1782439 h 2251389"/>
              <a:gd name="connsiteX86" fmla="*/ 7051319 w 10915134"/>
              <a:gd name="connsiteY86" fmla="*/ 1781706 h 2251389"/>
              <a:gd name="connsiteX87" fmla="*/ 7040377 w 10915134"/>
              <a:gd name="connsiteY87" fmla="*/ 1784767 h 2251389"/>
              <a:gd name="connsiteX88" fmla="*/ 7035771 w 10915134"/>
              <a:gd name="connsiteY88" fmla="*/ 1778137 h 2251389"/>
              <a:gd name="connsiteX89" fmla="*/ 7018208 w 10915134"/>
              <a:gd name="connsiteY89" fmla="*/ 1777373 h 2251389"/>
              <a:gd name="connsiteX90" fmla="*/ 6998493 w 10915134"/>
              <a:gd name="connsiteY90" fmla="*/ 1785098 h 2251389"/>
              <a:gd name="connsiteX91" fmla="*/ 6928288 w 10915134"/>
              <a:gd name="connsiteY91" fmla="*/ 1811732 h 2251389"/>
              <a:gd name="connsiteX92" fmla="*/ 6917773 w 10915134"/>
              <a:gd name="connsiteY92" fmla="*/ 1820666 h 2251389"/>
              <a:gd name="connsiteX93" fmla="*/ 6881789 w 10915134"/>
              <a:gd name="connsiteY93" fmla="*/ 1828309 h 2251389"/>
              <a:gd name="connsiteX94" fmla="*/ 6879926 w 10915134"/>
              <a:gd name="connsiteY94" fmla="*/ 1830591 h 2251389"/>
              <a:gd name="connsiteX95" fmla="*/ 6845508 w 10915134"/>
              <a:gd name="connsiteY95" fmla="*/ 1841035 h 2251389"/>
              <a:gd name="connsiteX96" fmla="*/ 6786683 w 10915134"/>
              <a:gd name="connsiteY96" fmla="*/ 1868367 h 2251389"/>
              <a:gd name="connsiteX97" fmla="*/ 6773874 w 10915134"/>
              <a:gd name="connsiteY97" fmla="*/ 1863267 h 2251389"/>
              <a:gd name="connsiteX98" fmla="*/ 6771241 w 10915134"/>
              <a:gd name="connsiteY98" fmla="*/ 1859449 h 2251389"/>
              <a:gd name="connsiteX99" fmla="*/ 6755065 w 10915134"/>
              <a:gd name="connsiteY99" fmla="*/ 1866822 h 2251389"/>
              <a:gd name="connsiteX100" fmla="*/ 6740854 w 10915134"/>
              <a:gd name="connsiteY100" fmla="*/ 1865352 h 2251389"/>
              <a:gd name="connsiteX101" fmla="*/ 6730997 w 10915134"/>
              <a:gd name="connsiteY101" fmla="*/ 1874155 h 2251389"/>
              <a:gd name="connsiteX102" fmla="*/ 6714212 w 10915134"/>
              <a:gd name="connsiteY102" fmla="*/ 1876293 h 2251389"/>
              <a:gd name="connsiteX103" fmla="*/ 6693130 w 10915134"/>
              <a:gd name="connsiteY103" fmla="*/ 1876808 h 2251389"/>
              <a:gd name="connsiteX104" fmla="*/ 6674405 w 10915134"/>
              <a:gd name="connsiteY104" fmla="*/ 1873459 h 2251389"/>
              <a:gd name="connsiteX105" fmla="*/ 6647714 w 10915134"/>
              <a:gd name="connsiteY105" fmla="*/ 1878941 h 2251389"/>
              <a:gd name="connsiteX106" fmla="*/ 6586613 w 10915134"/>
              <a:gd name="connsiteY106" fmla="*/ 1887053 h 2251389"/>
              <a:gd name="connsiteX107" fmla="*/ 6540424 w 10915134"/>
              <a:gd name="connsiteY107" fmla="*/ 1893269 h 2251389"/>
              <a:gd name="connsiteX108" fmla="*/ 6460034 w 10915134"/>
              <a:gd name="connsiteY108" fmla="*/ 1911286 h 2251389"/>
              <a:gd name="connsiteX109" fmla="*/ 6445449 w 10915134"/>
              <a:gd name="connsiteY109" fmla="*/ 1926499 h 2251389"/>
              <a:gd name="connsiteX110" fmla="*/ 6407092 w 10915134"/>
              <a:gd name="connsiteY110" fmla="*/ 1921993 h 2251389"/>
              <a:gd name="connsiteX111" fmla="*/ 6396332 w 10915134"/>
              <a:gd name="connsiteY111" fmla="*/ 1907025 h 2251389"/>
              <a:gd name="connsiteX112" fmla="*/ 6347048 w 10915134"/>
              <a:gd name="connsiteY112" fmla="*/ 1912130 h 2251389"/>
              <a:gd name="connsiteX113" fmla="*/ 6302270 w 10915134"/>
              <a:gd name="connsiteY113" fmla="*/ 1933613 h 2251389"/>
              <a:gd name="connsiteX114" fmla="*/ 6243078 w 10915134"/>
              <a:gd name="connsiteY114" fmla="*/ 1945644 h 2251389"/>
              <a:gd name="connsiteX115" fmla="*/ 6207738 w 10915134"/>
              <a:gd name="connsiteY115" fmla="*/ 1953011 h 2251389"/>
              <a:gd name="connsiteX116" fmla="*/ 6108781 w 10915134"/>
              <a:gd name="connsiteY116" fmla="*/ 1959474 h 2251389"/>
              <a:gd name="connsiteX117" fmla="*/ 6103698 w 10915134"/>
              <a:gd name="connsiteY117" fmla="*/ 1959304 h 2251389"/>
              <a:gd name="connsiteX118" fmla="*/ 6087017 w 10915134"/>
              <a:gd name="connsiteY118" fmla="*/ 1969078 h 2251389"/>
              <a:gd name="connsiteX119" fmla="*/ 6086313 w 10915134"/>
              <a:gd name="connsiteY119" fmla="*/ 1971580 h 2251389"/>
              <a:gd name="connsiteX120" fmla="*/ 6024291 w 10915134"/>
              <a:gd name="connsiteY120" fmla="*/ 1966761 h 2251389"/>
              <a:gd name="connsiteX121" fmla="*/ 6016853 w 10915134"/>
              <a:gd name="connsiteY121" fmla="*/ 1970526 h 2251389"/>
              <a:gd name="connsiteX122" fmla="*/ 5975404 w 10915134"/>
              <a:gd name="connsiteY122" fmla="*/ 1961749 h 2251389"/>
              <a:gd name="connsiteX123" fmla="*/ 5954536 w 10915134"/>
              <a:gd name="connsiteY123" fmla="*/ 1960220 h 2251389"/>
              <a:gd name="connsiteX124" fmla="*/ 5917280 w 10915134"/>
              <a:gd name="connsiteY124" fmla="*/ 1954478 h 2251389"/>
              <a:gd name="connsiteX125" fmla="*/ 5914232 w 10915134"/>
              <a:gd name="connsiteY125" fmla="*/ 1956919 h 2251389"/>
              <a:gd name="connsiteX126" fmla="*/ 5906850 w 10915134"/>
              <a:gd name="connsiteY126" fmla="*/ 1954702 h 2251389"/>
              <a:gd name="connsiteX127" fmla="*/ 5901461 w 10915134"/>
              <a:gd name="connsiteY127" fmla="*/ 1957577 h 2251389"/>
              <a:gd name="connsiteX128" fmla="*/ 5895317 w 10915134"/>
              <a:gd name="connsiteY128" fmla="*/ 1956828 h 2251389"/>
              <a:gd name="connsiteX129" fmla="*/ 5831128 w 10915134"/>
              <a:gd name="connsiteY129" fmla="*/ 1968382 h 2251389"/>
              <a:gd name="connsiteX130" fmla="*/ 5817261 w 10915134"/>
              <a:gd name="connsiteY130" fmla="*/ 1966124 h 2251389"/>
              <a:gd name="connsiteX131" fmla="*/ 5806791 w 10915134"/>
              <a:gd name="connsiteY131" fmla="*/ 1974713 h 2251389"/>
              <a:gd name="connsiteX132" fmla="*/ 5762574 w 10915134"/>
              <a:gd name="connsiteY132" fmla="*/ 1976973 h 2251389"/>
              <a:gd name="connsiteX133" fmla="*/ 5747297 w 10915134"/>
              <a:gd name="connsiteY133" fmla="*/ 1970252 h 2251389"/>
              <a:gd name="connsiteX134" fmla="*/ 5733169 w 10915134"/>
              <a:gd name="connsiteY134" fmla="*/ 1965433 h 2251389"/>
              <a:gd name="connsiteX135" fmla="*/ 5731338 w 10915134"/>
              <a:gd name="connsiteY135" fmla="*/ 1965447 h 2251389"/>
              <a:gd name="connsiteX136" fmla="*/ 5712957 w 10915134"/>
              <a:gd name="connsiteY136" fmla="*/ 1965596 h 2251389"/>
              <a:gd name="connsiteX137" fmla="*/ 5678760 w 10915134"/>
              <a:gd name="connsiteY137" fmla="*/ 1965873 h 2251389"/>
              <a:gd name="connsiteX138" fmla="*/ 5612457 w 10915134"/>
              <a:gd name="connsiteY138" fmla="*/ 1972287 h 2251389"/>
              <a:gd name="connsiteX139" fmla="*/ 5462439 w 10915134"/>
              <a:gd name="connsiteY139" fmla="*/ 1941766 h 2251389"/>
              <a:gd name="connsiteX140" fmla="*/ 5249426 w 10915134"/>
              <a:gd name="connsiteY140" fmla="*/ 1957993 h 2251389"/>
              <a:gd name="connsiteX141" fmla="*/ 4795460 w 10915134"/>
              <a:gd name="connsiteY141" fmla="*/ 2018541 h 2251389"/>
              <a:gd name="connsiteX142" fmla="*/ 4698875 w 10915134"/>
              <a:gd name="connsiteY142" fmla="*/ 2031693 h 2251389"/>
              <a:gd name="connsiteX143" fmla="*/ 4635334 w 10915134"/>
              <a:gd name="connsiteY143" fmla="*/ 2035504 h 2251389"/>
              <a:gd name="connsiteX144" fmla="*/ 4529228 w 10915134"/>
              <a:gd name="connsiteY144" fmla="*/ 2076609 h 2251389"/>
              <a:gd name="connsiteX145" fmla="*/ 4408461 w 10915134"/>
              <a:gd name="connsiteY145" fmla="*/ 2090939 h 2251389"/>
              <a:gd name="connsiteX146" fmla="*/ 4254651 w 10915134"/>
              <a:gd name="connsiteY146" fmla="*/ 2101730 h 2251389"/>
              <a:gd name="connsiteX147" fmla="*/ 4213233 w 10915134"/>
              <a:gd name="connsiteY147" fmla="*/ 2120326 h 2251389"/>
              <a:gd name="connsiteX148" fmla="*/ 4153938 w 10915134"/>
              <a:gd name="connsiteY148" fmla="*/ 2137520 h 2251389"/>
              <a:gd name="connsiteX149" fmla="*/ 4050969 w 10915134"/>
              <a:gd name="connsiteY149" fmla="*/ 2177971 h 2251389"/>
              <a:gd name="connsiteX150" fmla="*/ 3933162 w 10915134"/>
              <a:gd name="connsiteY150" fmla="*/ 2199509 h 2251389"/>
              <a:gd name="connsiteX151" fmla="*/ 3797609 w 10915134"/>
              <a:gd name="connsiteY151" fmla="*/ 2185813 h 2251389"/>
              <a:gd name="connsiteX152" fmla="*/ 3723511 w 10915134"/>
              <a:gd name="connsiteY152" fmla="*/ 2185401 h 2251389"/>
              <a:gd name="connsiteX153" fmla="*/ 3478465 w 10915134"/>
              <a:gd name="connsiteY153" fmla="*/ 2181087 h 2251389"/>
              <a:gd name="connsiteX154" fmla="*/ 3308996 w 10915134"/>
              <a:gd name="connsiteY154" fmla="*/ 2177978 h 2251389"/>
              <a:gd name="connsiteX155" fmla="*/ 3260282 w 10915134"/>
              <a:gd name="connsiteY155" fmla="*/ 2194479 h 2251389"/>
              <a:gd name="connsiteX156" fmla="*/ 3178557 w 10915134"/>
              <a:gd name="connsiteY156" fmla="*/ 2221451 h 2251389"/>
              <a:gd name="connsiteX157" fmla="*/ 3097074 w 10915134"/>
              <a:gd name="connsiteY157" fmla="*/ 2229837 h 2251389"/>
              <a:gd name="connsiteX158" fmla="*/ 3029944 w 10915134"/>
              <a:gd name="connsiteY158" fmla="*/ 2248531 h 2251389"/>
              <a:gd name="connsiteX159" fmla="*/ 2964870 w 10915134"/>
              <a:gd name="connsiteY159" fmla="*/ 2251389 h 2251389"/>
              <a:gd name="connsiteX160" fmla="*/ 2931496 w 10915134"/>
              <a:gd name="connsiteY160" fmla="*/ 2243024 h 2251389"/>
              <a:gd name="connsiteX161" fmla="*/ 2892959 w 10915134"/>
              <a:gd name="connsiteY161" fmla="*/ 2233969 h 2251389"/>
              <a:gd name="connsiteX162" fmla="*/ 2839074 w 10915134"/>
              <a:gd name="connsiteY162" fmla="*/ 2225008 h 2251389"/>
              <a:gd name="connsiteX163" fmla="*/ 2693779 w 10915134"/>
              <a:gd name="connsiteY163" fmla="*/ 2231570 h 2251389"/>
              <a:gd name="connsiteX164" fmla="*/ 2523799 w 10915134"/>
              <a:gd name="connsiteY164" fmla="*/ 2236547 h 2251389"/>
              <a:gd name="connsiteX165" fmla="*/ 2340069 w 10915134"/>
              <a:gd name="connsiteY165" fmla="*/ 2220699 h 2251389"/>
              <a:gd name="connsiteX166" fmla="*/ 2076408 w 10915134"/>
              <a:gd name="connsiteY166" fmla="*/ 2194398 h 2251389"/>
              <a:gd name="connsiteX167" fmla="*/ 1983593 w 10915134"/>
              <a:gd name="connsiteY167" fmla="*/ 2219360 h 2251389"/>
              <a:gd name="connsiteX168" fmla="*/ 1853105 w 10915134"/>
              <a:gd name="connsiteY168" fmla="*/ 2214141 h 2251389"/>
              <a:gd name="connsiteX169" fmla="*/ 1748511 w 10915134"/>
              <a:gd name="connsiteY169" fmla="*/ 2178472 h 2251389"/>
              <a:gd name="connsiteX170" fmla="*/ 1633422 w 10915134"/>
              <a:gd name="connsiteY170" fmla="*/ 2143415 h 2251389"/>
              <a:gd name="connsiteX171" fmla="*/ 1558946 w 10915134"/>
              <a:gd name="connsiteY171" fmla="*/ 2128843 h 2251389"/>
              <a:gd name="connsiteX172" fmla="*/ 1385344 w 10915134"/>
              <a:gd name="connsiteY172" fmla="*/ 2124817 h 2251389"/>
              <a:gd name="connsiteX173" fmla="*/ 1227473 w 10915134"/>
              <a:gd name="connsiteY173" fmla="*/ 2113291 h 2251389"/>
              <a:gd name="connsiteX174" fmla="*/ 1088711 w 10915134"/>
              <a:gd name="connsiteY174" fmla="*/ 2097947 h 2251389"/>
              <a:gd name="connsiteX175" fmla="*/ 939259 w 10915134"/>
              <a:gd name="connsiteY175" fmla="*/ 2073411 h 2251389"/>
              <a:gd name="connsiteX176" fmla="*/ 914345 w 10915134"/>
              <a:gd name="connsiteY176" fmla="*/ 2063135 h 2251389"/>
              <a:gd name="connsiteX177" fmla="*/ 879393 w 10915134"/>
              <a:gd name="connsiteY177" fmla="*/ 2068419 h 2251389"/>
              <a:gd name="connsiteX178" fmla="*/ 739242 w 10915134"/>
              <a:gd name="connsiteY178" fmla="*/ 2091539 h 2251389"/>
              <a:gd name="connsiteX179" fmla="*/ 628509 w 10915134"/>
              <a:gd name="connsiteY179" fmla="*/ 2108134 h 2251389"/>
              <a:gd name="connsiteX180" fmla="*/ 508046 w 10915134"/>
              <a:gd name="connsiteY180" fmla="*/ 2109851 h 2251389"/>
              <a:gd name="connsiteX181" fmla="*/ 408793 w 10915134"/>
              <a:gd name="connsiteY181" fmla="*/ 2105335 h 2251389"/>
              <a:gd name="connsiteX182" fmla="*/ 259142 w 10915134"/>
              <a:gd name="connsiteY182" fmla="*/ 2115883 h 2251389"/>
              <a:gd name="connsiteX183" fmla="*/ 91266 w 10915134"/>
              <a:gd name="connsiteY183" fmla="*/ 2135533 h 2251389"/>
              <a:gd name="connsiteX184" fmla="*/ 12251 w 10915134"/>
              <a:gd name="connsiteY184" fmla="*/ 2121489 h 2251389"/>
              <a:gd name="connsiteX185" fmla="*/ 0 w 10915134"/>
              <a:gd name="connsiteY185" fmla="*/ 2122164 h 22513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Lst>
            <a:rect l="l" t="t" r="r" b="b"/>
            <a:pathLst>
              <a:path w="10915134" h="2251389">
                <a:moveTo>
                  <a:pt x="0" y="0"/>
                </a:moveTo>
                <a:lnTo>
                  <a:pt x="10915134" y="0"/>
                </a:lnTo>
                <a:lnTo>
                  <a:pt x="10882980" y="49990"/>
                </a:lnTo>
                <a:cubicBezTo>
                  <a:pt x="10880871" y="52147"/>
                  <a:pt x="10836905" y="107867"/>
                  <a:pt x="10834795" y="110024"/>
                </a:cubicBezTo>
                <a:cubicBezTo>
                  <a:pt x="10820319" y="128194"/>
                  <a:pt x="10762503" y="175620"/>
                  <a:pt x="10738392" y="165813"/>
                </a:cubicBezTo>
                <a:cubicBezTo>
                  <a:pt x="10748670" y="186392"/>
                  <a:pt x="10638347" y="188684"/>
                  <a:pt x="10633692" y="209264"/>
                </a:cubicBezTo>
                <a:cubicBezTo>
                  <a:pt x="10631767" y="225908"/>
                  <a:pt x="10597419" y="233945"/>
                  <a:pt x="10586800" y="239716"/>
                </a:cubicBezTo>
                <a:cubicBezTo>
                  <a:pt x="10579628" y="256520"/>
                  <a:pt x="10520682" y="224915"/>
                  <a:pt x="10501658" y="307174"/>
                </a:cubicBezTo>
                <a:cubicBezTo>
                  <a:pt x="10447727" y="313339"/>
                  <a:pt x="10447126" y="425780"/>
                  <a:pt x="10404067" y="412395"/>
                </a:cubicBezTo>
                <a:cubicBezTo>
                  <a:pt x="10392937" y="413598"/>
                  <a:pt x="10388815" y="467371"/>
                  <a:pt x="10380953" y="472334"/>
                </a:cubicBezTo>
                <a:lnTo>
                  <a:pt x="10341416" y="504774"/>
                </a:lnTo>
                <a:lnTo>
                  <a:pt x="10326329" y="523459"/>
                </a:lnTo>
                <a:lnTo>
                  <a:pt x="10298289" y="532173"/>
                </a:lnTo>
                <a:cubicBezTo>
                  <a:pt x="10284422" y="535049"/>
                  <a:pt x="10265952" y="533199"/>
                  <a:pt x="10243127" y="540715"/>
                </a:cubicBezTo>
                <a:cubicBezTo>
                  <a:pt x="10203910" y="562831"/>
                  <a:pt x="10165274" y="534580"/>
                  <a:pt x="10141243" y="592343"/>
                </a:cubicBezTo>
                <a:cubicBezTo>
                  <a:pt x="10059374" y="598371"/>
                  <a:pt x="10021953" y="650378"/>
                  <a:pt x="9940352" y="631518"/>
                </a:cubicBezTo>
                <a:cubicBezTo>
                  <a:pt x="9959797" y="646419"/>
                  <a:pt x="9860152" y="623282"/>
                  <a:pt x="9836226" y="660496"/>
                </a:cubicBezTo>
                <a:cubicBezTo>
                  <a:pt x="9788121" y="672556"/>
                  <a:pt x="9760988" y="668531"/>
                  <a:pt x="9686899" y="683782"/>
                </a:cubicBezTo>
                <a:cubicBezTo>
                  <a:pt x="9623800" y="700369"/>
                  <a:pt x="9613948" y="700871"/>
                  <a:pt x="9578209" y="709781"/>
                </a:cubicBezTo>
                <a:lnTo>
                  <a:pt x="9437298" y="757337"/>
                </a:lnTo>
                <a:lnTo>
                  <a:pt x="9435498" y="759689"/>
                </a:lnTo>
                <a:cubicBezTo>
                  <a:pt x="9426240" y="765982"/>
                  <a:pt x="9419508" y="766527"/>
                  <a:pt x="9413910" y="764531"/>
                </a:cubicBezTo>
                <a:lnTo>
                  <a:pt x="9361370" y="760593"/>
                </a:lnTo>
                <a:lnTo>
                  <a:pt x="9356626" y="764594"/>
                </a:lnTo>
                <a:lnTo>
                  <a:pt x="9311281" y="769260"/>
                </a:lnTo>
                <a:cubicBezTo>
                  <a:pt x="9311245" y="769953"/>
                  <a:pt x="9311210" y="770644"/>
                  <a:pt x="9311173" y="771337"/>
                </a:cubicBezTo>
                <a:cubicBezTo>
                  <a:pt x="9309900" y="776105"/>
                  <a:pt x="9307010" y="779823"/>
                  <a:pt x="9300658" y="781452"/>
                </a:cubicBezTo>
                <a:cubicBezTo>
                  <a:pt x="9318003" y="808459"/>
                  <a:pt x="9299643" y="793767"/>
                  <a:pt x="9279376" y="796188"/>
                </a:cubicBezTo>
                <a:cubicBezTo>
                  <a:pt x="9260850" y="809309"/>
                  <a:pt x="9206021" y="849156"/>
                  <a:pt x="9189502" y="860175"/>
                </a:cubicBezTo>
                <a:lnTo>
                  <a:pt x="9180260" y="862300"/>
                </a:lnTo>
                <a:cubicBezTo>
                  <a:pt x="9180236" y="862466"/>
                  <a:pt x="9180211" y="862633"/>
                  <a:pt x="9180186" y="862799"/>
                </a:cubicBezTo>
                <a:cubicBezTo>
                  <a:pt x="9178407" y="864232"/>
                  <a:pt x="9175456" y="865295"/>
                  <a:pt x="9170652" y="865945"/>
                </a:cubicBezTo>
                <a:lnTo>
                  <a:pt x="9145484" y="870300"/>
                </a:lnTo>
                <a:lnTo>
                  <a:pt x="9140031" y="874741"/>
                </a:lnTo>
                <a:lnTo>
                  <a:pt x="9138892" y="880860"/>
                </a:lnTo>
                <a:lnTo>
                  <a:pt x="9107257" y="903704"/>
                </a:lnTo>
                <a:cubicBezTo>
                  <a:pt x="9091321" y="899193"/>
                  <a:pt x="9043942" y="941365"/>
                  <a:pt x="9034880" y="948837"/>
                </a:cubicBezTo>
                <a:lnTo>
                  <a:pt x="8950600" y="994853"/>
                </a:lnTo>
                <a:cubicBezTo>
                  <a:pt x="8865196" y="1081843"/>
                  <a:pt x="8818875" y="1077389"/>
                  <a:pt x="8753014" y="1118658"/>
                </a:cubicBezTo>
                <a:cubicBezTo>
                  <a:pt x="8692981" y="1124704"/>
                  <a:pt x="8636332" y="1128410"/>
                  <a:pt x="8581094" y="1153261"/>
                </a:cubicBezTo>
                <a:cubicBezTo>
                  <a:pt x="8538621" y="1164812"/>
                  <a:pt x="8511758" y="1169577"/>
                  <a:pt x="8498175" y="1187969"/>
                </a:cubicBezTo>
                <a:lnTo>
                  <a:pt x="8448788" y="1206463"/>
                </a:lnTo>
                <a:lnTo>
                  <a:pt x="8367996" y="1232783"/>
                </a:lnTo>
                <a:cubicBezTo>
                  <a:pt x="8367806" y="1234615"/>
                  <a:pt x="8367614" y="1236446"/>
                  <a:pt x="8367423" y="1238278"/>
                </a:cubicBezTo>
                <a:lnTo>
                  <a:pt x="8359640" y="1246782"/>
                </a:lnTo>
                <a:lnTo>
                  <a:pt x="8346100" y="1266142"/>
                </a:lnTo>
                <a:lnTo>
                  <a:pt x="8318833" y="1292714"/>
                </a:lnTo>
                <a:lnTo>
                  <a:pt x="8317719" y="1291904"/>
                </a:lnTo>
                <a:cubicBezTo>
                  <a:pt x="8314688" y="1290662"/>
                  <a:pt x="8311461" y="1290840"/>
                  <a:pt x="8307730" y="1293984"/>
                </a:cubicBezTo>
                <a:cubicBezTo>
                  <a:pt x="8294903" y="1295590"/>
                  <a:pt x="8255937" y="1295887"/>
                  <a:pt x="8240756" y="1301537"/>
                </a:cubicBezTo>
                <a:cubicBezTo>
                  <a:pt x="8233324" y="1310481"/>
                  <a:pt x="8225256" y="1319366"/>
                  <a:pt x="8216639" y="1327887"/>
                </a:cubicBezTo>
                <a:lnTo>
                  <a:pt x="8211337" y="1332570"/>
                </a:lnTo>
                <a:lnTo>
                  <a:pt x="8211048" y="1332403"/>
                </a:lnTo>
                <a:cubicBezTo>
                  <a:pt x="8209501" y="1332874"/>
                  <a:pt x="8207607" y="1334206"/>
                  <a:pt x="8205085" y="1336831"/>
                </a:cubicBezTo>
                <a:lnTo>
                  <a:pt x="8137554" y="1342145"/>
                </a:lnTo>
                <a:cubicBezTo>
                  <a:pt x="8105705" y="1354688"/>
                  <a:pt x="8080446" y="1339423"/>
                  <a:pt x="8054564" y="1367911"/>
                </a:cubicBezTo>
                <a:cubicBezTo>
                  <a:pt x="8024726" y="1379555"/>
                  <a:pt x="7996957" y="1380148"/>
                  <a:pt x="7973237" y="1397544"/>
                </a:cubicBezTo>
                <a:cubicBezTo>
                  <a:pt x="7961439" y="1393972"/>
                  <a:pt x="7951168" y="1394796"/>
                  <a:pt x="7944198" y="1410276"/>
                </a:cubicBezTo>
                <a:cubicBezTo>
                  <a:pt x="7915673" y="1417804"/>
                  <a:pt x="7905583" y="1403950"/>
                  <a:pt x="7890643" y="1424144"/>
                </a:cubicBezTo>
                <a:cubicBezTo>
                  <a:pt x="7869590" y="1403678"/>
                  <a:pt x="7870757" y="1414314"/>
                  <a:pt x="7864997" y="1425023"/>
                </a:cubicBezTo>
                <a:lnTo>
                  <a:pt x="7864067" y="1426002"/>
                </a:lnTo>
                <a:lnTo>
                  <a:pt x="7861153" y="1423038"/>
                </a:lnTo>
                <a:lnTo>
                  <a:pt x="7844586" y="1429169"/>
                </a:lnTo>
                <a:lnTo>
                  <a:pt x="7840350" y="1432451"/>
                </a:lnTo>
                <a:cubicBezTo>
                  <a:pt x="7837357" y="1434345"/>
                  <a:pt x="7835272" y="1435129"/>
                  <a:pt x="7833722" y="1435148"/>
                </a:cubicBezTo>
                <a:lnTo>
                  <a:pt x="7833492" y="1434901"/>
                </a:lnTo>
                <a:lnTo>
                  <a:pt x="7827413" y="1438043"/>
                </a:lnTo>
                <a:cubicBezTo>
                  <a:pt x="7817294" y="1444069"/>
                  <a:pt x="7807591" y="1450613"/>
                  <a:pt x="7798463" y="1457407"/>
                </a:cubicBezTo>
                <a:cubicBezTo>
                  <a:pt x="7789625" y="1446704"/>
                  <a:pt x="7769649" y="1464040"/>
                  <a:pt x="7759015" y="1458666"/>
                </a:cubicBezTo>
                <a:lnTo>
                  <a:pt x="7752684" y="1444792"/>
                </a:lnTo>
                <a:lnTo>
                  <a:pt x="7747867" y="1447976"/>
                </a:lnTo>
                <a:lnTo>
                  <a:pt x="7738750" y="1456574"/>
                </a:lnTo>
                <a:cubicBezTo>
                  <a:pt x="7737328" y="1457741"/>
                  <a:pt x="7736297" y="1457914"/>
                  <a:pt x="7735619" y="1456320"/>
                </a:cubicBezTo>
                <a:cubicBezTo>
                  <a:pt x="7730006" y="1457852"/>
                  <a:pt x="7711662" y="1464787"/>
                  <a:pt x="7705072" y="1465768"/>
                </a:cubicBezTo>
                <a:lnTo>
                  <a:pt x="7696073" y="1462212"/>
                </a:lnTo>
                <a:lnTo>
                  <a:pt x="7692096" y="1462163"/>
                </a:lnTo>
                <a:lnTo>
                  <a:pt x="7674689" y="1477613"/>
                </a:lnTo>
                <a:lnTo>
                  <a:pt x="7665348" y="1483862"/>
                </a:lnTo>
                <a:lnTo>
                  <a:pt x="7606276" y="1538521"/>
                </a:lnTo>
                <a:lnTo>
                  <a:pt x="7504695" y="1566686"/>
                </a:lnTo>
                <a:cubicBezTo>
                  <a:pt x="7473718" y="1603709"/>
                  <a:pt x="7404436" y="1554658"/>
                  <a:pt x="7401270" y="1597361"/>
                </a:cubicBezTo>
                <a:cubicBezTo>
                  <a:pt x="7369238" y="1613154"/>
                  <a:pt x="7363418" y="1605164"/>
                  <a:pt x="7320321" y="1619535"/>
                </a:cubicBezTo>
                <a:cubicBezTo>
                  <a:pt x="7280514" y="1668809"/>
                  <a:pt x="7198683" y="1708462"/>
                  <a:pt x="7149526" y="1743630"/>
                </a:cubicBezTo>
                <a:cubicBezTo>
                  <a:pt x="7114410" y="1721934"/>
                  <a:pt x="7136043" y="1746476"/>
                  <a:pt x="7105391" y="1752328"/>
                </a:cubicBezTo>
                <a:cubicBezTo>
                  <a:pt x="7119677" y="1779725"/>
                  <a:pt x="7066212" y="1749779"/>
                  <a:pt x="7071654" y="1785091"/>
                </a:cubicBezTo>
                <a:cubicBezTo>
                  <a:pt x="7065905" y="1785038"/>
                  <a:pt x="7060161" y="1783873"/>
                  <a:pt x="7054359" y="1782439"/>
                </a:cubicBezTo>
                <a:lnTo>
                  <a:pt x="7051319" y="1781706"/>
                </a:lnTo>
                <a:lnTo>
                  <a:pt x="7040377" y="1784767"/>
                </a:lnTo>
                <a:lnTo>
                  <a:pt x="7035771" y="1778137"/>
                </a:lnTo>
                <a:lnTo>
                  <a:pt x="7018208" y="1777373"/>
                </a:lnTo>
                <a:cubicBezTo>
                  <a:pt x="7011866" y="1778247"/>
                  <a:pt x="7005318" y="1780539"/>
                  <a:pt x="6998493" y="1785098"/>
                </a:cubicBezTo>
                <a:cubicBezTo>
                  <a:pt x="6983689" y="1806072"/>
                  <a:pt x="6952865" y="1800516"/>
                  <a:pt x="6928288" y="1811732"/>
                </a:cubicBezTo>
                <a:lnTo>
                  <a:pt x="6917773" y="1820666"/>
                </a:lnTo>
                <a:lnTo>
                  <a:pt x="6881789" y="1828309"/>
                </a:lnTo>
                <a:lnTo>
                  <a:pt x="6879926" y="1830591"/>
                </a:lnTo>
                <a:cubicBezTo>
                  <a:pt x="6873880" y="1832712"/>
                  <a:pt x="6861049" y="1834739"/>
                  <a:pt x="6845508" y="1841035"/>
                </a:cubicBezTo>
                <a:lnTo>
                  <a:pt x="6786683" y="1868367"/>
                </a:lnTo>
                <a:lnTo>
                  <a:pt x="6773874" y="1863267"/>
                </a:lnTo>
                <a:lnTo>
                  <a:pt x="6771241" y="1859449"/>
                </a:lnTo>
                <a:lnTo>
                  <a:pt x="6755065" y="1866822"/>
                </a:lnTo>
                <a:lnTo>
                  <a:pt x="6740854" y="1865352"/>
                </a:lnTo>
                <a:lnTo>
                  <a:pt x="6730997" y="1874155"/>
                </a:lnTo>
                <a:lnTo>
                  <a:pt x="6714212" y="1876293"/>
                </a:lnTo>
                <a:cubicBezTo>
                  <a:pt x="6707919" y="1876308"/>
                  <a:pt x="6700834" y="1876122"/>
                  <a:pt x="6693130" y="1876808"/>
                </a:cubicBezTo>
                <a:lnTo>
                  <a:pt x="6674405" y="1873459"/>
                </a:lnTo>
                <a:lnTo>
                  <a:pt x="6647714" y="1878941"/>
                </a:lnTo>
                <a:cubicBezTo>
                  <a:pt x="6627122" y="1883360"/>
                  <a:pt x="6607220" y="1886896"/>
                  <a:pt x="6586613" y="1887053"/>
                </a:cubicBezTo>
                <a:cubicBezTo>
                  <a:pt x="6572205" y="1895536"/>
                  <a:pt x="6557706" y="1900239"/>
                  <a:pt x="6540424" y="1893269"/>
                </a:cubicBezTo>
                <a:cubicBezTo>
                  <a:pt x="6497538" y="1902769"/>
                  <a:pt x="6490601" y="1917381"/>
                  <a:pt x="6460034" y="1911286"/>
                </a:cubicBezTo>
                <a:cubicBezTo>
                  <a:pt x="6453811" y="1919532"/>
                  <a:pt x="6449254" y="1924158"/>
                  <a:pt x="6445449" y="1926499"/>
                </a:cubicBezTo>
                <a:cubicBezTo>
                  <a:pt x="6434030" y="1933525"/>
                  <a:pt x="6429411" y="1919994"/>
                  <a:pt x="6407092" y="1921993"/>
                </a:cubicBezTo>
                <a:cubicBezTo>
                  <a:pt x="6382682" y="1922166"/>
                  <a:pt x="6418607" y="1903450"/>
                  <a:pt x="6396332" y="1907025"/>
                </a:cubicBezTo>
                <a:cubicBezTo>
                  <a:pt x="6376015" y="1918727"/>
                  <a:pt x="6367614" y="1898795"/>
                  <a:pt x="6347048" y="1912130"/>
                </a:cubicBezTo>
                <a:cubicBezTo>
                  <a:pt x="6360109" y="1925598"/>
                  <a:pt x="6297691" y="1920276"/>
                  <a:pt x="6302270" y="1933613"/>
                </a:cubicBezTo>
                <a:cubicBezTo>
                  <a:pt x="6272680" y="1919839"/>
                  <a:pt x="6273323" y="1945036"/>
                  <a:pt x="6243078" y="1945644"/>
                </a:cubicBezTo>
                <a:cubicBezTo>
                  <a:pt x="6226744" y="1941607"/>
                  <a:pt x="6216828" y="1942552"/>
                  <a:pt x="6207738" y="1953011"/>
                </a:cubicBezTo>
                <a:cubicBezTo>
                  <a:pt x="6131633" y="1932600"/>
                  <a:pt x="6170923" y="1959774"/>
                  <a:pt x="6108781" y="1959474"/>
                </a:cubicBezTo>
                <a:lnTo>
                  <a:pt x="6103698" y="1959304"/>
                </a:lnTo>
                <a:lnTo>
                  <a:pt x="6087017" y="1969078"/>
                </a:lnTo>
                <a:cubicBezTo>
                  <a:pt x="6086783" y="1969912"/>
                  <a:pt x="6086547" y="1970745"/>
                  <a:pt x="6086313" y="1971580"/>
                </a:cubicBezTo>
                <a:lnTo>
                  <a:pt x="6024291" y="1966761"/>
                </a:lnTo>
                <a:lnTo>
                  <a:pt x="6016853" y="1970526"/>
                </a:lnTo>
                <a:lnTo>
                  <a:pt x="5975404" y="1961749"/>
                </a:lnTo>
                <a:lnTo>
                  <a:pt x="5954536" y="1960220"/>
                </a:lnTo>
                <a:lnTo>
                  <a:pt x="5917280" y="1954478"/>
                </a:lnTo>
                <a:lnTo>
                  <a:pt x="5914232" y="1956919"/>
                </a:lnTo>
                <a:lnTo>
                  <a:pt x="5906850" y="1954702"/>
                </a:lnTo>
                <a:lnTo>
                  <a:pt x="5901461" y="1957577"/>
                </a:lnTo>
                <a:lnTo>
                  <a:pt x="5895317" y="1956828"/>
                </a:lnTo>
                <a:cubicBezTo>
                  <a:pt x="5883595" y="1958629"/>
                  <a:pt x="5844137" y="1966833"/>
                  <a:pt x="5831128" y="1968382"/>
                </a:cubicBezTo>
                <a:lnTo>
                  <a:pt x="5817261" y="1966124"/>
                </a:lnTo>
                <a:lnTo>
                  <a:pt x="5806791" y="1974713"/>
                </a:lnTo>
                <a:lnTo>
                  <a:pt x="5762574" y="1976973"/>
                </a:lnTo>
                <a:lnTo>
                  <a:pt x="5747297" y="1970252"/>
                </a:lnTo>
                <a:lnTo>
                  <a:pt x="5733169" y="1965433"/>
                </a:lnTo>
                <a:lnTo>
                  <a:pt x="5731338" y="1965447"/>
                </a:lnTo>
                <a:lnTo>
                  <a:pt x="5712957" y="1965596"/>
                </a:lnTo>
                <a:lnTo>
                  <a:pt x="5678760" y="1965873"/>
                </a:lnTo>
                <a:cubicBezTo>
                  <a:pt x="5656934" y="1966331"/>
                  <a:pt x="5634795" y="1967772"/>
                  <a:pt x="5612457" y="1972287"/>
                </a:cubicBezTo>
                <a:cubicBezTo>
                  <a:pt x="5527023" y="1949966"/>
                  <a:pt x="5534401" y="1947926"/>
                  <a:pt x="5462439" y="1941766"/>
                </a:cubicBezTo>
                <a:cubicBezTo>
                  <a:pt x="5427425" y="1917624"/>
                  <a:pt x="5291183" y="1960519"/>
                  <a:pt x="5249426" y="1957993"/>
                </a:cubicBezTo>
                <a:cubicBezTo>
                  <a:pt x="5146406" y="1973328"/>
                  <a:pt x="4927624" y="2044719"/>
                  <a:pt x="4795460" y="2018541"/>
                </a:cubicBezTo>
                <a:cubicBezTo>
                  <a:pt x="4762844" y="2022395"/>
                  <a:pt x="4718233" y="2031407"/>
                  <a:pt x="4698875" y="2031693"/>
                </a:cubicBezTo>
                <a:lnTo>
                  <a:pt x="4635334" y="2035504"/>
                </a:lnTo>
                <a:lnTo>
                  <a:pt x="4529228" y="2076609"/>
                </a:lnTo>
                <a:cubicBezTo>
                  <a:pt x="4475152" y="2050383"/>
                  <a:pt x="4475600" y="2080729"/>
                  <a:pt x="4408461" y="2090939"/>
                </a:cubicBezTo>
                <a:cubicBezTo>
                  <a:pt x="4383821" y="2082708"/>
                  <a:pt x="4268804" y="2082966"/>
                  <a:pt x="4254651" y="2101730"/>
                </a:cubicBezTo>
                <a:cubicBezTo>
                  <a:pt x="4238862" y="2106286"/>
                  <a:pt x="4220313" y="2100544"/>
                  <a:pt x="4213233" y="2120326"/>
                </a:cubicBezTo>
                <a:cubicBezTo>
                  <a:pt x="4201430" y="2144259"/>
                  <a:pt x="4145731" y="2110137"/>
                  <a:pt x="4153938" y="2137520"/>
                </a:cubicBezTo>
                <a:cubicBezTo>
                  <a:pt x="4114396" y="2114195"/>
                  <a:pt x="4083806" y="2164553"/>
                  <a:pt x="4050969" y="2177971"/>
                </a:cubicBezTo>
                <a:cubicBezTo>
                  <a:pt x="4019767" y="2177378"/>
                  <a:pt x="4005088" y="2190554"/>
                  <a:pt x="3933162" y="2199509"/>
                </a:cubicBezTo>
                <a:cubicBezTo>
                  <a:pt x="3898830" y="2172322"/>
                  <a:pt x="3861284" y="2221170"/>
                  <a:pt x="3797609" y="2185813"/>
                </a:cubicBezTo>
                <a:cubicBezTo>
                  <a:pt x="3795667" y="2189772"/>
                  <a:pt x="3776702" y="2186188"/>
                  <a:pt x="3723511" y="2185401"/>
                </a:cubicBezTo>
                <a:cubicBezTo>
                  <a:pt x="3670320" y="2184613"/>
                  <a:pt x="3558625" y="2184230"/>
                  <a:pt x="3478465" y="2181087"/>
                </a:cubicBezTo>
                <a:cubicBezTo>
                  <a:pt x="3387474" y="2181789"/>
                  <a:pt x="3428499" y="2219948"/>
                  <a:pt x="3308996" y="2177978"/>
                </a:cubicBezTo>
                <a:cubicBezTo>
                  <a:pt x="3299910" y="2200517"/>
                  <a:pt x="3285785" y="2202748"/>
                  <a:pt x="3260282" y="2194479"/>
                </a:cubicBezTo>
                <a:cubicBezTo>
                  <a:pt x="3216295" y="2196427"/>
                  <a:pt x="3227371" y="2250251"/>
                  <a:pt x="3178557" y="2221451"/>
                </a:cubicBezTo>
                <a:cubicBezTo>
                  <a:pt x="3146795" y="2234329"/>
                  <a:pt x="3117401" y="2220418"/>
                  <a:pt x="3097074" y="2229837"/>
                </a:cubicBezTo>
                <a:lnTo>
                  <a:pt x="3029944" y="2248531"/>
                </a:lnTo>
                <a:cubicBezTo>
                  <a:pt x="2992804" y="2254069"/>
                  <a:pt x="2982389" y="2213943"/>
                  <a:pt x="2964870" y="2251389"/>
                </a:cubicBezTo>
                <a:lnTo>
                  <a:pt x="2931496" y="2243024"/>
                </a:lnTo>
                <a:lnTo>
                  <a:pt x="2892959" y="2233969"/>
                </a:lnTo>
                <a:cubicBezTo>
                  <a:pt x="2872669" y="2227791"/>
                  <a:pt x="2882203" y="2234774"/>
                  <a:pt x="2839074" y="2225008"/>
                </a:cubicBezTo>
                <a:cubicBezTo>
                  <a:pt x="2811442" y="2251884"/>
                  <a:pt x="2766379" y="2232117"/>
                  <a:pt x="2693779" y="2231570"/>
                </a:cubicBezTo>
                <a:lnTo>
                  <a:pt x="2523799" y="2236547"/>
                </a:lnTo>
                <a:cubicBezTo>
                  <a:pt x="2466172" y="2242686"/>
                  <a:pt x="2414634" y="2227724"/>
                  <a:pt x="2340069" y="2220699"/>
                </a:cubicBezTo>
                <a:cubicBezTo>
                  <a:pt x="2265503" y="2213674"/>
                  <a:pt x="2139796" y="2191971"/>
                  <a:pt x="2076408" y="2194398"/>
                </a:cubicBezTo>
                <a:cubicBezTo>
                  <a:pt x="2032508" y="2197562"/>
                  <a:pt x="2027933" y="2185141"/>
                  <a:pt x="1983593" y="2219360"/>
                </a:cubicBezTo>
                <a:cubicBezTo>
                  <a:pt x="1947094" y="2209205"/>
                  <a:pt x="1890960" y="2218305"/>
                  <a:pt x="1853105" y="2214141"/>
                </a:cubicBezTo>
                <a:cubicBezTo>
                  <a:pt x="1825748" y="2216625"/>
                  <a:pt x="1783192" y="2179879"/>
                  <a:pt x="1748511" y="2178472"/>
                </a:cubicBezTo>
                <a:cubicBezTo>
                  <a:pt x="1703498" y="2196202"/>
                  <a:pt x="1694831" y="2157630"/>
                  <a:pt x="1633422" y="2143415"/>
                </a:cubicBezTo>
                <a:cubicBezTo>
                  <a:pt x="1607630" y="2161065"/>
                  <a:pt x="1579060" y="2145077"/>
                  <a:pt x="1558946" y="2128843"/>
                </a:cubicBezTo>
                <a:cubicBezTo>
                  <a:pt x="1499069" y="2134267"/>
                  <a:pt x="1452565" y="2133855"/>
                  <a:pt x="1385344" y="2124817"/>
                </a:cubicBezTo>
                <a:cubicBezTo>
                  <a:pt x="1312492" y="2145463"/>
                  <a:pt x="1299315" y="2122756"/>
                  <a:pt x="1227473" y="2113291"/>
                </a:cubicBezTo>
                <a:cubicBezTo>
                  <a:pt x="1199075" y="2120045"/>
                  <a:pt x="1149241" y="2095660"/>
                  <a:pt x="1088711" y="2097947"/>
                </a:cubicBezTo>
                <a:cubicBezTo>
                  <a:pt x="1048569" y="2095382"/>
                  <a:pt x="1091396" y="2061344"/>
                  <a:pt x="939259" y="2073411"/>
                </a:cubicBezTo>
                <a:cubicBezTo>
                  <a:pt x="930603" y="2080267"/>
                  <a:pt x="912274" y="2072716"/>
                  <a:pt x="914345" y="2063135"/>
                </a:cubicBezTo>
                <a:cubicBezTo>
                  <a:pt x="904674" y="2065915"/>
                  <a:pt x="881392" y="2083881"/>
                  <a:pt x="879393" y="2068419"/>
                </a:cubicBezTo>
                <a:cubicBezTo>
                  <a:pt x="831068" y="2065554"/>
                  <a:pt x="782797" y="2073516"/>
                  <a:pt x="739242" y="2091539"/>
                </a:cubicBezTo>
                <a:cubicBezTo>
                  <a:pt x="713063" y="2085924"/>
                  <a:pt x="685973" y="2097939"/>
                  <a:pt x="628509" y="2108134"/>
                </a:cubicBezTo>
                <a:cubicBezTo>
                  <a:pt x="575136" y="2076613"/>
                  <a:pt x="570057" y="2131408"/>
                  <a:pt x="508046" y="2109851"/>
                </a:cubicBezTo>
                <a:cubicBezTo>
                  <a:pt x="473420" y="2105939"/>
                  <a:pt x="433697" y="2091842"/>
                  <a:pt x="408793" y="2105335"/>
                </a:cubicBezTo>
                <a:cubicBezTo>
                  <a:pt x="383633" y="2099507"/>
                  <a:pt x="299763" y="2118030"/>
                  <a:pt x="259142" y="2115883"/>
                </a:cubicBezTo>
                <a:cubicBezTo>
                  <a:pt x="191085" y="2103328"/>
                  <a:pt x="127146" y="2128850"/>
                  <a:pt x="91266" y="2135533"/>
                </a:cubicBezTo>
                <a:cubicBezTo>
                  <a:pt x="55346" y="2131669"/>
                  <a:pt x="37547" y="2122850"/>
                  <a:pt x="12251" y="2121489"/>
                </a:cubicBezTo>
                <a:lnTo>
                  <a:pt x="0" y="2122164"/>
                </a:lnTo>
                <a:close/>
              </a:path>
            </a:pathLst>
          </a:custGeom>
          <a:solidFill>
            <a:srgbClr val="82766A">
              <a:alpha val="15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8306BF33-87B6-BA0B-9A38-D315CAFD12E2}"/>
              </a:ext>
            </a:extLst>
          </p:cNvPr>
          <p:cNvSpPr>
            <a:spLocks noGrp="1"/>
          </p:cNvSpPr>
          <p:nvPr>
            <p:ph type="title"/>
          </p:nvPr>
        </p:nvSpPr>
        <p:spPr>
          <a:xfrm>
            <a:off x="637504" y="610517"/>
            <a:ext cx="5915197" cy="1330519"/>
          </a:xfrm>
        </p:spPr>
        <p:txBody>
          <a:bodyPr vert="horz" lIns="91440" tIns="45720" rIns="91440" bIns="45720" rtlCol="0" anchor="ctr">
            <a:normAutofit/>
          </a:bodyPr>
          <a:lstStyle/>
          <a:p>
            <a:r>
              <a:rPr lang="en-US" b="1" kern="1200" dirty="0">
                <a:solidFill>
                  <a:schemeClr val="tx1"/>
                </a:solidFill>
                <a:latin typeface="Aptos Serif" panose="02020604070405020304" pitchFamily="18" charset="0"/>
                <a:cs typeface="Aptos Serif" panose="02020604070405020304" pitchFamily="18" charset="0"/>
              </a:rPr>
              <a:t>Leadership Cloudcroft Goals</a:t>
            </a:r>
          </a:p>
        </p:txBody>
      </p:sp>
      <p:sp>
        <p:nvSpPr>
          <p:cNvPr id="28" name="Freeform: Shape 27">
            <a:extLst>
              <a:ext uri="{FF2B5EF4-FFF2-40B4-BE49-F238E27FC236}">
                <a16:creationId xmlns:a16="http://schemas.microsoft.com/office/drawing/2014/main" id="{3B9FD11D-7561-43C8-BE54-00D7DCF0E2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55390" y="5800298"/>
            <a:ext cx="5736610" cy="1057702"/>
          </a:xfrm>
          <a:custGeom>
            <a:avLst/>
            <a:gdLst>
              <a:gd name="connsiteX0" fmla="*/ 5741575 w 5741575"/>
              <a:gd name="connsiteY0" fmla="*/ 0 h 955271"/>
              <a:gd name="connsiteX1" fmla="*/ 5741575 w 5741575"/>
              <a:gd name="connsiteY1" fmla="*/ 955271 h 955271"/>
              <a:gd name="connsiteX2" fmla="*/ 0 w 5741575"/>
              <a:gd name="connsiteY2" fmla="*/ 955271 h 955271"/>
              <a:gd name="connsiteX3" fmla="*/ 8558 w 5741575"/>
              <a:gd name="connsiteY3" fmla="*/ 953971 h 955271"/>
              <a:gd name="connsiteX4" fmla="*/ 16894 w 5741575"/>
              <a:gd name="connsiteY4" fmla="*/ 953847 h 955271"/>
              <a:gd name="connsiteX5" fmla="*/ 28156 w 5741575"/>
              <a:gd name="connsiteY5" fmla="*/ 951374 h 955271"/>
              <a:gd name="connsiteX6" fmla="*/ 28293 w 5741575"/>
              <a:gd name="connsiteY6" fmla="*/ 950971 h 955271"/>
              <a:gd name="connsiteX7" fmla="*/ 39115 w 5741575"/>
              <a:gd name="connsiteY7" fmla="*/ 949326 h 955271"/>
              <a:gd name="connsiteX8" fmla="*/ 93851 w 5741575"/>
              <a:gd name="connsiteY8" fmla="*/ 945611 h 955271"/>
              <a:gd name="connsiteX9" fmla="*/ 148657 w 5741575"/>
              <a:gd name="connsiteY9" fmla="*/ 898134 h 955271"/>
              <a:gd name="connsiteX10" fmla="*/ 174554 w 5741575"/>
              <a:gd name="connsiteY10" fmla="*/ 886351 h 955271"/>
              <a:gd name="connsiteX11" fmla="*/ 187633 w 5741575"/>
              <a:gd name="connsiteY11" fmla="*/ 878226 h 955271"/>
              <a:gd name="connsiteX12" fmla="*/ 187961 w 5741575"/>
              <a:gd name="connsiteY12" fmla="*/ 876538 h 955271"/>
              <a:gd name="connsiteX13" fmla="*/ 240501 w 5741575"/>
              <a:gd name="connsiteY13" fmla="*/ 873150 h 955271"/>
              <a:gd name="connsiteX14" fmla="*/ 246345 w 5741575"/>
              <a:gd name="connsiteY14" fmla="*/ 869942 h 955271"/>
              <a:gd name="connsiteX15" fmla="*/ 282041 w 5741575"/>
              <a:gd name="connsiteY15" fmla="*/ 871263 h 955271"/>
              <a:gd name="connsiteX16" fmla="*/ 299711 w 5741575"/>
              <a:gd name="connsiteY16" fmla="*/ 870064 h 955271"/>
              <a:gd name="connsiteX17" fmla="*/ 306299 w 5741575"/>
              <a:gd name="connsiteY17" fmla="*/ 873609 h 955271"/>
              <a:gd name="connsiteX18" fmla="*/ 331571 w 5741575"/>
              <a:gd name="connsiteY18" fmla="*/ 869866 h 955271"/>
              <a:gd name="connsiteX19" fmla="*/ 333872 w 5741575"/>
              <a:gd name="connsiteY19" fmla="*/ 867971 h 955271"/>
              <a:gd name="connsiteX20" fmla="*/ 356953 w 5741575"/>
              <a:gd name="connsiteY20" fmla="*/ 870334 h 955271"/>
              <a:gd name="connsiteX21" fmla="*/ 379005 w 5741575"/>
              <a:gd name="connsiteY21" fmla="*/ 878900 h 955271"/>
              <a:gd name="connsiteX22" fmla="*/ 585428 w 5741575"/>
              <a:gd name="connsiteY22" fmla="*/ 826440 h 955271"/>
              <a:gd name="connsiteX23" fmla="*/ 787156 w 5741575"/>
              <a:gd name="connsiteY23" fmla="*/ 838447 h 955271"/>
              <a:gd name="connsiteX24" fmla="*/ 898586 w 5741575"/>
              <a:gd name="connsiteY24" fmla="*/ 808502 h 955271"/>
              <a:gd name="connsiteX25" fmla="*/ 924063 w 5741575"/>
              <a:gd name="connsiteY25" fmla="*/ 770210 h 955271"/>
              <a:gd name="connsiteX26" fmla="*/ 1212574 w 5741575"/>
              <a:gd name="connsiteY26" fmla="*/ 724238 h 955271"/>
              <a:gd name="connsiteX27" fmla="*/ 1280768 w 5741575"/>
              <a:gd name="connsiteY27" fmla="*/ 699122 h 955271"/>
              <a:gd name="connsiteX28" fmla="*/ 1352027 w 5741575"/>
              <a:gd name="connsiteY28" fmla="*/ 704323 h 955271"/>
              <a:gd name="connsiteX29" fmla="*/ 1374314 w 5741575"/>
              <a:gd name="connsiteY29" fmla="*/ 688815 h 955271"/>
              <a:gd name="connsiteX30" fmla="*/ 1378034 w 5741575"/>
              <a:gd name="connsiteY30" fmla="*/ 685842 h 955271"/>
              <a:gd name="connsiteX31" fmla="*/ 1395604 w 5741575"/>
              <a:gd name="connsiteY31" fmla="*/ 680460 h 955271"/>
              <a:gd name="connsiteX32" fmla="*/ 1397206 w 5741575"/>
              <a:gd name="connsiteY32" fmla="*/ 670793 h 955271"/>
              <a:gd name="connsiteX33" fmla="*/ 1421250 w 5741575"/>
              <a:gd name="connsiteY33" fmla="*/ 656855 h 955271"/>
              <a:gd name="connsiteX34" fmla="*/ 1454524 w 5741575"/>
              <a:gd name="connsiteY34" fmla="*/ 649224 h 955271"/>
              <a:gd name="connsiteX35" fmla="*/ 1616217 w 5741575"/>
              <a:gd name="connsiteY35" fmla="*/ 622107 h 955271"/>
              <a:gd name="connsiteX36" fmla="*/ 1710928 w 5741575"/>
              <a:gd name="connsiteY36" fmla="*/ 600666 h 955271"/>
              <a:gd name="connsiteX37" fmla="*/ 1743718 w 5741575"/>
              <a:gd name="connsiteY37" fmla="*/ 584327 h 955271"/>
              <a:gd name="connsiteX38" fmla="*/ 1791651 w 5741575"/>
              <a:gd name="connsiteY38" fmla="*/ 567019 h 955271"/>
              <a:gd name="connsiteX39" fmla="*/ 1873778 w 5741575"/>
              <a:gd name="connsiteY39" fmla="*/ 530130 h 955271"/>
              <a:gd name="connsiteX40" fmla="*/ 1988411 w 5741575"/>
              <a:gd name="connsiteY40" fmla="*/ 491599 h 955271"/>
              <a:gd name="connsiteX41" fmla="*/ 2085507 w 5741575"/>
              <a:gd name="connsiteY41" fmla="*/ 498527 h 955271"/>
              <a:gd name="connsiteX42" fmla="*/ 2090767 w 5741575"/>
              <a:gd name="connsiteY42" fmla="*/ 490616 h 955271"/>
              <a:gd name="connsiteX43" fmla="*/ 2151143 w 5741575"/>
              <a:gd name="connsiteY43" fmla="*/ 478332 h 955271"/>
              <a:gd name="connsiteX44" fmla="*/ 2378710 w 5741575"/>
              <a:gd name="connsiteY44" fmla="*/ 477570 h 955271"/>
              <a:gd name="connsiteX45" fmla="*/ 2496256 w 5741575"/>
              <a:gd name="connsiteY45" fmla="*/ 452396 h 955271"/>
              <a:gd name="connsiteX46" fmla="*/ 2535387 w 5741575"/>
              <a:gd name="connsiteY46" fmla="*/ 436645 h 955271"/>
              <a:gd name="connsiteX47" fmla="*/ 2601109 w 5741575"/>
              <a:gd name="connsiteY47" fmla="*/ 410678 h 955271"/>
              <a:gd name="connsiteX48" fmla="*/ 2643855 w 5741575"/>
              <a:gd name="connsiteY48" fmla="*/ 374482 h 955271"/>
              <a:gd name="connsiteX49" fmla="*/ 2657726 w 5741575"/>
              <a:gd name="connsiteY49" fmla="*/ 365841 h 955271"/>
              <a:gd name="connsiteX50" fmla="*/ 2687125 w 5741575"/>
              <a:gd name="connsiteY50" fmla="*/ 366820 h 955271"/>
              <a:gd name="connsiteX51" fmla="*/ 2697479 w 5741575"/>
              <a:gd name="connsiteY51" fmla="*/ 361430 h 955271"/>
              <a:gd name="connsiteX52" fmla="*/ 2701547 w 5741575"/>
              <a:gd name="connsiteY52" fmla="*/ 361545 h 955271"/>
              <a:gd name="connsiteX53" fmla="*/ 2711054 w 5741575"/>
              <a:gd name="connsiteY53" fmla="*/ 360597 h 955271"/>
              <a:gd name="connsiteX54" fmla="*/ 2710438 w 5741575"/>
              <a:gd name="connsiteY54" fmla="*/ 366958 h 955271"/>
              <a:gd name="connsiteX55" fmla="*/ 2722936 w 5741575"/>
              <a:gd name="connsiteY55" fmla="*/ 377633 h 955271"/>
              <a:gd name="connsiteX56" fmla="*/ 2777227 w 5741575"/>
              <a:gd name="connsiteY56" fmla="*/ 368972 h 955271"/>
              <a:gd name="connsiteX57" fmla="*/ 2779510 w 5741575"/>
              <a:gd name="connsiteY57" fmla="*/ 361652 h 955271"/>
              <a:gd name="connsiteX58" fmla="*/ 2786278 w 5741575"/>
              <a:gd name="connsiteY58" fmla="*/ 359869 h 955271"/>
              <a:gd name="connsiteX59" fmla="*/ 2792101 w 5741575"/>
              <a:gd name="connsiteY59" fmla="*/ 365927 h 955271"/>
              <a:gd name="connsiteX60" fmla="*/ 2885545 w 5741575"/>
              <a:gd name="connsiteY60" fmla="*/ 372818 h 955271"/>
              <a:gd name="connsiteX61" fmla="*/ 3009558 w 5741575"/>
              <a:gd name="connsiteY61" fmla="*/ 370573 h 955271"/>
              <a:gd name="connsiteX62" fmla="*/ 3095010 w 5741575"/>
              <a:gd name="connsiteY62" fmla="*/ 332454 h 955271"/>
              <a:gd name="connsiteX63" fmla="*/ 3103742 w 5741575"/>
              <a:gd name="connsiteY63" fmla="*/ 337974 h 955271"/>
              <a:gd name="connsiteX64" fmla="*/ 3165093 w 5741575"/>
              <a:gd name="connsiteY64" fmla="*/ 329459 h 955271"/>
              <a:gd name="connsiteX65" fmla="*/ 3373785 w 5741575"/>
              <a:gd name="connsiteY65" fmla="*/ 255680 h 955271"/>
              <a:gd name="connsiteX66" fmla="*/ 3493851 w 5741575"/>
              <a:gd name="connsiteY66" fmla="*/ 240255 h 955271"/>
              <a:gd name="connsiteX67" fmla="*/ 3537470 w 5741575"/>
              <a:gd name="connsiteY67" fmla="*/ 241867 h 955271"/>
              <a:gd name="connsiteX68" fmla="*/ 3610489 w 5741575"/>
              <a:gd name="connsiteY68" fmla="*/ 244128 h 955271"/>
              <a:gd name="connsiteX69" fmla="*/ 3667539 w 5741575"/>
              <a:gd name="connsiteY69" fmla="*/ 263271 h 955271"/>
              <a:gd name="connsiteX70" fmla="*/ 3727614 w 5741575"/>
              <a:gd name="connsiteY70" fmla="*/ 258245 h 955271"/>
              <a:gd name="connsiteX71" fmla="*/ 3738369 w 5741575"/>
              <a:gd name="connsiteY71" fmla="*/ 234506 h 955271"/>
              <a:gd name="connsiteX72" fmla="*/ 3803670 w 5741575"/>
              <a:gd name="connsiteY72" fmla="*/ 236457 h 955271"/>
              <a:gd name="connsiteX73" fmla="*/ 3903080 w 5741575"/>
              <a:gd name="connsiteY73" fmla="*/ 241890 h 955271"/>
              <a:gd name="connsiteX74" fmla="*/ 3959588 w 5741575"/>
              <a:gd name="connsiteY74" fmla="*/ 239195 h 955271"/>
              <a:gd name="connsiteX75" fmla="*/ 4114838 w 5741575"/>
              <a:gd name="connsiteY75" fmla="*/ 238165 h 955271"/>
              <a:gd name="connsiteX76" fmla="*/ 4271023 w 5741575"/>
              <a:gd name="connsiteY76" fmla="*/ 241959 h 955271"/>
              <a:gd name="connsiteX77" fmla="*/ 4367397 w 5741575"/>
              <a:gd name="connsiteY77" fmla="*/ 271442 h 955271"/>
              <a:gd name="connsiteX78" fmla="*/ 4495366 w 5741575"/>
              <a:gd name="connsiteY78" fmla="*/ 271618 h 955271"/>
              <a:gd name="connsiteX79" fmla="*/ 4517347 w 5741575"/>
              <a:gd name="connsiteY79" fmla="*/ 275639 h 955271"/>
              <a:gd name="connsiteX80" fmla="*/ 4546116 w 5741575"/>
              <a:gd name="connsiteY80" fmla="*/ 268568 h 955271"/>
              <a:gd name="connsiteX81" fmla="*/ 4661259 w 5741575"/>
              <a:gd name="connsiteY81" fmla="*/ 238966 h 955271"/>
              <a:gd name="connsiteX82" fmla="*/ 4750403 w 5741575"/>
              <a:gd name="connsiteY82" fmla="*/ 204364 h 955271"/>
              <a:gd name="connsiteX83" fmla="*/ 4867614 w 5741575"/>
              <a:gd name="connsiteY83" fmla="*/ 208668 h 955271"/>
              <a:gd name="connsiteX84" fmla="*/ 4937036 w 5741575"/>
              <a:gd name="connsiteY84" fmla="*/ 195446 h 955271"/>
              <a:gd name="connsiteX85" fmla="*/ 5047626 w 5741575"/>
              <a:gd name="connsiteY85" fmla="*/ 149604 h 955271"/>
              <a:gd name="connsiteX86" fmla="*/ 5200247 w 5741575"/>
              <a:gd name="connsiteY86" fmla="*/ 142695 h 955271"/>
              <a:gd name="connsiteX87" fmla="*/ 5235691 w 5741575"/>
              <a:gd name="connsiteY87" fmla="*/ 173330 h 955271"/>
              <a:gd name="connsiteX88" fmla="*/ 5280133 w 5741575"/>
              <a:gd name="connsiteY88" fmla="*/ 189342 h 955271"/>
              <a:gd name="connsiteX89" fmla="*/ 5291963 w 5741575"/>
              <a:gd name="connsiteY89" fmla="*/ 139446 h 955271"/>
              <a:gd name="connsiteX90" fmla="*/ 5418472 w 5741575"/>
              <a:gd name="connsiteY90" fmla="*/ 89163 h 955271"/>
              <a:gd name="connsiteX91" fmla="*/ 5482354 w 5741575"/>
              <a:gd name="connsiteY91" fmla="*/ 69470 h 955271"/>
              <a:gd name="connsiteX92" fmla="*/ 5583280 w 5741575"/>
              <a:gd name="connsiteY92" fmla="*/ 49787 h 955271"/>
              <a:gd name="connsiteX93" fmla="*/ 5613766 w 5741575"/>
              <a:gd name="connsiteY93" fmla="*/ 41855 h 955271"/>
              <a:gd name="connsiteX94" fmla="*/ 5684952 w 5741575"/>
              <a:gd name="connsiteY94" fmla="*/ 26088 h 955271"/>
              <a:gd name="connsiteX0" fmla="*/ 5741575 w 5741575"/>
              <a:gd name="connsiteY0" fmla="*/ 0 h 955271"/>
              <a:gd name="connsiteX1" fmla="*/ 5741575 w 5741575"/>
              <a:gd name="connsiteY1" fmla="*/ 955271 h 955271"/>
              <a:gd name="connsiteX2" fmla="*/ 0 w 5741575"/>
              <a:gd name="connsiteY2" fmla="*/ 955271 h 955271"/>
              <a:gd name="connsiteX3" fmla="*/ 8558 w 5741575"/>
              <a:gd name="connsiteY3" fmla="*/ 953971 h 955271"/>
              <a:gd name="connsiteX4" fmla="*/ 16894 w 5741575"/>
              <a:gd name="connsiteY4" fmla="*/ 953847 h 955271"/>
              <a:gd name="connsiteX5" fmla="*/ 28156 w 5741575"/>
              <a:gd name="connsiteY5" fmla="*/ 951374 h 955271"/>
              <a:gd name="connsiteX6" fmla="*/ 28293 w 5741575"/>
              <a:gd name="connsiteY6" fmla="*/ 950971 h 955271"/>
              <a:gd name="connsiteX7" fmla="*/ 39115 w 5741575"/>
              <a:gd name="connsiteY7" fmla="*/ 949326 h 955271"/>
              <a:gd name="connsiteX8" fmla="*/ 93851 w 5741575"/>
              <a:gd name="connsiteY8" fmla="*/ 945611 h 955271"/>
              <a:gd name="connsiteX9" fmla="*/ 148657 w 5741575"/>
              <a:gd name="connsiteY9" fmla="*/ 898134 h 955271"/>
              <a:gd name="connsiteX10" fmla="*/ 174554 w 5741575"/>
              <a:gd name="connsiteY10" fmla="*/ 886351 h 955271"/>
              <a:gd name="connsiteX11" fmla="*/ 187633 w 5741575"/>
              <a:gd name="connsiteY11" fmla="*/ 878226 h 955271"/>
              <a:gd name="connsiteX12" fmla="*/ 187961 w 5741575"/>
              <a:gd name="connsiteY12" fmla="*/ 876538 h 955271"/>
              <a:gd name="connsiteX13" fmla="*/ 240501 w 5741575"/>
              <a:gd name="connsiteY13" fmla="*/ 873150 h 955271"/>
              <a:gd name="connsiteX14" fmla="*/ 246345 w 5741575"/>
              <a:gd name="connsiteY14" fmla="*/ 869942 h 955271"/>
              <a:gd name="connsiteX15" fmla="*/ 282041 w 5741575"/>
              <a:gd name="connsiteY15" fmla="*/ 871263 h 955271"/>
              <a:gd name="connsiteX16" fmla="*/ 299711 w 5741575"/>
              <a:gd name="connsiteY16" fmla="*/ 870064 h 955271"/>
              <a:gd name="connsiteX17" fmla="*/ 306299 w 5741575"/>
              <a:gd name="connsiteY17" fmla="*/ 873609 h 955271"/>
              <a:gd name="connsiteX18" fmla="*/ 331571 w 5741575"/>
              <a:gd name="connsiteY18" fmla="*/ 869866 h 955271"/>
              <a:gd name="connsiteX19" fmla="*/ 333872 w 5741575"/>
              <a:gd name="connsiteY19" fmla="*/ 867971 h 955271"/>
              <a:gd name="connsiteX20" fmla="*/ 356953 w 5741575"/>
              <a:gd name="connsiteY20" fmla="*/ 870334 h 955271"/>
              <a:gd name="connsiteX21" fmla="*/ 379005 w 5741575"/>
              <a:gd name="connsiteY21" fmla="*/ 878900 h 955271"/>
              <a:gd name="connsiteX22" fmla="*/ 585428 w 5741575"/>
              <a:gd name="connsiteY22" fmla="*/ 826440 h 955271"/>
              <a:gd name="connsiteX23" fmla="*/ 787156 w 5741575"/>
              <a:gd name="connsiteY23" fmla="*/ 838447 h 955271"/>
              <a:gd name="connsiteX24" fmla="*/ 898586 w 5741575"/>
              <a:gd name="connsiteY24" fmla="*/ 808502 h 955271"/>
              <a:gd name="connsiteX25" fmla="*/ 924063 w 5741575"/>
              <a:gd name="connsiteY25" fmla="*/ 770210 h 955271"/>
              <a:gd name="connsiteX26" fmla="*/ 1212574 w 5741575"/>
              <a:gd name="connsiteY26" fmla="*/ 724238 h 955271"/>
              <a:gd name="connsiteX27" fmla="*/ 1280768 w 5741575"/>
              <a:gd name="connsiteY27" fmla="*/ 699122 h 955271"/>
              <a:gd name="connsiteX28" fmla="*/ 1352027 w 5741575"/>
              <a:gd name="connsiteY28" fmla="*/ 704323 h 955271"/>
              <a:gd name="connsiteX29" fmla="*/ 1374314 w 5741575"/>
              <a:gd name="connsiteY29" fmla="*/ 688815 h 955271"/>
              <a:gd name="connsiteX30" fmla="*/ 1378034 w 5741575"/>
              <a:gd name="connsiteY30" fmla="*/ 685842 h 955271"/>
              <a:gd name="connsiteX31" fmla="*/ 1395604 w 5741575"/>
              <a:gd name="connsiteY31" fmla="*/ 680460 h 955271"/>
              <a:gd name="connsiteX32" fmla="*/ 1397206 w 5741575"/>
              <a:gd name="connsiteY32" fmla="*/ 670793 h 955271"/>
              <a:gd name="connsiteX33" fmla="*/ 1421250 w 5741575"/>
              <a:gd name="connsiteY33" fmla="*/ 656855 h 955271"/>
              <a:gd name="connsiteX34" fmla="*/ 1454524 w 5741575"/>
              <a:gd name="connsiteY34" fmla="*/ 649224 h 955271"/>
              <a:gd name="connsiteX35" fmla="*/ 1616217 w 5741575"/>
              <a:gd name="connsiteY35" fmla="*/ 622107 h 955271"/>
              <a:gd name="connsiteX36" fmla="*/ 1710928 w 5741575"/>
              <a:gd name="connsiteY36" fmla="*/ 600666 h 955271"/>
              <a:gd name="connsiteX37" fmla="*/ 1743718 w 5741575"/>
              <a:gd name="connsiteY37" fmla="*/ 584327 h 955271"/>
              <a:gd name="connsiteX38" fmla="*/ 1791651 w 5741575"/>
              <a:gd name="connsiteY38" fmla="*/ 567019 h 955271"/>
              <a:gd name="connsiteX39" fmla="*/ 1873778 w 5741575"/>
              <a:gd name="connsiteY39" fmla="*/ 530130 h 955271"/>
              <a:gd name="connsiteX40" fmla="*/ 1988411 w 5741575"/>
              <a:gd name="connsiteY40" fmla="*/ 491599 h 955271"/>
              <a:gd name="connsiteX41" fmla="*/ 2085507 w 5741575"/>
              <a:gd name="connsiteY41" fmla="*/ 498527 h 955271"/>
              <a:gd name="connsiteX42" fmla="*/ 2090767 w 5741575"/>
              <a:gd name="connsiteY42" fmla="*/ 490616 h 955271"/>
              <a:gd name="connsiteX43" fmla="*/ 2151143 w 5741575"/>
              <a:gd name="connsiteY43" fmla="*/ 478332 h 955271"/>
              <a:gd name="connsiteX44" fmla="*/ 2378710 w 5741575"/>
              <a:gd name="connsiteY44" fmla="*/ 477570 h 955271"/>
              <a:gd name="connsiteX45" fmla="*/ 2496256 w 5741575"/>
              <a:gd name="connsiteY45" fmla="*/ 452396 h 955271"/>
              <a:gd name="connsiteX46" fmla="*/ 2535387 w 5741575"/>
              <a:gd name="connsiteY46" fmla="*/ 436645 h 955271"/>
              <a:gd name="connsiteX47" fmla="*/ 2601109 w 5741575"/>
              <a:gd name="connsiteY47" fmla="*/ 410678 h 955271"/>
              <a:gd name="connsiteX48" fmla="*/ 2643855 w 5741575"/>
              <a:gd name="connsiteY48" fmla="*/ 374482 h 955271"/>
              <a:gd name="connsiteX49" fmla="*/ 2657726 w 5741575"/>
              <a:gd name="connsiteY49" fmla="*/ 365841 h 955271"/>
              <a:gd name="connsiteX50" fmla="*/ 2687125 w 5741575"/>
              <a:gd name="connsiteY50" fmla="*/ 366820 h 955271"/>
              <a:gd name="connsiteX51" fmla="*/ 2697479 w 5741575"/>
              <a:gd name="connsiteY51" fmla="*/ 361430 h 955271"/>
              <a:gd name="connsiteX52" fmla="*/ 2701547 w 5741575"/>
              <a:gd name="connsiteY52" fmla="*/ 361545 h 955271"/>
              <a:gd name="connsiteX53" fmla="*/ 2711054 w 5741575"/>
              <a:gd name="connsiteY53" fmla="*/ 360597 h 955271"/>
              <a:gd name="connsiteX54" fmla="*/ 2710438 w 5741575"/>
              <a:gd name="connsiteY54" fmla="*/ 366958 h 955271"/>
              <a:gd name="connsiteX55" fmla="*/ 2722936 w 5741575"/>
              <a:gd name="connsiteY55" fmla="*/ 377633 h 955271"/>
              <a:gd name="connsiteX56" fmla="*/ 2777227 w 5741575"/>
              <a:gd name="connsiteY56" fmla="*/ 368972 h 955271"/>
              <a:gd name="connsiteX57" fmla="*/ 2779510 w 5741575"/>
              <a:gd name="connsiteY57" fmla="*/ 361652 h 955271"/>
              <a:gd name="connsiteX58" fmla="*/ 2786278 w 5741575"/>
              <a:gd name="connsiteY58" fmla="*/ 359869 h 955271"/>
              <a:gd name="connsiteX59" fmla="*/ 2792101 w 5741575"/>
              <a:gd name="connsiteY59" fmla="*/ 365927 h 955271"/>
              <a:gd name="connsiteX60" fmla="*/ 2885545 w 5741575"/>
              <a:gd name="connsiteY60" fmla="*/ 372818 h 955271"/>
              <a:gd name="connsiteX61" fmla="*/ 3009558 w 5741575"/>
              <a:gd name="connsiteY61" fmla="*/ 370573 h 955271"/>
              <a:gd name="connsiteX62" fmla="*/ 3095010 w 5741575"/>
              <a:gd name="connsiteY62" fmla="*/ 332454 h 955271"/>
              <a:gd name="connsiteX63" fmla="*/ 3103742 w 5741575"/>
              <a:gd name="connsiteY63" fmla="*/ 337974 h 955271"/>
              <a:gd name="connsiteX64" fmla="*/ 3165093 w 5741575"/>
              <a:gd name="connsiteY64" fmla="*/ 329459 h 955271"/>
              <a:gd name="connsiteX65" fmla="*/ 3373785 w 5741575"/>
              <a:gd name="connsiteY65" fmla="*/ 255680 h 955271"/>
              <a:gd name="connsiteX66" fmla="*/ 3493851 w 5741575"/>
              <a:gd name="connsiteY66" fmla="*/ 240255 h 955271"/>
              <a:gd name="connsiteX67" fmla="*/ 3537470 w 5741575"/>
              <a:gd name="connsiteY67" fmla="*/ 241867 h 955271"/>
              <a:gd name="connsiteX68" fmla="*/ 3610489 w 5741575"/>
              <a:gd name="connsiteY68" fmla="*/ 244128 h 955271"/>
              <a:gd name="connsiteX69" fmla="*/ 3667539 w 5741575"/>
              <a:gd name="connsiteY69" fmla="*/ 263271 h 955271"/>
              <a:gd name="connsiteX70" fmla="*/ 3727614 w 5741575"/>
              <a:gd name="connsiteY70" fmla="*/ 258245 h 955271"/>
              <a:gd name="connsiteX71" fmla="*/ 3738369 w 5741575"/>
              <a:gd name="connsiteY71" fmla="*/ 234506 h 955271"/>
              <a:gd name="connsiteX72" fmla="*/ 3803670 w 5741575"/>
              <a:gd name="connsiteY72" fmla="*/ 236457 h 955271"/>
              <a:gd name="connsiteX73" fmla="*/ 3903080 w 5741575"/>
              <a:gd name="connsiteY73" fmla="*/ 241890 h 955271"/>
              <a:gd name="connsiteX74" fmla="*/ 4114838 w 5741575"/>
              <a:gd name="connsiteY74" fmla="*/ 238165 h 955271"/>
              <a:gd name="connsiteX75" fmla="*/ 4271023 w 5741575"/>
              <a:gd name="connsiteY75" fmla="*/ 241959 h 955271"/>
              <a:gd name="connsiteX76" fmla="*/ 4367397 w 5741575"/>
              <a:gd name="connsiteY76" fmla="*/ 271442 h 955271"/>
              <a:gd name="connsiteX77" fmla="*/ 4495366 w 5741575"/>
              <a:gd name="connsiteY77" fmla="*/ 271618 h 955271"/>
              <a:gd name="connsiteX78" fmla="*/ 4517347 w 5741575"/>
              <a:gd name="connsiteY78" fmla="*/ 275639 h 955271"/>
              <a:gd name="connsiteX79" fmla="*/ 4546116 w 5741575"/>
              <a:gd name="connsiteY79" fmla="*/ 268568 h 955271"/>
              <a:gd name="connsiteX80" fmla="*/ 4661259 w 5741575"/>
              <a:gd name="connsiteY80" fmla="*/ 238966 h 955271"/>
              <a:gd name="connsiteX81" fmla="*/ 4750403 w 5741575"/>
              <a:gd name="connsiteY81" fmla="*/ 204364 h 955271"/>
              <a:gd name="connsiteX82" fmla="*/ 4867614 w 5741575"/>
              <a:gd name="connsiteY82" fmla="*/ 208668 h 955271"/>
              <a:gd name="connsiteX83" fmla="*/ 4937036 w 5741575"/>
              <a:gd name="connsiteY83" fmla="*/ 195446 h 955271"/>
              <a:gd name="connsiteX84" fmla="*/ 5047626 w 5741575"/>
              <a:gd name="connsiteY84" fmla="*/ 149604 h 955271"/>
              <a:gd name="connsiteX85" fmla="*/ 5200247 w 5741575"/>
              <a:gd name="connsiteY85" fmla="*/ 142695 h 955271"/>
              <a:gd name="connsiteX86" fmla="*/ 5235691 w 5741575"/>
              <a:gd name="connsiteY86" fmla="*/ 173330 h 955271"/>
              <a:gd name="connsiteX87" fmla="*/ 5280133 w 5741575"/>
              <a:gd name="connsiteY87" fmla="*/ 189342 h 955271"/>
              <a:gd name="connsiteX88" fmla="*/ 5291963 w 5741575"/>
              <a:gd name="connsiteY88" fmla="*/ 139446 h 955271"/>
              <a:gd name="connsiteX89" fmla="*/ 5418472 w 5741575"/>
              <a:gd name="connsiteY89" fmla="*/ 89163 h 955271"/>
              <a:gd name="connsiteX90" fmla="*/ 5482354 w 5741575"/>
              <a:gd name="connsiteY90" fmla="*/ 69470 h 955271"/>
              <a:gd name="connsiteX91" fmla="*/ 5583280 w 5741575"/>
              <a:gd name="connsiteY91" fmla="*/ 49787 h 955271"/>
              <a:gd name="connsiteX92" fmla="*/ 5613766 w 5741575"/>
              <a:gd name="connsiteY92" fmla="*/ 41855 h 955271"/>
              <a:gd name="connsiteX93" fmla="*/ 5684952 w 5741575"/>
              <a:gd name="connsiteY93" fmla="*/ 26088 h 955271"/>
              <a:gd name="connsiteX94" fmla="*/ 5741575 w 5741575"/>
              <a:gd name="connsiteY94" fmla="*/ 0 h 955271"/>
              <a:gd name="connsiteX0" fmla="*/ 5741575 w 5741575"/>
              <a:gd name="connsiteY0" fmla="*/ 0 h 955271"/>
              <a:gd name="connsiteX1" fmla="*/ 5741575 w 5741575"/>
              <a:gd name="connsiteY1" fmla="*/ 955271 h 955271"/>
              <a:gd name="connsiteX2" fmla="*/ 0 w 5741575"/>
              <a:gd name="connsiteY2" fmla="*/ 955271 h 955271"/>
              <a:gd name="connsiteX3" fmla="*/ 8558 w 5741575"/>
              <a:gd name="connsiteY3" fmla="*/ 953971 h 955271"/>
              <a:gd name="connsiteX4" fmla="*/ 16894 w 5741575"/>
              <a:gd name="connsiteY4" fmla="*/ 953847 h 955271"/>
              <a:gd name="connsiteX5" fmla="*/ 28156 w 5741575"/>
              <a:gd name="connsiteY5" fmla="*/ 951374 h 955271"/>
              <a:gd name="connsiteX6" fmla="*/ 28293 w 5741575"/>
              <a:gd name="connsiteY6" fmla="*/ 950971 h 955271"/>
              <a:gd name="connsiteX7" fmla="*/ 39115 w 5741575"/>
              <a:gd name="connsiteY7" fmla="*/ 949326 h 955271"/>
              <a:gd name="connsiteX8" fmla="*/ 93851 w 5741575"/>
              <a:gd name="connsiteY8" fmla="*/ 945611 h 955271"/>
              <a:gd name="connsiteX9" fmla="*/ 148657 w 5741575"/>
              <a:gd name="connsiteY9" fmla="*/ 898134 h 955271"/>
              <a:gd name="connsiteX10" fmla="*/ 174554 w 5741575"/>
              <a:gd name="connsiteY10" fmla="*/ 886351 h 955271"/>
              <a:gd name="connsiteX11" fmla="*/ 187633 w 5741575"/>
              <a:gd name="connsiteY11" fmla="*/ 878226 h 955271"/>
              <a:gd name="connsiteX12" fmla="*/ 187961 w 5741575"/>
              <a:gd name="connsiteY12" fmla="*/ 876538 h 955271"/>
              <a:gd name="connsiteX13" fmla="*/ 240501 w 5741575"/>
              <a:gd name="connsiteY13" fmla="*/ 873150 h 955271"/>
              <a:gd name="connsiteX14" fmla="*/ 246345 w 5741575"/>
              <a:gd name="connsiteY14" fmla="*/ 869942 h 955271"/>
              <a:gd name="connsiteX15" fmla="*/ 282041 w 5741575"/>
              <a:gd name="connsiteY15" fmla="*/ 871263 h 955271"/>
              <a:gd name="connsiteX16" fmla="*/ 299711 w 5741575"/>
              <a:gd name="connsiteY16" fmla="*/ 870064 h 955271"/>
              <a:gd name="connsiteX17" fmla="*/ 306299 w 5741575"/>
              <a:gd name="connsiteY17" fmla="*/ 873609 h 955271"/>
              <a:gd name="connsiteX18" fmla="*/ 331571 w 5741575"/>
              <a:gd name="connsiteY18" fmla="*/ 869866 h 955271"/>
              <a:gd name="connsiteX19" fmla="*/ 333872 w 5741575"/>
              <a:gd name="connsiteY19" fmla="*/ 867971 h 955271"/>
              <a:gd name="connsiteX20" fmla="*/ 356953 w 5741575"/>
              <a:gd name="connsiteY20" fmla="*/ 870334 h 955271"/>
              <a:gd name="connsiteX21" fmla="*/ 379005 w 5741575"/>
              <a:gd name="connsiteY21" fmla="*/ 878900 h 955271"/>
              <a:gd name="connsiteX22" fmla="*/ 585428 w 5741575"/>
              <a:gd name="connsiteY22" fmla="*/ 826440 h 955271"/>
              <a:gd name="connsiteX23" fmla="*/ 787156 w 5741575"/>
              <a:gd name="connsiteY23" fmla="*/ 838447 h 955271"/>
              <a:gd name="connsiteX24" fmla="*/ 898586 w 5741575"/>
              <a:gd name="connsiteY24" fmla="*/ 808502 h 955271"/>
              <a:gd name="connsiteX25" fmla="*/ 924063 w 5741575"/>
              <a:gd name="connsiteY25" fmla="*/ 770210 h 955271"/>
              <a:gd name="connsiteX26" fmla="*/ 1212574 w 5741575"/>
              <a:gd name="connsiteY26" fmla="*/ 724238 h 955271"/>
              <a:gd name="connsiteX27" fmla="*/ 1280768 w 5741575"/>
              <a:gd name="connsiteY27" fmla="*/ 699122 h 955271"/>
              <a:gd name="connsiteX28" fmla="*/ 1352027 w 5741575"/>
              <a:gd name="connsiteY28" fmla="*/ 704323 h 955271"/>
              <a:gd name="connsiteX29" fmla="*/ 1374314 w 5741575"/>
              <a:gd name="connsiteY29" fmla="*/ 688815 h 955271"/>
              <a:gd name="connsiteX30" fmla="*/ 1378034 w 5741575"/>
              <a:gd name="connsiteY30" fmla="*/ 685842 h 955271"/>
              <a:gd name="connsiteX31" fmla="*/ 1395604 w 5741575"/>
              <a:gd name="connsiteY31" fmla="*/ 680460 h 955271"/>
              <a:gd name="connsiteX32" fmla="*/ 1397206 w 5741575"/>
              <a:gd name="connsiteY32" fmla="*/ 670793 h 955271"/>
              <a:gd name="connsiteX33" fmla="*/ 1421250 w 5741575"/>
              <a:gd name="connsiteY33" fmla="*/ 656855 h 955271"/>
              <a:gd name="connsiteX34" fmla="*/ 1454524 w 5741575"/>
              <a:gd name="connsiteY34" fmla="*/ 649224 h 955271"/>
              <a:gd name="connsiteX35" fmla="*/ 1616217 w 5741575"/>
              <a:gd name="connsiteY35" fmla="*/ 622107 h 955271"/>
              <a:gd name="connsiteX36" fmla="*/ 1710928 w 5741575"/>
              <a:gd name="connsiteY36" fmla="*/ 600666 h 955271"/>
              <a:gd name="connsiteX37" fmla="*/ 1743718 w 5741575"/>
              <a:gd name="connsiteY37" fmla="*/ 584327 h 955271"/>
              <a:gd name="connsiteX38" fmla="*/ 1873778 w 5741575"/>
              <a:gd name="connsiteY38" fmla="*/ 530130 h 955271"/>
              <a:gd name="connsiteX39" fmla="*/ 1988411 w 5741575"/>
              <a:gd name="connsiteY39" fmla="*/ 491599 h 955271"/>
              <a:gd name="connsiteX40" fmla="*/ 2085507 w 5741575"/>
              <a:gd name="connsiteY40" fmla="*/ 498527 h 955271"/>
              <a:gd name="connsiteX41" fmla="*/ 2090767 w 5741575"/>
              <a:gd name="connsiteY41" fmla="*/ 490616 h 955271"/>
              <a:gd name="connsiteX42" fmla="*/ 2151143 w 5741575"/>
              <a:gd name="connsiteY42" fmla="*/ 478332 h 955271"/>
              <a:gd name="connsiteX43" fmla="*/ 2378710 w 5741575"/>
              <a:gd name="connsiteY43" fmla="*/ 477570 h 955271"/>
              <a:gd name="connsiteX44" fmla="*/ 2496256 w 5741575"/>
              <a:gd name="connsiteY44" fmla="*/ 452396 h 955271"/>
              <a:gd name="connsiteX45" fmla="*/ 2535387 w 5741575"/>
              <a:gd name="connsiteY45" fmla="*/ 436645 h 955271"/>
              <a:gd name="connsiteX46" fmla="*/ 2601109 w 5741575"/>
              <a:gd name="connsiteY46" fmla="*/ 410678 h 955271"/>
              <a:gd name="connsiteX47" fmla="*/ 2643855 w 5741575"/>
              <a:gd name="connsiteY47" fmla="*/ 374482 h 955271"/>
              <a:gd name="connsiteX48" fmla="*/ 2657726 w 5741575"/>
              <a:gd name="connsiteY48" fmla="*/ 365841 h 955271"/>
              <a:gd name="connsiteX49" fmla="*/ 2687125 w 5741575"/>
              <a:gd name="connsiteY49" fmla="*/ 366820 h 955271"/>
              <a:gd name="connsiteX50" fmla="*/ 2697479 w 5741575"/>
              <a:gd name="connsiteY50" fmla="*/ 361430 h 955271"/>
              <a:gd name="connsiteX51" fmla="*/ 2701547 w 5741575"/>
              <a:gd name="connsiteY51" fmla="*/ 361545 h 955271"/>
              <a:gd name="connsiteX52" fmla="*/ 2711054 w 5741575"/>
              <a:gd name="connsiteY52" fmla="*/ 360597 h 955271"/>
              <a:gd name="connsiteX53" fmla="*/ 2710438 w 5741575"/>
              <a:gd name="connsiteY53" fmla="*/ 366958 h 955271"/>
              <a:gd name="connsiteX54" fmla="*/ 2722936 w 5741575"/>
              <a:gd name="connsiteY54" fmla="*/ 377633 h 955271"/>
              <a:gd name="connsiteX55" fmla="*/ 2777227 w 5741575"/>
              <a:gd name="connsiteY55" fmla="*/ 368972 h 955271"/>
              <a:gd name="connsiteX56" fmla="*/ 2779510 w 5741575"/>
              <a:gd name="connsiteY56" fmla="*/ 361652 h 955271"/>
              <a:gd name="connsiteX57" fmla="*/ 2786278 w 5741575"/>
              <a:gd name="connsiteY57" fmla="*/ 359869 h 955271"/>
              <a:gd name="connsiteX58" fmla="*/ 2792101 w 5741575"/>
              <a:gd name="connsiteY58" fmla="*/ 365927 h 955271"/>
              <a:gd name="connsiteX59" fmla="*/ 2885545 w 5741575"/>
              <a:gd name="connsiteY59" fmla="*/ 372818 h 955271"/>
              <a:gd name="connsiteX60" fmla="*/ 3009558 w 5741575"/>
              <a:gd name="connsiteY60" fmla="*/ 370573 h 955271"/>
              <a:gd name="connsiteX61" fmla="*/ 3095010 w 5741575"/>
              <a:gd name="connsiteY61" fmla="*/ 332454 h 955271"/>
              <a:gd name="connsiteX62" fmla="*/ 3103742 w 5741575"/>
              <a:gd name="connsiteY62" fmla="*/ 337974 h 955271"/>
              <a:gd name="connsiteX63" fmla="*/ 3165093 w 5741575"/>
              <a:gd name="connsiteY63" fmla="*/ 329459 h 955271"/>
              <a:gd name="connsiteX64" fmla="*/ 3373785 w 5741575"/>
              <a:gd name="connsiteY64" fmla="*/ 255680 h 955271"/>
              <a:gd name="connsiteX65" fmla="*/ 3493851 w 5741575"/>
              <a:gd name="connsiteY65" fmla="*/ 240255 h 955271"/>
              <a:gd name="connsiteX66" fmla="*/ 3537470 w 5741575"/>
              <a:gd name="connsiteY66" fmla="*/ 241867 h 955271"/>
              <a:gd name="connsiteX67" fmla="*/ 3610489 w 5741575"/>
              <a:gd name="connsiteY67" fmla="*/ 244128 h 955271"/>
              <a:gd name="connsiteX68" fmla="*/ 3667539 w 5741575"/>
              <a:gd name="connsiteY68" fmla="*/ 263271 h 955271"/>
              <a:gd name="connsiteX69" fmla="*/ 3727614 w 5741575"/>
              <a:gd name="connsiteY69" fmla="*/ 258245 h 955271"/>
              <a:gd name="connsiteX70" fmla="*/ 3738369 w 5741575"/>
              <a:gd name="connsiteY70" fmla="*/ 234506 h 955271"/>
              <a:gd name="connsiteX71" fmla="*/ 3803670 w 5741575"/>
              <a:gd name="connsiteY71" fmla="*/ 236457 h 955271"/>
              <a:gd name="connsiteX72" fmla="*/ 3903080 w 5741575"/>
              <a:gd name="connsiteY72" fmla="*/ 241890 h 955271"/>
              <a:gd name="connsiteX73" fmla="*/ 4114838 w 5741575"/>
              <a:gd name="connsiteY73" fmla="*/ 238165 h 955271"/>
              <a:gd name="connsiteX74" fmla="*/ 4271023 w 5741575"/>
              <a:gd name="connsiteY74" fmla="*/ 241959 h 955271"/>
              <a:gd name="connsiteX75" fmla="*/ 4367397 w 5741575"/>
              <a:gd name="connsiteY75" fmla="*/ 271442 h 955271"/>
              <a:gd name="connsiteX76" fmla="*/ 4495366 w 5741575"/>
              <a:gd name="connsiteY76" fmla="*/ 271618 h 955271"/>
              <a:gd name="connsiteX77" fmla="*/ 4517347 w 5741575"/>
              <a:gd name="connsiteY77" fmla="*/ 275639 h 955271"/>
              <a:gd name="connsiteX78" fmla="*/ 4546116 w 5741575"/>
              <a:gd name="connsiteY78" fmla="*/ 268568 h 955271"/>
              <a:gd name="connsiteX79" fmla="*/ 4661259 w 5741575"/>
              <a:gd name="connsiteY79" fmla="*/ 238966 h 955271"/>
              <a:gd name="connsiteX80" fmla="*/ 4750403 w 5741575"/>
              <a:gd name="connsiteY80" fmla="*/ 204364 h 955271"/>
              <a:gd name="connsiteX81" fmla="*/ 4867614 w 5741575"/>
              <a:gd name="connsiteY81" fmla="*/ 208668 h 955271"/>
              <a:gd name="connsiteX82" fmla="*/ 4937036 w 5741575"/>
              <a:gd name="connsiteY82" fmla="*/ 195446 h 955271"/>
              <a:gd name="connsiteX83" fmla="*/ 5047626 w 5741575"/>
              <a:gd name="connsiteY83" fmla="*/ 149604 h 955271"/>
              <a:gd name="connsiteX84" fmla="*/ 5200247 w 5741575"/>
              <a:gd name="connsiteY84" fmla="*/ 142695 h 955271"/>
              <a:gd name="connsiteX85" fmla="*/ 5235691 w 5741575"/>
              <a:gd name="connsiteY85" fmla="*/ 173330 h 955271"/>
              <a:gd name="connsiteX86" fmla="*/ 5280133 w 5741575"/>
              <a:gd name="connsiteY86" fmla="*/ 189342 h 955271"/>
              <a:gd name="connsiteX87" fmla="*/ 5291963 w 5741575"/>
              <a:gd name="connsiteY87" fmla="*/ 139446 h 955271"/>
              <a:gd name="connsiteX88" fmla="*/ 5418472 w 5741575"/>
              <a:gd name="connsiteY88" fmla="*/ 89163 h 955271"/>
              <a:gd name="connsiteX89" fmla="*/ 5482354 w 5741575"/>
              <a:gd name="connsiteY89" fmla="*/ 69470 h 955271"/>
              <a:gd name="connsiteX90" fmla="*/ 5583280 w 5741575"/>
              <a:gd name="connsiteY90" fmla="*/ 49787 h 955271"/>
              <a:gd name="connsiteX91" fmla="*/ 5613766 w 5741575"/>
              <a:gd name="connsiteY91" fmla="*/ 41855 h 955271"/>
              <a:gd name="connsiteX92" fmla="*/ 5684952 w 5741575"/>
              <a:gd name="connsiteY92" fmla="*/ 26088 h 955271"/>
              <a:gd name="connsiteX93" fmla="*/ 5741575 w 5741575"/>
              <a:gd name="connsiteY93" fmla="*/ 0 h 955271"/>
              <a:gd name="connsiteX0" fmla="*/ 5741575 w 5741575"/>
              <a:gd name="connsiteY0" fmla="*/ 0 h 955271"/>
              <a:gd name="connsiteX1" fmla="*/ 5741575 w 5741575"/>
              <a:gd name="connsiteY1" fmla="*/ 955271 h 955271"/>
              <a:gd name="connsiteX2" fmla="*/ 0 w 5741575"/>
              <a:gd name="connsiteY2" fmla="*/ 955271 h 955271"/>
              <a:gd name="connsiteX3" fmla="*/ 8558 w 5741575"/>
              <a:gd name="connsiteY3" fmla="*/ 953971 h 955271"/>
              <a:gd name="connsiteX4" fmla="*/ 16894 w 5741575"/>
              <a:gd name="connsiteY4" fmla="*/ 953847 h 955271"/>
              <a:gd name="connsiteX5" fmla="*/ 28156 w 5741575"/>
              <a:gd name="connsiteY5" fmla="*/ 951374 h 955271"/>
              <a:gd name="connsiteX6" fmla="*/ 28293 w 5741575"/>
              <a:gd name="connsiteY6" fmla="*/ 950971 h 955271"/>
              <a:gd name="connsiteX7" fmla="*/ 39115 w 5741575"/>
              <a:gd name="connsiteY7" fmla="*/ 949326 h 955271"/>
              <a:gd name="connsiteX8" fmla="*/ 93851 w 5741575"/>
              <a:gd name="connsiteY8" fmla="*/ 945611 h 955271"/>
              <a:gd name="connsiteX9" fmla="*/ 148657 w 5741575"/>
              <a:gd name="connsiteY9" fmla="*/ 898134 h 955271"/>
              <a:gd name="connsiteX10" fmla="*/ 174554 w 5741575"/>
              <a:gd name="connsiteY10" fmla="*/ 886351 h 955271"/>
              <a:gd name="connsiteX11" fmla="*/ 187633 w 5741575"/>
              <a:gd name="connsiteY11" fmla="*/ 878226 h 955271"/>
              <a:gd name="connsiteX12" fmla="*/ 187961 w 5741575"/>
              <a:gd name="connsiteY12" fmla="*/ 876538 h 955271"/>
              <a:gd name="connsiteX13" fmla="*/ 240501 w 5741575"/>
              <a:gd name="connsiteY13" fmla="*/ 873150 h 955271"/>
              <a:gd name="connsiteX14" fmla="*/ 246345 w 5741575"/>
              <a:gd name="connsiteY14" fmla="*/ 869942 h 955271"/>
              <a:gd name="connsiteX15" fmla="*/ 282041 w 5741575"/>
              <a:gd name="connsiteY15" fmla="*/ 871263 h 955271"/>
              <a:gd name="connsiteX16" fmla="*/ 299711 w 5741575"/>
              <a:gd name="connsiteY16" fmla="*/ 870064 h 955271"/>
              <a:gd name="connsiteX17" fmla="*/ 306299 w 5741575"/>
              <a:gd name="connsiteY17" fmla="*/ 873609 h 955271"/>
              <a:gd name="connsiteX18" fmla="*/ 331571 w 5741575"/>
              <a:gd name="connsiteY18" fmla="*/ 869866 h 955271"/>
              <a:gd name="connsiteX19" fmla="*/ 333872 w 5741575"/>
              <a:gd name="connsiteY19" fmla="*/ 867971 h 955271"/>
              <a:gd name="connsiteX20" fmla="*/ 356953 w 5741575"/>
              <a:gd name="connsiteY20" fmla="*/ 870334 h 955271"/>
              <a:gd name="connsiteX21" fmla="*/ 379005 w 5741575"/>
              <a:gd name="connsiteY21" fmla="*/ 878900 h 955271"/>
              <a:gd name="connsiteX22" fmla="*/ 787156 w 5741575"/>
              <a:gd name="connsiteY22" fmla="*/ 838447 h 955271"/>
              <a:gd name="connsiteX23" fmla="*/ 898586 w 5741575"/>
              <a:gd name="connsiteY23" fmla="*/ 808502 h 955271"/>
              <a:gd name="connsiteX24" fmla="*/ 924063 w 5741575"/>
              <a:gd name="connsiteY24" fmla="*/ 770210 h 955271"/>
              <a:gd name="connsiteX25" fmla="*/ 1212574 w 5741575"/>
              <a:gd name="connsiteY25" fmla="*/ 724238 h 955271"/>
              <a:gd name="connsiteX26" fmla="*/ 1280768 w 5741575"/>
              <a:gd name="connsiteY26" fmla="*/ 699122 h 955271"/>
              <a:gd name="connsiteX27" fmla="*/ 1352027 w 5741575"/>
              <a:gd name="connsiteY27" fmla="*/ 704323 h 955271"/>
              <a:gd name="connsiteX28" fmla="*/ 1374314 w 5741575"/>
              <a:gd name="connsiteY28" fmla="*/ 688815 h 955271"/>
              <a:gd name="connsiteX29" fmla="*/ 1378034 w 5741575"/>
              <a:gd name="connsiteY29" fmla="*/ 685842 h 955271"/>
              <a:gd name="connsiteX30" fmla="*/ 1395604 w 5741575"/>
              <a:gd name="connsiteY30" fmla="*/ 680460 h 955271"/>
              <a:gd name="connsiteX31" fmla="*/ 1397206 w 5741575"/>
              <a:gd name="connsiteY31" fmla="*/ 670793 h 955271"/>
              <a:gd name="connsiteX32" fmla="*/ 1421250 w 5741575"/>
              <a:gd name="connsiteY32" fmla="*/ 656855 h 955271"/>
              <a:gd name="connsiteX33" fmla="*/ 1454524 w 5741575"/>
              <a:gd name="connsiteY33" fmla="*/ 649224 h 955271"/>
              <a:gd name="connsiteX34" fmla="*/ 1616217 w 5741575"/>
              <a:gd name="connsiteY34" fmla="*/ 622107 h 955271"/>
              <a:gd name="connsiteX35" fmla="*/ 1710928 w 5741575"/>
              <a:gd name="connsiteY35" fmla="*/ 600666 h 955271"/>
              <a:gd name="connsiteX36" fmla="*/ 1743718 w 5741575"/>
              <a:gd name="connsiteY36" fmla="*/ 584327 h 955271"/>
              <a:gd name="connsiteX37" fmla="*/ 1873778 w 5741575"/>
              <a:gd name="connsiteY37" fmla="*/ 530130 h 955271"/>
              <a:gd name="connsiteX38" fmla="*/ 1988411 w 5741575"/>
              <a:gd name="connsiteY38" fmla="*/ 491599 h 955271"/>
              <a:gd name="connsiteX39" fmla="*/ 2085507 w 5741575"/>
              <a:gd name="connsiteY39" fmla="*/ 498527 h 955271"/>
              <a:gd name="connsiteX40" fmla="*/ 2090767 w 5741575"/>
              <a:gd name="connsiteY40" fmla="*/ 490616 h 955271"/>
              <a:gd name="connsiteX41" fmla="*/ 2151143 w 5741575"/>
              <a:gd name="connsiteY41" fmla="*/ 478332 h 955271"/>
              <a:gd name="connsiteX42" fmla="*/ 2378710 w 5741575"/>
              <a:gd name="connsiteY42" fmla="*/ 477570 h 955271"/>
              <a:gd name="connsiteX43" fmla="*/ 2496256 w 5741575"/>
              <a:gd name="connsiteY43" fmla="*/ 452396 h 955271"/>
              <a:gd name="connsiteX44" fmla="*/ 2535387 w 5741575"/>
              <a:gd name="connsiteY44" fmla="*/ 436645 h 955271"/>
              <a:gd name="connsiteX45" fmla="*/ 2601109 w 5741575"/>
              <a:gd name="connsiteY45" fmla="*/ 410678 h 955271"/>
              <a:gd name="connsiteX46" fmla="*/ 2643855 w 5741575"/>
              <a:gd name="connsiteY46" fmla="*/ 374482 h 955271"/>
              <a:gd name="connsiteX47" fmla="*/ 2657726 w 5741575"/>
              <a:gd name="connsiteY47" fmla="*/ 365841 h 955271"/>
              <a:gd name="connsiteX48" fmla="*/ 2687125 w 5741575"/>
              <a:gd name="connsiteY48" fmla="*/ 366820 h 955271"/>
              <a:gd name="connsiteX49" fmla="*/ 2697479 w 5741575"/>
              <a:gd name="connsiteY49" fmla="*/ 361430 h 955271"/>
              <a:gd name="connsiteX50" fmla="*/ 2701547 w 5741575"/>
              <a:gd name="connsiteY50" fmla="*/ 361545 h 955271"/>
              <a:gd name="connsiteX51" fmla="*/ 2711054 w 5741575"/>
              <a:gd name="connsiteY51" fmla="*/ 360597 h 955271"/>
              <a:gd name="connsiteX52" fmla="*/ 2710438 w 5741575"/>
              <a:gd name="connsiteY52" fmla="*/ 366958 h 955271"/>
              <a:gd name="connsiteX53" fmla="*/ 2722936 w 5741575"/>
              <a:gd name="connsiteY53" fmla="*/ 377633 h 955271"/>
              <a:gd name="connsiteX54" fmla="*/ 2777227 w 5741575"/>
              <a:gd name="connsiteY54" fmla="*/ 368972 h 955271"/>
              <a:gd name="connsiteX55" fmla="*/ 2779510 w 5741575"/>
              <a:gd name="connsiteY55" fmla="*/ 361652 h 955271"/>
              <a:gd name="connsiteX56" fmla="*/ 2786278 w 5741575"/>
              <a:gd name="connsiteY56" fmla="*/ 359869 h 955271"/>
              <a:gd name="connsiteX57" fmla="*/ 2792101 w 5741575"/>
              <a:gd name="connsiteY57" fmla="*/ 365927 h 955271"/>
              <a:gd name="connsiteX58" fmla="*/ 2885545 w 5741575"/>
              <a:gd name="connsiteY58" fmla="*/ 372818 h 955271"/>
              <a:gd name="connsiteX59" fmla="*/ 3009558 w 5741575"/>
              <a:gd name="connsiteY59" fmla="*/ 370573 h 955271"/>
              <a:gd name="connsiteX60" fmla="*/ 3095010 w 5741575"/>
              <a:gd name="connsiteY60" fmla="*/ 332454 h 955271"/>
              <a:gd name="connsiteX61" fmla="*/ 3103742 w 5741575"/>
              <a:gd name="connsiteY61" fmla="*/ 337974 h 955271"/>
              <a:gd name="connsiteX62" fmla="*/ 3165093 w 5741575"/>
              <a:gd name="connsiteY62" fmla="*/ 329459 h 955271"/>
              <a:gd name="connsiteX63" fmla="*/ 3373785 w 5741575"/>
              <a:gd name="connsiteY63" fmla="*/ 255680 h 955271"/>
              <a:gd name="connsiteX64" fmla="*/ 3493851 w 5741575"/>
              <a:gd name="connsiteY64" fmla="*/ 240255 h 955271"/>
              <a:gd name="connsiteX65" fmla="*/ 3537470 w 5741575"/>
              <a:gd name="connsiteY65" fmla="*/ 241867 h 955271"/>
              <a:gd name="connsiteX66" fmla="*/ 3610489 w 5741575"/>
              <a:gd name="connsiteY66" fmla="*/ 244128 h 955271"/>
              <a:gd name="connsiteX67" fmla="*/ 3667539 w 5741575"/>
              <a:gd name="connsiteY67" fmla="*/ 263271 h 955271"/>
              <a:gd name="connsiteX68" fmla="*/ 3727614 w 5741575"/>
              <a:gd name="connsiteY68" fmla="*/ 258245 h 955271"/>
              <a:gd name="connsiteX69" fmla="*/ 3738369 w 5741575"/>
              <a:gd name="connsiteY69" fmla="*/ 234506 h 955271"/>
              <a:gd name="connsiteX70" fmla="*/ 3803670 w 5741575"/>
              <a:gd name="connsiteY70" fmla="*/ 236457 h 955271"/>
              <a:gd name="connsiteX71" fmla="*/ 3903080 w 5741575"/>
              <a:gd name="connsiteY71" fmla="*/ 241890 h 955271"/>
              <a:gd name="connsiteX72" fmla="*/ 4114838 w 5741575"/>
              <a:gd name="connsiteY72" fmla="*/ 238165 h 955271"/>
              <a:gd name="connsiteX73" fmla="*/ 4271023 w 5741575"/>
              <a:gd name="connsiteY73" fmla="*/ 241959 h 955271"/>
              <a:gd name="connsiteX74" fmla="*/ 4367397 w 5741575"/>
              <a:gd name="connsiteY74" fmla="*/ 271442 h 955271"/>
              <a:gd name="connsiteX75" fmla="*/ 4495366 w 5741575"/>
              <a:gd name="connsiteY75" fmla="*/ 271618 h 955271"/>
              <a:gd name="connsiteX76" fmla="*/ 4517347 w 5741575"/>
              <a:gd name="connsiteY76" fmla="*/ 275639 h 955271"/>
              <a:gd name="connsiteX77" fmla="*/ 4546116 w 5741575"/>
              <a:gd name="connsiteY77" fmla="*/ 268568 h 955271"/>
              <a:gd name="connsiteX78" fmla="*/ 4661259 w 5741575"/>
              <a:gd name="connsiteY78" fmla="*/ 238966 h 955271"/>
              <a:gd name="connsiteX79" fmla="*/ 4750403 w 5741575"/>
              <a:gd name="connsiteY79" fmla="*/ 204364 h 955271"/>
              <a:gd name="connsiteX80" fmla="*/ 4867614 w 5741575"/>
              <a:gd name="connsiteY80" fmla="*/ 208668 h 955271"/>
              <a:gd name="connsiteX81" fmla="*/ 4937036 w 5741575"/>
              <a:gd name="connsiteY81" fmla="*/ 195446 h 955271"/>
              <a:gd name="connsiteX82" fmla="*/ 5047626 w 5741575"/>
              <a:gd name="connsiteY82" fmla="*/ 149604 h 955271"/>
              <a:gd name="connsiteX83" fmla="*/ 5200247 w 5741575"/>
              <a:gd name="connsiteY83" fmla="*/ 142695 h 955271"/>
              <a:gd name="connsiteX84" fmla="*/ 5235691 w 5741575"/>
              <a:gd name="connsiteY84" fmla="*/ 173330 h 955271"/>
              <a:gd name="connsiteX85" fmla="*/ 5280133 w 5741575"/>
              <a:gd name="connsiteY85" fmla="*/ 189342 h 955271"/>
              <a:gd name="connsiteX86" fmla="*/ 5291963 w 5741575"/>
              <a:gd name="connsiteY86" fmla="*/ 139446 h 955271"/>
              <a:gd name="connsiteX87" fmla="*/ 5418472 w 5741575"/>
              <a:gd name="connsiteY87" fmla="*/ 89163 h 955271"/>
              <a:gd name="connsiteX88" fmla="*/ 5482354 w 5741575"/>
              <a:gd name="connsiteY88" fmla="*/ 69470 h 955271"/>
              <a:gd name="connsiteX89" fmla="*/ 5583280 w 5741575"/>
              <a:gd name="connsiteY89" fmla="*/ 49787 h 955271"/>
              <a:gd name="connsiteX90" fmla="*/ 5613766 w 5741575"/>
              <a:gd name="connsiteY90" fmla="*/ 41855 h 955271"/>
              <a:gd name="connsiteX91" fmla="*/ 5684952 w 5741575"/>
              <a:gd name="connsiteY91" fmla="*/ 26088 h 955271"/>
              <a:gd name="connsiteX92" fmla="*/ 5741575 w 5741575"/>
              <a:gd name="connsiteY92" fmla="*/ 0 h 955271"/>
              <a:gd name="connsiteX0" fmla="*/ 5741575 w 5741575"/>
              <a:gd name="connsiteY0" fmla="*/ 0 h 955271"/>
              <a:gd name="connsiteX1" fmla="*/ 5741575 w 5741575"/>
              <a:gd name="connsiteY1" fmla="*/ 955271 h 955271"/>
              <a:gd name="connsiteX2" fmla="*/ 0 w 5741575"/>
              <a:gd name="connsiteY2" fmla="*/ 955271 h 955271"/>
              <a:gd name="connsiteX3" fmla="*/ 8558 w 5741575"/>
              <a:gd name="connsiteY3" fmla="*/ 953971 h 955271"/>
              <a:gd name="connsiteX4" fmla="*/ 16894 w 5741575"/>
              <a:gd name="connsiteY4" fmla="*/ 953847 h 955271"/>
              <a:gd name="connsiteX5" fmla="*/ 28156 w 5741575"/>
              <a:gd name="connsiteY5" fmla="*/ 951374 h 955271"/>
              <a:gd name="connsiteX6" fmla="*/ 28293 w 5741575"/>
              <a:gd name="connsiteY6" fmla="*/ 950971 h 955271"/>
              <a:gd name="connsiteX7" fmla="*/ 39115 w 5741575"/>
              <a:gd name="connsiteY7" fmla="*/ 949326 h 955271"/>
              <a:gd name="connsiteX8" fmla="*/ 93851 w 5741575"/>
              <a:gd name="connsiteY8" fmla="*/ 945611 h 955271"/>
              <a:gd name="connsiteX9" fmla="*/ 148657 w 5741575"/>
              <a:gd name="connsiteY9" fmla="*/ 898134 h 955271"/>
              <a:gd name="connsiteX10" fmla="*/ 174554 w 5741575"/>
              <a:gd name="connsiteY10" fmla="*/ 886351 h 955271"/>
              <a:gd name="connsiteX11" fmla="*/ 187633 w 5741575"/>
              <a:gd name="connsiteY11" fmla="*/ 878226 h 955271"/>
              <a:gd name="connsiteX12" fmla="*/ 187961 w 5741575"/>
              <a:gd name="connsiteY12" fmla="*/ 876538 h 955271"/>
              <a:gd name="connsiteX13" fmla="*/ 240501 w 5741575"/>
              <a:gd name="connsiteY13" fmla="*/ 873150 h 955271"/>
              <a:gd name="connsiteX14" fmla="*/ 246345 w 5741575"/>
              <a:gd name="connsiteY14" fmla="*/ 869942 h 955271"/>
              <a:gd name="connsiteX15" fmla="*/ 282041 w 5741575"/>
              <a:gd name="connsiteY15" fmla="*/ 871263 h 955271"/>
              <a:gd name="connsiteX16" fmla="*/ 299711 w 5741575"/>
              <a:gd name="connsiteY16" fmla="*/ 870064 h 955271"/>
              <a:gd name="connsiteX17" fmla="*/ 306299 w 5741575"/>
              <a:gd name="connsiteY17" fmla="*/ 873609 h 955271"/>
              <a:gd name="connsiteX18" fmla="*/ 331571 w 5741575"/>
              <a:gd name="connsiteY18" fmla="*/ 869866 h 955271"/>
              <a:gd name="connsiteX19" fmla="*/ 333872 w 5741575"/>
              <a:gd name="connsiteY19" fmla="*/ 867971 h 955271"/>
              <a:gd name="connsiteX20" fmla="*/ 356953 w 5741575"/>
              <a:gd name="connsiteY20" fmla="*/ 870334 h 955271"/>
              <a:gd name="connsiteX21" fmla="*/ 570239 w 5741575"/>
              <a:gd name="connsiteY21" fmla="*/ 829596 h 955271"/>
              <a:gd name="connsiteX22" fmla="*/ 787156 w 5741575"/>
              <a:gd name="connsiteY22" fmla="*/ 838447 h 955271"/>
              <a:gd name="connsiteX23" fmla="*/ 898586 w 5741575"/>
              <a:gd name="connsiteY23" fmla="*/ 808502 h 955271"/>
              <a:gd name="connsiteX24" fmla="*/ 924063 w 5741575"/>
              <a:gd name="connsiteY24" fmla="*/ 770210 h 955271"/>
              <a:gd name="connsiteX25" fmla="*/ 1212574 w 5741575"/>
              <a:gd name="connsiteY25" fmla="*/ 724238 h 955271"/>
              <a:gd name="connsiteX26" fmla="*/ 1280768 w 5741575"/>
              <a:gd name="connsiteY26" fmla="*/ 699122 h 955271"/>
              <a:gd name="connsiteX27" fmla="*/ 1352027 w 5741575"/>
              <a:gd name="connsiteY27" fmla="*/ 704323 h 955271"/>
              <a:gd name="connsiteX28" fmla="*/ 1374314 w 5741575"/>
              <a:gd name="connsiteY28" fmla="*/ 688815 h 955271"/>
              <a:gd name="connsiteX29" fmla="*/ 1378034 w 5741575"/>
              <a:gd name="connsiteY29" fmla="*/ 685842 h 955271"/>
              <a:gd name="connsiteX30" fmla="*/ 1395604 w 5741575"/>
              <a:gd name="connsiteY30" fmla="*/ 680460 h 955271"/>
              <a:gd name="connsiteX31" fmla="*/ 1397206 w 5741575"/>
              <a:gd name="connsiteY31" fmla="*/ 670793 h 955271"/>
              <a:gd name="connsiteX32" fmla="*/ 1421250 w 5741575"/>
              <a:gd name="connsiteY32" fmla="*/ 656855 h 955271"/>
              <a:gd name="connsiteX33" fmla="*/ 1454524 w 5741575"/>
              <a:gd name="connsiteY33" fmla="*/ 649224 h 955271"/>
              <a:gd name="connsiteX34" fmla="*/ 1616217 w 5741575"/>
              <a:gd name="connsiteY34" fmla="*/ 622107 h 955271"/>
              <a:gd name="connsiteX35" fmla="*/ 1710928 w 5741575"/>
              <a:gd name="connsiteY35" fmla="*/ 600666 h 955271"/>
              <a:gd name="connsiteX36" fmla="*/ 1743718 w 5741575"/>
              <a:gd name="connsiteY36" fmla="*/ 584327 h 955271"/>
              <a:gd name="connsiteX37" fmla="*/ 1873778 w 5741575"/>
              <a:gd name="connsiteY37" fmla="*/ 530130 h 955271"/>
              <a:gd name="connsiteX38" fmla="*/ 1988411 w 5741575"/>
              <a:gd name="connsiteY38" fmla="*/ 491599 h 955271"/>
              <a:gd name="connsiteX39" fmla="*/ 2085507 w 5741575"/>
              <a:gd name="connsiteY39" fmla="*/ 498527 h 955271"/>
              <a:gd name="connsiteX40" fmla="*/ 2090767 w 5741575"/>
              <a:gd name="connsiteY40" fmla="*/ 490616 h 955271"/>
              <a:gd name="connsiteX41" fmla="*/ 2151143 w 5741575"/>
              <a:gd name="connsiteY41" fmla="*/ 478332 h 955271"/>
              <a:gd name="connsiteX42" fmla="*/ 2378710 w 5741575"/>
              <a:gd name="connsiteY42" fmla="*/ 477570 h 955271"/>
              <a:gd name="connsiteX43" fmla="*/ 2496256 w 5741575"/>
              <a:gd name="connsiteY43" fmla="*/ 452396 h 955271"/>
              <a:gd name="connsiteX44" fmla="*/ 2535387 w 5741575"/>
              <a:gd name="connsiteY44" fmla="*/ 436645 h 955271"/>
              <a:gd name="connsiteX45" fmla="*/ 2601109 w 5741575"/>
              <a:gd name="connsiteY45" fmla="*/ 410678 h 955271"/>
              <a:gd name="connsiteX46" fmla="*/ 2643855 w 5741575"/>
              <a:gd name="connsiteY46" fmla="*/ 374482 h 955271"/>
              <a:gd name="connsiteX47" fmla="*/ 2657726 w 5741575"/>
              <a:gd name="connsiteY47" fmla="*/ 365841 h 955271"/>
              <a:gd name="connsiteX48" fmla="*/ 2687125 w 5741575"/>
              <a:gd name="connsiteY48" fmla="*/ 366820 h 955271"/>
              <a:gd name="connsiteX49" fmla="*/ 2697479 w 5741575"/>
              <a:gd name="connsiteY49" fmla="*/ 361430 h 955271"/>
              <a:gd name="connsiteX50" fmla="*/ 2701547 w 5741575"/>
              <a:gd name="connsiteY50" fmla="*/ 361545 h 955271"/>
              <a:gd name="connsiteX51" fmla="*/ 2711054 w 5741575"/>
              <a:gd name="connsiteY51" fmla="*/ 360597 h 955271"/>
              <a:gd name="connsiteX52" fmla="*/ 2710438 w 5741575"/>
              <a:gd name="connsiteY52" fmla="*/ 366958 h 955271"/>
              <a:gd name="connsiteX53" fmla="*/ 2722936 w 5741575"/>
              <a:gd name="connsiteY53" fmla="*/ 377633 h 955271"/>
              <a:gd name="connsiteX54" fmla="*/ 2777227 w 5741575"/>
              <a:gd name="connsiteY54" fmla="*/ 368972 h 955271"/>
              <a:gd name="connsiteX55" fmla="*/ 2779510 w 5741575"/>
              <a:gd name="connsiteY55" fmla="*/ 361652 h 955271"/>
              <a:gd name="connsiteX56" fmla="*/ 2786278 w 5741575"/>
              <a:gd name="connsiteY56" fmla="*/ 359869 h 955271"/>
              <a:gd name="connsiteX57" fmla="*/ 2792101 w 5741575"/>
              <a:gd name="connsiteY57" fmla="*/ 365927 h 955271"/>
              <a:gd name="connsiteX58" fmla="*/ 2885545 w 5741575"/>
              <a:gd name="connsiteY58" fmla="*/ 372818 h 955271"/>
              <a:gd name="connsiteX59" fmla="*/ 3009558 w 5741575"/>
              <a:gd name="connsiteY59" fmla="*/ 370573 h 955271"/>
              <a:gd name="connsiteX60" fmla="*/ 3095010 w 5741575"/>
              <a:gd name="connsiteY60" fmla="*/ 332454 h 955271"/>
              <a:gd name="connsiteX61" fmla="*/ 3103742 w 5741575"/>
              <a:gd name="connsiteY61" fmla="*/ 337974 h 955271"/>
              <a:gd name="connsiteX62" fmla="*/ 3165093 w 5741575"/>
              <a:gd name="connsiteY62" fmla="*/ 329459 h 955271"/>
              <a:gd name="connsiteX63" fmla="*/ 3373785 w 5741575"/>
              <a:gd name="connsiteY63" fmla="*/ 255680 h 955271"/>
              <a:gd name="connsiteX64" fmla="*/ 3493851 w 5741575"/>
              <a:gd name="connsiteY64" fmla="*/ 240255 h 955271"/>
              <a:gd name="connsiteX65" fmla="*/ 3537470 w 5741575"/>
              <a:gd name="connsiteY65" fmla="*/ 241867 h 955271"/>
              <a:gd name="connsiteX66" fmla="*/ 3610489 w 5741575"/>
              <a:gd name="connsiteY66" fmla="*/ 244128 h 955271"/>
              <a:gd name="connsiteX67" fmla="*/ 3667539 w 5741575"/>
              <a:gd name="connsiteY67" fmla="*/ 263271 h 955271"/>
              <a:gd name="connsiteX68" fmla="*/ 3727614 w 5741575"/>
              <a:gd name="connsiteY68" fmla="*/ 258245 h 955271"/>
              <a:gd name="connsiteX69" fmla="*/ 3738369 w 5741575"/>
              <a:gd name="connsiteY69" fmla="*/ 234506 h 955271"/>
              <a:gd name="connsiteX70" fmla="*/ 3803670 w 5741575"/>
              <a:gd name="connsiteY70" fmla="*/ 236457 h 955271"/>
              <a:gd name="connsiteX71" fmla="*/ 3903080 w 5741575"/>
              <a:gd name="connsiteY71" fmla="*/ 241890 h 955271"/>
              <a:gd name="connsiteX72" fmla="*/ 4114838 w 5741575"/>
              <a:gd name="connsiteY72" fmla="*/ 238165 h 955271"/>
              <a:gd name="connsiteX73" fmla="*/ 4271023 w 5741575"/>
              <a:gd name="connsiteY73" fmla="*/ 241959 h 955271"/>
              <a:gd name="connsiteX74" fmla="*/ 4367397 w 5741575"/>
              <a:gd name="connsiteY74" fmla="*/ 271442 h 955271"/>
              <a:gd name="connsiteX75" fmla="*/ 4495366 w 5741575"/>
              <a:gd name="connsiteY75" fmla="*/ 271618 h 955271"/>
              <a:gd name="connsiteX76" fmla="*/ 4517347 w 5741575"/>
              <a:gd name="connsiteY76" fmla="*/ 275639 h 955271"/>
              <a:gd name="connsiteX77" fmla="*/ 4546116 w 5741575"/>
              <a:gd name="connsiteY77" fmla="*/ 268568 h 955271"/>
              <a:gd name="connsiteX78" fmla="*/ 4661259 w 5741575"/>
              <a:gd name="connsiteY78" fmla="*/ 238966 h 955271"/>
              <a:gd name="connsiteX79" fmla="*/ 4750403 w 5741575"/>
              <a:gd name="connsiteY79" fmla="*/ 204364 h 955271"/>
              <a:gd name="connsiteX80" fmla="*/ 4867614 w 5741575"/>
              <a:gd name="connsiteY80" fmla="*/ 208668 h 955271"/>
              <a:gd name="connsiteX81" fmla="*/ 4937036 w 5741575"/>
              <a:gd name="connsiteY81" fmla="*/ 195446 h 955271"/>
              <a:gd name="connsiteX82" fmla="*/ 5047626 w 5741575"/>
              <a:gd name="connsiteY82" fmla="*/ 149604 h 955271"/>
              <a:gd name="connsiteX83" fmla="*/ 5200247 w 5741575"/>
              <a:gd name="connsiteY83" fmla="*/ 142695 h 955271"/>
              <a:gd name="connsiteX84" fmla="*/ 5235691 w 5741575"/>
              <a:gd name="connsiteY84" fmla="*/ 173330 h 955271"/>
              <a:gd name="connsiteX85" fmla="*/ 5280133 w 5741575"/>
              <a:gd name="connsiteY85" fmla="*/ 189342 h 955271"/>
              <a:gd name="connsiteX86" fmla="*/ 5291963 w 5741575"/>
              <a:gd name="connsiteY86" fmla="*/ 139446 h 955271"/>
              <a:gd name="connsiteX87" fmla="*/ 5418472 w 5741575"/>
              <a:gd name="connsiteY87" fmla="*/ 89163 h 955271"/>
              <a:gd name="connsiteX88" fmla="*/ 5482354 w 5741575"/>
              <a:gd name="connsiteY88" fmla="*/ 69470 h 955271"/>
              <a:gd name="connsiteX89" fmla="*/ 5583280 w 5741575"/>
              <a:gd name="connsiteY89" fmla="*/ 49787 h 955271"/>
              <a:gd name="connsiteX90" fmla="*/ 5613766 w 5741575"/>
              <a:gd name="connsiteY90" fmla="*/ 41855 h 955271"/>
              <a:gd name="connsiteX91" fmla="*/ 5684952 w 5741575"/>
              <a:gd name="connsiteY91" fmla="*/ 26088 h 955271"/>
              <a:gd name="connsiteX92" fmla="*/ 5741575 w 5741575"/>
              <a:gd name="connsiteY92" fmla="*/ 0 h 955271"/>
              <a:gd name="connsiteX0" fmla="*/ 5741575 w 5741575"/>
              <a:gd name="connsiteY0" fmla="*/ 0 h 955271"/>
              <a:gd name="connsiteX1" fmla="*/ 5741575 w 5741575"/>
              <a:gd name="connsiteY1" fmla="*/ 955271 h 955271"/>
              <a:gd name="connsiteX2" fmla="*/ 0 w 5741575"/>
              <a:gd name="connsiteY2" fmla="*/ 955271 h 955271"/>
              <a:gd name="connsiteX3" fmla="*/ 8558 w 5741575"/>
              <a:gd name="connsiteY3" fmla="*/ 953971 h 955271"/>
              <a:gd name="connsiteX4" fmla="*/ 16894 w 5741575"/>
              <a:gd name="connsiteY4" fmla="*/ 953847 h 955271"/>
              <a:gd name="connsiteX5" fmla="*/ 28156 w 5741575"/>
              <a:gd name="connsiteY5" fmla="*/ 951374 h 955271"/>
              <a:gd name="connsiteX6" fmla="*/ 28293 w 5741575"/>
              <a:gd name="connsiteY6" fmla="*/ 950971 h 955271"/>
              <a:gd name="connsiteX7" fmla="*/ 39115 w 5741575"/>
              <a:gd name="connsiteY7" fmla="*/ 949326 h 955271"/>
              <a:gd name="connsiteX8" fmla="*/ 93851 w 5741575"/>
              <a:gd name="connsiteY8" fmla="*/ 945611 h 955271"/>
              <a:gd name="connsiteX9" fmla="*/ 148657 w 5741575"/>
              <a:gd name="connsiteY9" fmla="*/ 898134 h 955271"/>
              <a:gd name="connsiteX10" fmla="*/ 174554 w 5741575"/>
              <a:gd name="connsiteY10" fmla="*/ 886351 h 955271"/>
              <a:gd name="connsiteX11" fmla="*/ 187633 w 5741575"/>
              <a:gd name="connsiteY11" fmla="*/ 878226 h 955271"/>
              <a:gd name="connsiteX12" fmla="*/ 187961 w 5741575"/>
              <a:gd name="connsiteY12" fmla="*/ 876538 h 955271"/>
              <a:gd name="connsiteX13" fmla="*/ 240501 w 5741575"/>
              <a:gd name="connsiteY13" fmla="*/ 873150 h 955271"/>
              <a:gd name="connsiteX14" fmla="*/ 246345 w 5741575"/>
              <a:gd name="connsiteY14" fmla="*/ 869942 h 955271"/>
              <a:gd name="connsiteX15" fmla="*/ 282041 w 5741575"/>
              <a:gd name="connsiteY15" fmla="*/ 871263 h 955271"/>
              <a:gd name="connsiteX16" fmla="*/ 299711 w 5741575"/>
              <a:gd name="connsiteY16" fmla="*/ 870064 h 955271"/>
              <a:gd name="connsiteX17" fmla="*/ 306299 w 5741575"/>
              <a:gd name="connsiteY17" fmla="*/ 873609 h 955271"/>
              <a:gd name="connsiteX18" fmla="*/ 331571 w 5741575"/>
              <a:gd name="connsiteY18" fmla="*/ 869866 h 955271"/>
              <a:gd name="connsiteX19" fmla="*/ 333872 w 5741575"/>
              <a:gd name="connsiteY19" fmla="*/ 867971 h 955271"/>
              <a:gd name="connsiteX20" fmla="*/ 356953 w 5741575"/>
              <a:gd name="connsiteY20" fmla="*/ 870334 h 955271"/>
              <a:gd name="connsiteX21" fmla="*/ 570239 w 5741575"/>
              <a:gd name="connsiteY21" fmla="*/ 829596 h 955271"/>
              <a:gd name="connsiteX22" fmla="*/ 787156 w 5741575"/>
              <a:gd name="connsiteY22" fmla="*/ 838447 h 955271"/>
              <a:gd name="connsiteX23" fmla="*/ 898586 w 5741575"/>
              <a:gd name="connsiteY23" fmla="*/ 808502 h 955271"/>
              <a:gd name="connsiteX24" fmla="*/ 1212574 w 5741575"/>
              <a:gd name="connsiteY24" fmla="*/ 724238 h 955271"/>
              <a:gd name="connsiteX25" fmla="*/ 1280768 w 5741575"/>
              <a:gd name="connsiteY25" fmla="*/ 699122 h 955271"/>
              <a:gd name="connsiteX26" fmla="*/ 1352027 w 5741575"/>
              <a:gd name="connsiteY26" fmla="*/ 704323 h 955271"/>
              <a:gd name="connsiteX27" fmla="*/ 1374314 w 5741575"/>
              <a:gd name="connsiteY27" fmla="*/ 688815 h 955271"/>
              <a:gd name="connsiteX28" fmla="*/ 1378034 w 5741575"/>
              <a:gd name="connsiteY28" fmla="*/ 685842 h 955271"/>
              <a:gd name="connsiteX29" fmla="*/ 1395604 w 5741575"/>
              <a:gd name="connsiteY29" fmla="*/ 680460 h 955271"/>
              <a:gd name="connsiteX30" fmla="*/ 1397206 w 5741575"/>
              <a:gd name="connsiteY30" fmla="*/ 670793 h 955271"/>
              <a:gd name="connsiteX31" fmla="*/ 1421250 w 5741575"/>
              <a:gd name="connsiteY31" fmla="*/ 656855 h 955271"/>
              <a:gd name="connsiteX32" fmla="*/ 1454524 w 5741575"/>
              <a:gd name="connsiteY32" fmla="*/ 649224 h 955271"/>
              <a:gd name="connsiteX33" fmla="*/ 1616217 w 5741575"/>
              <a:gd name="connsiteY33" fmla="*/ 622107 h 955271"/>
              <a:gd name="connsiteX34" fmla="*/ 1710928 w 5741575"/>
              <a:gd name="connsiteY34" fmla="*/ 600666 h 955271"/>
              <a:gd name="connsiteX35" fmla="*/ 1743718 w 5741575"/>
              <a:gd name="connsiteY35" fmla="*/ 584327 h 955271"/>
              <a:gd name="connsiteX36" fmla="*/ 1873778 w 5741575"/>
              <a:gd name="connsiteY36" fmla="*/ 530130 h 955271"/>
              <a:gd name="connsiteX37" fmla="*/ 1988411 w 5741575"/>
              <a:gd name="connsiteY37" fmla="*/ 491599 h 955271"/>
              <a:gd name="connsiteX38" fmla="*/ 2085507 w 5741575"/>
              <a:gd name="connsiteY38" fmla="*/ 498527 h 955271"/>
              <a:gd name="connsiteX39" fmla="*/ 2090767 w 5741575"/>
              <a:gd name="connsiteY39" fmla="*/ 490616 h 955271"/>
              <a:gd name="connsiteX40" fmla="*/ 2151143 w 5741575"/>
              <a:gd name="connsiteY40" fmla="*/ 478332 h 955271"/>
              <a:gd name="connsiteX41" fmla="*/ 2378710 w 5741575"/>
              <a:gd name="connsiteY41" fmla="*/ 477570 h 955271"/>
              <a:gd name="connsiteX42" fmla="*/ 2496256 w 5741575"/>
              <a:gd name="connsiteY42" fmla="*/ 452396 h 955271"/>
              <a:gd name="connsiteX43" fmla="*/ 2535387 w 5741575"/>
              <a:gd name="connsiteY43" fmla="*/ 436645 h 955271"/>
              <a:gd name="connsiteX44" fmla="*/ 2601109 w 5741575"/>
              <a:gd name="connsiteY44" fmla="*/ 410678 h 955271"/>
              <a:gd name="connsiteX45" fmla="*/ 2643855 w 5741575"/>
              <a:gd name="connsiteY45" fmla="*/ 374482 h 955271"/>
              <a:gd name="connsiteX46" fmla="*/ 2657726 w 5741575"/>
              <a:gd name="connsiteY46" fmla="*/ 365841 h 955271"/>
              <a:gd name="connsiteX47" fmla="*/ 2687125 w 5741575"/>
              <a:gd name="connsiteY47" fmla="*/ 366820 h 955271"/>
              <a:gd name="connsiteX48" fmla="*/ 2697479 w 5741575"/>
              <a:gd name="connsiteY48" fmla="*/ 361430 h 955271"/>
              <a:gd name="connsiteX49" fmla="*/ 2701547 w 5741575"/>
              <a:gd name="connsiteY49" fmla="*/ 361545 h 955271"/>
              <a:gd name="connsiteX50" fmla="*/ 2711054 w 5741575"/>
              <a:gd name="connsiteY50" fmla="*/ 360597 h 955271"/>
              <a:gd name="connsiteX51" fmla="*/ 2710438 w 5741575"/>
              <a:gd name="connsiteY51" fmla="*/ 366958 h 955271"/>
              <a:gd name="connsiteX52" fmla="*/ 2722936 w 5741575"/>
              <a:gd name="connsiteY52" fmla="*/ 377633 h 955271"/>
              <a:gd name="connsiteX53" fmla="*/ 2777227 w 5741575"/>
              <a:gd name="connsiteY53" fmla="*/ 368972 h 955271"/>
              <a:gd name="connsiteX54" fmla="*/ 2779510 w 5741575"/>
              <a:gd name="connsiteY54" fmla="*/ 361652 h 955271"/>
              <a:gd name="connsiteX55" fmla="*/ 2786278 w 5741575"/>
              <a:gd name="connsiteY55" fmla="*/ 359869 h 955271"/>
              <a:gd name="connsiteX56" fmla="*/ 2792101 w 5741575"/>
              <a:gd name="connsiteY56" fmla="*/ 365927 h 955271"/>
              <a:gd name="connsiteX57" fmla="*/ 2885545 w 5741575"/>
              <a:gd name="connsiteY57" fmla="*/ 372818 h 955271"/>
              <a:gd name="connsiteX58" fmla="*/ 3009558 w 5741575"/>
              <a:gd name="connsiteY58" fmla="*/ 370573 h 955271"/>
              <a:gd name="connsiteX59" fmla="*/ 3095010 w 5741575"/>
              <a:gd name="connsiteY59" fmla="*/ 332454 h 955271"/>
              <a:gd name="connsiteX60" fmla="*/ 3103742 w 5741575"/>
              <a:gd name="connsiteY60" fmla="*/ 337974 h 955271"/>
              <a:gd name="connsiteX61" fmla="*/ 3165093 w 5741575"/>
              <a:gd name="connsiteY61" fmla="*/ 329459 h 955271"/>
              <a:gd name="connsiteX62" fmla="*/ 3373785 w 5741575"/>
              <a:gd name="connsiteY62" fmla="*/ 255680 h 955271"/>
              <a:gd name="connsiteX63" fmla="*/ 3493851 w 5741575"/>
              <a:gd name="connsiteY63" fmla="*/ 240255 h 955271"/>
              <a:gd name="connsiteX64" fmla="*/ 3537470 w 5741575"/>
              <a:gd name="connsiteY64" fmla="*/ 241867 h 955271"/>
              <a:gd name="connsiteX65" fmla="*/ 3610489 w 5741575"/>
              <a:gd name="connsiteY65" fmla="*/ 244128 h 955271"/>
              <a:gd name="connsiteX66" fmla="*/ 3667539 w 5741575"/>
              <a:gd name="connsiteY66" fmla="*/ 263271 h 955271"/>
              <a:gd name="connsiteX67" fmla="*/ 3727614 w 5741575"/>
              <a:gd name="connsiteY67" fmla="*/ 258245 h 955271"/>
              <a:gd name="connsiteX68" fmla="*/ 3738369 w 5741575"/>
              <a:gd name="connsiteY68" fmla="*/ 234506 h 955271"/>
              <a:gd name="connsiteX69" fmla="*/ 3803670 w 5741575"/>
              <a:gd name="connsiteY69" fmla="*/ 236457 h 955271"/>
              <a:gd name="connsiteX70" fmla="*/ 3903080 w 5741575"/>
              <a:gd name="connsiteY70" fmla="*/ 241890 h 955271"/>
              <a:gd name="connsiteX71" fmla="*/ 4114838 w 5741575"/>
              <a:gd name="connsiteY71" fmla="*/ 238165 h 955271"/>
              <a:gd name="connsiteX72" fmla="*/ 4271023 w 5741575"/>
              <a:gd name="connsiteY72" fmla="*/ 241959 h 955271"/>
              <a:gd name="connsiteX73" fmla="*/ 4367397 w 5741575"/>
              <a:gd name="connsiteY73" fmla="*/ 271442 h 955271"/>
              <a:gd name="connsiteX74" fmla="*/ 4495366 w 5741575"/>
              <a:gd name="connsiteY74" fmla="*/ 271618 h 955271"/>
              <a:gd name="connsiteX75" fmla="*/ 4517347 w 5741575"/>
              <a:gd name="connsiteY75" fmla="*/ 275639 h 955271"/>
              <a:gd name="connsiteX76" fmla="*/ 4546116 w 5741575"/>
              <a:gd name="connsiteY76" fmla="*/ 268568 h 955271"/>
              <a:gd name="connsiteX77" fmla="*/ 4661259 w 5741575"/>
              <a:gd name="connsiteY77" fmla="*/ 238966 h 955271"/>
              <a:gd name="connsiteX78" fmla="*/ 4750403 w 5741575"/>
              <a:gd name="connsiteY78" fmla="*/ 204364 h 955271"/>
              <a:gd name="connsiteX79" fmla="*/ 4867614 w 5741575"/>
              <a:gd name="connsiteY79" fmla="*/ 208668 h 955271"/>
              <a:gd name="connsiteX80" fmla="*/ 4937036 w 5741575"/>
              <a:gd name="connsiteY80" fmla="*/ 195446 h 955271"/>
              <a:gd name="connsiteX81" fmla="*/ 5047626 w 5741575"/>
              <a:gd name="connsiteY81" fmla="*/ 149604 h 955271"/>
              <a:gd name="connsiteX82" fmla="*/ 5200247 w 5741575"/>
              <a:gd name="connsiteY82" fmla="*/ 142695 h 955271"/>
              <a:gd name="connsiteX83" fmla="*/ 5235691 w 5741575"/>
              <a:gd name="connsiteY83" fmla="*/ 173330 h 955271"/>
              <a:gd name="connsiteX84" fmla="*/ 5280133 w 5741575"/>
              <a:gd name="connsiteY84" fmla="*/ 189342 h 955271"/>
              <a:gd name="connsiteX85" fmla="*/ 5291963 w 5741575"/>
              <a:gd name="connsiteY85" fmla="*/ 139446 h 955271"/>
              <a:gd name="connsiteX86" fmla="*/ 5418472 w 5741575"/>
              <a:gd name="connsiteY86" fmla="*/ 89163 h 955271"/>
              <a:gd name="connsiteX87" fmla="*/ 5482354 w 5741575"/>
              <a:gd name="connsiteY87" fmla="*/ 69470 h 955271"/>
              <a:gd name="connsiteX88" fmla="*/ 5583280 w 5741575"/>
              <a:gd name="connsiteY88" fmla="*/ 49787 h 955271"/>
              <a:gd name="connsiteX89" fmla="*/ 5613766 w 5741575"/>
              <a:gd name="connsiteY89" fmla="*/ 41855 h 955271"/>
              <a:gd name="connsiteX90" fmla="*/ 5684952 w 5741575"/>
              <a:gd name="connsiteY90" fmla="*/ 26088 h 955271"/>
              <a:gd name="connsiteX91" fmla="*/ 5741575 w 5741575"/>
              <a:gd name="connsiteY91" fmla="*/ 0 h 955271"/>
              <a:gd name="connsiteX0" fmla="*/ 5741575 w 5741575"/>
              <a:gd name="connsiteY0" fmla="*/ 0 h 955271"/>
              <a:gd name="connsiteX1" fmla="*/ 5741575 w 5741575"/>
              <a:gd name="connsiteY1" fmla="*/ 955271 h 955271"/>
              <a:gd name="connsiteX2" fmla="*/ 0 w 5741575"/>
              <a:gd name="connsiteY2" fmla="*/ 955271 h 955271"/>
              <a:gd name="connsiteX3" fmla="*/ 8558 w 5741575"/>
              <a:gd name="connsiteY3" fmla="*/ 953971 h 955271"/>
              <a:gd name="connsiteX4" fmla="*/ 16894 w 5741575"/>
              <a:gd name="connsiteY4" fmla="*/ 953847 h 955271"/>
              <a:gd name="connsiteX5" fmla="*/ 28156 w 5741575"/>
              <a:gd name="connsiteY5" fmla="*/ 951374 h 955271"/>
              <a:gd name="connsiteX6" fmla="*/ 28293 w 5741575"/>
              <a:gd name="connsiteY6" fmla="*/ 950971 h 955271"/>
              <a:gd name="connsiteX7" fmla="*/ 39115 w 5741575"/>
              <a:gd name="connsiteY7" fmla="*/ 949326 h 955271"/>
              <a:gd name="connsiteX8" fmla="*/ 93851 w 5741575"/>
              <a:gd name="connsiteY8" fmla="*/ 945611 h 955271"/>
              <a:gd name="connsiteX9" fmla="*/ 148657 w 5741575"/>
              <a:gd name="connsiteY9" fmla="*/ 898134 h 955271"/>
              <a:gd name="connsiteX10" fmla="*/ 174554 w 5741575"/>
              <a:gd name="connsiteY10" fmla="*/ 886351 h 955271"/>
              <a:gd name="connsiteX11" fmla="*/ 187633 w 5741575"/>
              <a:gd name="connsiteY11" fmla="*/ 878226 h 955271"/>
              <a:gd name="connsiteX12" fmla="*/ 187961 w 5741575"/>
              <a:gd name="connsiteY12" fmla="*/ 876538 h 955271"/>
              <a:gd name="connsiteX13" fmla="*/ 240501 w 5741575"/>
              <a:gd name="connsiteY13" fmla="*/ 873150 h 955271"/>
              <a:gd name="connsiteX14" fmla="*/ 246345 w 5741575"/>
              <a:gd name="connsiteY14" fmla="*/ 869942 h 955271"/>
              <a:gd name="connsiteX15" fmla="*/ 282041 w 5741575"/>
              <a:gd name="connsiteY15" fmla="*/ 871263 h 955271"/>
              <a:gd name="connsiteX16" fmla="*/ 299711 w 5741575"/>
              <a:gd name="connsiteY16" fmla="*/ 870064 h 955271"/>
              <a:gd name="connsiteX17" fmla="*/ 306299 w 5741575"/>
              <a:gd name="connsiteY17" fmla="*/ 873609 h 955271"/>
              <a:gd name="connsiteX18" fmla="*/ 331571 w 5741575"/>
              <a:gd name="connsiteY18" fmla="*/ 869866 h 955271"/>
              <a:gd name="connsiteX19" fmla="*/ 333872 w 5741575"/>
              <a:gd name="connsiteY19" fmla="*/ 867971 h 955271"/>
              <a:gd name="connsiteX20" fmla="*/ 356953 w 5741575"/>
              <a:gd name="connsiteY20" fmla="*/ 870334 h 955271"/>
              <a:gd name="connsiteX21" fmla="*/ 570239 w 5741575"/>
              <a:gd name="connsiteY21" fmla="*/ 829596 h 955271"/>
              <a:gd name="connsiteX22" fmla="*/ 787156 w 5741575"/>
              <a:gd name="connsiteY22" fmla="*/ 838447 h 955271"/>
              <a:gd name="connsiteX23" fmla="*/ 948872 w 5741575"/>
              <a:gd name="connsiteY23" fmla="*/ 772201 h 955271"/>
              <a:gd name="connsiteX24" fmla="*/ 1212574 w 5741575"/>
              <a:gd name="connsiteY24" fmla="*/ 724238 h 955271"/>
              <a:gd name="connsiteX25" fmla="*/ 1280768 w 5741575"/>
              <a:gd name="connsiteY25" fmla="*/ 699122 h 955271"/>
              <a:gd name="connsiteX26" fmla="*/ 1352027 w 5741575"/>
              <a:gd name="connsiteY26" fmla="*/ 704323 h 955271"/>
              <a:gd name="connsiteX27" fmla="*/ 1374314 w 5741575"/>
              <a:gd name="connsiteY27" fmla="*/ 688815 h 955271"/>
              <a:gd name="connsiteX28" fmla="*/ 1378034 w 5741575"/>
              <a:gd name="connsiteY28" fmla="*/ 685842 h 955271"/>
              <a:gd name="connsiteX29" fmla="*/ 1395604 w 5741575"/>
              <a:gd name="connsiteY29" fmla="*/ 680460 h 955271"/>
              <a:gd name="connsiteX30" fmla="*/ 1397206 w 5741575"/>
              <a:gd name="connsiteY30" fmla="*/ 670793 h 955271"/>
              <a:gd name="connsiteX31" fmla="*/ 1421250 w 5741575"/>
              <a:gd name="connsiteY31" fmla="*/ 656855 h 955271"/>
              <a:gd name="connsiteX32" fmla="*/ 1454524 w 5741575"/>
              <a:gd name="connsiteY32" fmla="*/ 649224 h 955271"/>
              <a:gd name="connsiteX33" fmla="*/ 1616217 w 5741575"/>
              <a:gd name="connsiteY33" fmla="*/ 622107 h 955271"/>
              <a:gd name="connsiteX34" fmla="*/ 1710928 w 5741575"/>
              <a:gd name="connsiteY34" fmla="*/ 600666 h 955271"/>
              <a:gd name="connsiteX35" fmla="*/ 1743718 w 5741575"/>
              <a:gd name="connsiteY35" fmla="*/ 584327 h 955271"/>
              <a:gd name="connsiteX36" fmla="*/ 1873778 w 5741575"/>
              <a:gd name="connsiteY36" fmla="*/ 530130 h 955271"/>
              <a:gd name="connsiteX37" fmla="*/ 1988411 w 5741575"/>
              <a:gd name="connsiteY37" fmla="*/ 491599 h 955271"/>
              <a:gd name="connsiteX38" fmla="*/ 2085507 w 5741575"/>
              <a:gd name="connsiteY38" fmla="*/ 498527 h 955271"/>
              <a:gd name="connsiteX39" fmla="*/ 2090767 w 5741575"/>
              <a:gd name="connsiteY39" fmla="*/ 490616 h 955271"/>
              <a:gd name="connsiteX40" fmla="*/ 2151143 w 5741575"/>
              <a:gd name="connsiteY40" fmla="*/ 478332 h 955271"/>
              <a:gd name="connsiteX41" fmla="*/ 2378710 w 5741575"/>
              <a:gd name="connsiteY41" fmla="*/ 477570 h 955271"/>
              <a:gd name="connsiteX42" fmla="*/ 2496256 w 5741575"/>
              <a:gd name="connsiteY42" fmla="*/ 452396 h 955271"/>
              <a:gd name="connsiteX43" fmla="*/ 2535387 w 5741575"/>
              <a:gd name="connsiteY43" fmla="*/ 436645 h 955271"/>
              <a:gd name="connsiteX44" fmla="*/ 2601109 w 5741575"/>
              <a:gd name="connsiteY44" fmla="*/ 410678 h 955271"/>
              <a:gd name="connsiteX45" fmla="*/ 2643855 w 5741575"/>
              <a:gd name="connsiteY45" fmla="*/ 374482 h 955271"/>
              <a:gd name="connsiteX46" fmla="*/ 2657726 w 5741575"/>
              <a:gd name="connsiteY46" fmla="*/ 365841 h 955271"/>
              <a:gd name="connsiteX47" fmla="*/ 2687125 w 5741575"/>
              <a:gd name="connsiteY47" fmla="*/ 366820 h 955271"/>
              <a:gd name="connsiteX48" fmla="*/ 2697479 w 5741575"/>
              <a:gd name="connsiteY48" fmla="*/ 361430 h 955271"/>
              <a:gd name="connsiteX49" fmla="*/ 2701547 w 5741575"/>
              <a:gd name="connsiteY49" fmla="*/ 361545 h 955271"/>
              <a:gd name="connsiteX50" fmla="*/ 2711054 w 5741575"/>
              <a:gd name="connsiteY50" fmla="*/ 360597 h 955271"/>
              <a:gd name="connsiteX51" fmla="*/ 2710438 w 5741575"/>
              <a:gd name="connsiteY51" fmla="*/ 366958 h 955271"/>
              <a:gd name="connsiteX52" fmla="*/ 2722936 w 5741575"/>
              <a:gd name="connsiteY52" fmla="*/ 377633 h 955271"/>
              <a:gd name="connsiteX53" fmla="*/ 2777227 w 5741575"/>
              <a:gd name="connsiteY53" fmla="*/ 368972 h 955271"/>
              <a:gd name="connsiteX54" fmla="*/ 2779510 w 5741575"/>
              <a:gd name="connsiteY54" fmla="*/ 361652 h 955271"/>
              <a:gd name="connsiteX55" fmla="*/ 2786278 w 5741575"/>
              <a:gd name="connsiteY55" fmla="*/ 359869 h 955271"/>
              <a:gd name="connsiteX56" fmla="*/ 2792101 w 5741575"/>
              <a:gd name="connsiteY56" fmla="*/ 365927 h 955271"/>
              <a:gd name="connsiteX57" fmla="*/ 2885545 w 5741575"/>
              <a:gd name="connsiteY57" fmla="*/ 372818 h 955271"/>
              <a:gd name="connsiteX58" fmla="*/ 3009558 w 5741575"/>
              <a:gd name="connsiteY58" fmla="*/ 370573 h 955271"/>
              <a:gd name="connsiteX59" fmla="*/ 3095010 w 5741575"/>
              <a:gd name="connsiteY59" fmla="*/ 332454 h 955271"/>
              <a:gd name="connsiteX60" fmla="*/ 3103742 w 5741575"/>
              <a:gd name="connsiteY60" fmla="*/ 337974 h 955271"/>
              <a:gd name="connsiteX61" fmla="*/ 3165093 w 5741575"/>
              <a:gd name="connsiteY61" fmla="*/ 329459 h 955271"/>
              <a:gd name="connsiteX62" fmla="*/ 3373785 w 5741575"/>
              <a:gd name="connsiteY62" fmla="*/ 255680 h 955271"/>
              <a:gd name="connsiteX63" fmla="*/ 3493851 w 5741575"/>
              <a:gd name="connsiteY63" fmla="*/ 240255 h 955271"/>
              <a:gd name="connsiteX64" fmla="*/ 3537470 w 5741575"/>
              <a:gd name="connsiteY64" fmla="*/ 241867 h 955271"/>
              <a:gd name="connsiteX65" fmla="*/ 3610489 w 5741575"/>
              <a:gd name="connsiteY65" fmla="*/ 244128 h 955271"/>
              <a:gd name="connsiteX66" fmla="*/ 3667539 w 5741575"/>
              <a:gd name="connsiteY66" fmla="*/ 263271 h 955271"/>
              <a:gd name="connsiteX67" fmla="*/ 3727614 w 5741575"/>
              <a:gd name="connsiteY67" fmla="*/ 258245 h 955271"/>
              <a:gd name="connsiteX68" fmla="*/ 3738369 w 5741575"/>
              <a:gd name="connsiteY68" fmla="*/ 234506 h 955271"/>
              <a:gd name="connsiteX69" fmla="*/ 3803670 w 5741575"/>
              <a:gd name="connsiteY69" fmla="*/ 236457 h 955271"/>
              <a:gd name="connsiteX70" fmla="*/ 3903080 w 5741575"/>
              <a:gd name="connsiteY70" fmla="*/ 241890 h 955271"/>
              <a:gd name="connsiteX71" fmla="*/ 4114838 w 5741575"/>
              <a:gd name="connsiteY71" fmla="*/ 238165 h 955271"/>
              <a:gd name="connsiteX72" fmla="*/ 4271023 w 5741575"/>
              <a:gd name="connsiteY72" fmla="*/ 241959 h 955271"/>
              <a:gd name="connsiteX73" fmla="*/ 4367397 w 5741575"/>
              <a:gd name="connsiteY73" fmla="*/ 271442 h 955271"/>
              <a:gd name="connsiteX74" fmla="*/ 4495366 w 5741575"/>
              <a:gd name="connsiteY74" fmla="*/ 271618 h 955271"/>
              <a:gd name="connsiteX75" fmla="*/ 4517347 w 5741575"/>
              <a:gd name="connsiteY75" fmla="*/ 275639 h 955271"/>
              <a:gd name="connsiteX76" fmla="*/ 4546116 w 5741575"/>
              <a:gd name="connsiteY76" fmla="*/ 268568 h 955271"/>
              <a:gd name="connsiteX77" fmla="*/ 4661259 w 5741575"/>
              <a:gd name="connsiteY77" fmla="*/ 238966 h 955271"/>
              <a:gd name="connsiteX78" fmla="*/ 4750403 w 5741575"/>
              <a:gd name="connsiteY78" fmla="*/ 204364 h 955271"/>
              <a:gd name="connsiteX79" fmla="*/ 4867614 w 5741575"/>
              <a:gd name="connsiteY79" fmla="*/ 208668 h 955271"/>
              <a:gd name="connsiteX80" fmla="*/ 4937036 w 5741575"/>
              <a:gd name="connsiteY80" fmla="*/ 195446 h 955271"/>
              <a:gd name="connsiteX81" fmla="*/ 5047626 w 5741575"/>
              <a:gd name="connsiteY81" fmla="*/ 149604 h 955271"/>
              <a:gd name="connsiteX82" fmla="*/ 5200247 w 5741575"/>
              <a:gd name="connsiteY82" fmla="*/ 142695 h 955271"/>
              <a:gd name="connsiteX83" fmla="*/ 5235691 w 5741575"/>
              <a:gd name="connsiteY83" fmla="*/ 173330 h 955271"/>
              <a:gd name="connsiteX84" fmla="*/ 5280133 w 5741575"/>
              <a:gd name="connsiteY84" fmla="*/ 189342 h 955271"/>
              <a:gd name="connsiteX85" fmla="*/ 5291963 w 5741575"/>
              <a:gd name="connsiteY85" fmla="*/ 139446 h 955271"/>
              <a:gd name="connsiteX86" fmla="*/ 5418472 w 5741575"/>
              <a:gd name="connsiteY86" fmla="*/ 89163 h 955271"/>
              <a:gd name="connsiteX87" fmla="*/ 5482354 w 5741575"/>
              <a:gd name="connsiteY87" fmla="*/ 69470 h 955271"/>
              <a:gd name="connsiteX88" fmla="*/ 5583280 w 5741575"/>
              <a:gd name="connsiteY88" fmla="*/ 49787 h 955271"/>
              <a:gd name="connsiteX89" fmla="*/ 5613766 w 5741575"/>
              <a:gd name="connsiteY89" fmla="*/ 41855 h 955271"/>
              <a:gd name="connsiteX90" fmla="*/ 5684952 w 5741575"/>
              <a:gd name="connsiteY90" fmla="*/ 26088 h 955271"/>
              <a:gd name="connsiteX91" fmla="*/ 5741575 w 5741575"/>
              <a:gd name="connsiteY91" fmla="*/ 0 h 955271"/>
              <a:gd name="connsiteX0" fmla="*/ 5741575 w 5741575"/>
              <a:gd name="connsiteY0" fmla="*/ 0 h 955271"/>
              <a:gd name="connsiteX1" fmla="*/ 5741575 w 5741575"/>
              <a:gd name="connsiteY1" fmla="*/ 955271 h 955271"/>
              <a:gd name="connsiteX2" fmla="*/ 0 w 5741575"/>
              <a:gd name="connsiteY2" fmla="*/ 955271 h 955271"/>
              <a:gd name="connsiteX3" fmla="*/ 8558 w 5741575"/>
              <a:gd name="connsiteY3" fmla="*/ 953971 h 955271"/>
              <a:gd name="connsiteX4" fmla="*/ 16894 w 5741575"/>
              <a:gd name="connsiteY4" fmla="*/ 953847 h 955271"/>
              <a:gd name="connsiteX5" fmla="*/ 28156 w 5741575"/>
              <a:gd name="connsiteY5" fmla="*/ 951374 h 955271"/>
              <a:gd name="connsiteX6" fmla="*/ 28293 w 5741575"/>
              <a:gd name="connsiteY6" fmla="*/ 950971 h 955271"/>
              <a:gd name="connsiteX7" fmla="*/ 39115 w 5741575"/>
              <a:gd name="connsiteY7" fmla="*/ 949326 h 955271"/>
              <a:gd name="connsiteX8" fmla="*/ 93851 w 5741575"/>
              <a:gd name="connsiteY8" fmla="*/ 945611 h 955271"/>
              <a:gd name="connsiteX9" fmla="*/ 148657 w 5741575"/>
              <a:gd name="connsiteY9" fmla="*/ 898134 h 955271"/>
              <a:gd name="connsiteX10" fmla="*/ 174554 w 5741575"/>
              <a:gd name="connsiteY10" fmla="*/ 886351 h 955271"/>
              <a:gd name="connsiteX11" fmla="*/ 187633 w 5741575"/>
              <a:gd name="connsiteY11" fmla="*/ 878226 h 955271"/>
              <a:gd name="connsiteX12" fmla="*/ 187961 w 5741575"/>
              <a:gd name="connsiteY12" fmla="*/ 876538 h 955271"/>
              <a:gd name="connsiteX13" fmla="*/ 240501 w 5741575"/>
              <a:gd name="connsiteY13" fmla="*/ 873150 h 955271"/>
              <a:gd name="connsiteX14" fmla="*/ 246345 w 5741575"/>
              <a:gd name="connsiteY14" fmla="*/ 869942 h 955271"/>
              <a:gd name="connsiteX15" fmla="*/ 282041 w 5741575"/>
              <a:gd name="connsiteY15" fmla="*/ 871263 h 955271"/>
              <a:gd name="connsiteX16" fmla="*/ 299711 w 5741575"/>
              <a:gd name="connsiteY16" fmla="*/ 870064 h 955271"/>
              <a:gd name="connsiteX17" fmla="*/ 306299 w 5741575"/>
              <a:gd name="connsiteY17" fmla="*/ 873609 h 955271"/>
              <a:gd name="connsiteX18" fmla="*/ 331571 w 5741575"/>
              <a:gd name="connsiteY18" fmla="*/ 869866 h 955271"/>
              <a:gd name="connsiteX19" fmla="*/ 333872 w 5741575"/>
              <a:gd name="connsiteY19" fmla="*/ 867971 h 955271"/>
              <a:gd name="connsiteX20" fmla="*/ 356953 w 5741575"/>
              <a:gd name="connsiteY20" fmla="*/ 870334 h 955271"/>
              <a:gd name="connsiteX21" fmla="*/ 570239 w 5741575"/>
              <a:gd name="connsiteY21" fmla="*/ 829596 h 955271"/>
              <a:gd name="connsiteX22" fmla="*/ 787156 w 5741575"/>
              <a:gd name="connsiteY22" fmla="*/ 838447 h 955271"/>
              <a:gd name="connsiteX23" fmla="*/ 948872 w 5741575"/>
              <a:gd name="connsiteY23" fmla="*/ 772201 h 955271"/>
              <a:gd name="connsiteX24" fmla="*/ 1212574 w 5741575"/>
              <a:gd name="connsiteY24" fmla="*/ 724238 h 955271"/>
              <a:gd name="connsiteX25" fmla="*/ 1280768 w 5741575"/>
              <a:gd name="connsiteY25" fmla="*/ 699122 h 955271"/>
              <a:gd name="connsiteX26" fmla="*/ 1352027 w 5741575"/>
              <a:gd name="connsiteY26" fmla="*/ 704323 h 955271"/>
              <a:gd name="connsiteX27" fmla="*/ 1374314 w 5741575"/>
              <a:gd name="connsiteY27" fmla="*/ 688815 h 955271"/>
              <a:gd name="connsiteX28" fmla="*/ 1378034 w 5741575"/>
              <a:gd name="connsiteY28" fmla="*/ 685842 h 955271"/>
              <a:gd name="connsiteX29" fmla="*/ 1395604 w 5741575"/>
              <a:gd name="connsiteY29" fmla="*/ 680460 h 955271"/>
              <a:gd name="connsiteX30" fmla="*/ 1397206 w 5741575"/>
              <a:gd name="connsiteY30" fmla="*/ 670793 h 955271"/>
              <a:gd name="connsiteX31" fmla="*/ 1421250 w 5741575"/>
              <a:gd name="connsiteY31" fmla="*/ 656855 h 955271"/>
              <a:gd name="connsiteX32" fmla="*/ 1454524 w 5741575"/>
              <a:gd name="connsiteY32" fmla="*/ 649224 h 955271"/>
              <a:gd name="connsiteX33" fmla="*/ 1616217 w 5741575"/>
              <a:gd name="connsiteY33" fmla="*/ 622107 h 955271"/>
              <a:gd name="connsiteX34" fmla="*/ 1710928 w 5741575"/>
              <a:gd name="connsiteY34" fmla="*/ 600666 h 955271"/>
              <a:gd name="connsiteX35" fmla="*/ 1743718 w 5741575"/>
              <a:gd name="connsiteY35" fmla="*/ 584327 h 955271"/>
              <a:gd name="connsiteX36" fmla="*/ 1873778 w 5741575"/>
              <a:gd name="connsiteY36" fmla="*/ 530130 h 955271"/>
              <a:gd name="connsiteX37" fmla="*/ 1988411 w 5741575"/>
              <a:gd name="connsiteY37" fmla="*/ 491599 h 955271"/>
              <a:gd name="connsiteX38" fmla="*/ 2085507 w 5741575"/>
              <a:gd name="connsiteY38" fmla="*/ 498527 h 955271"/>
              <a:gd name="connsiteX39" fmla="*/ 2090767 w 5741575"/>
              <a:gd name="connsiteY39" fmla="*/ 490616 h 955271"/>
              <a:gd name="connsiteX40" fmla="*/ 2151143 w 5741575"/>
              <a:gd name="connsiteY40" fmla="*/ 478332 h 955271"/>
              <a:gd name="connsiteX41" fmla="*/ 2378710 w 5741575"/>
              <a:gd name="connsiteY41" fmla="*/ 477570 h 955271"/>
              <a:gd name="connsiteX42" fmla="*/ 2496256 w 5741575"/>
              <a:gd name="connsiteY42" fmla="*/ 452396 h 955271"/>
              <a:gd name="connsiteX43" fmla="*/ 2535387 w 5741575"/>
              <a:gd name="connsiteY43" fmla="*/ 436645 h 955271"/>
              <a:gd name="connsiteX44" fmla="*/ 2601109 w 5741575"/>
              <a:gd name="connsiteY44" fmla="*/ 410678 h 955271"/>
              <a:gd name="connsiteX45" fmla="*/ 2643855 w 5741575"/>
              <a:gd name="connsiteY45" fmla="*/ 374482 h 955271"/>
              <a:gd name="connsiteX46" fmla="*/ 2657726 w 5741575"/>
              <a:gd name="connsiteY46" fmla="*/ 365841 h 955271"/>
              <a:gd name="connsiteX47" fmla="*/ 2687125 w 5741575"/>
              <a:gd name="connsiteY47" fmla="*/ 366820 h 955271"/>
              <a:gd name="connsiteX48" fmla="*/ 2697479 w 5741575"/>
              <a:gd name="connsiteY48" fmla="*/ 361430 h 955271"/>
              <a:gd name="connsiteX49" fmla="*/ 2701547 w 5741575"/>
              <a:gd name="connsiteY49" fmla="*/ 361545 h 955271"/>
              <a:gd name="connsiteX50" fmla="*/ 2711054 w 5741575"/>
              <a:gd name="connsiteY50" fmla="*/ 360597 h 955271"/>
              <a:gd name="connsiteX51" fmla="*/ 2710438 w 5741575"/>
              <a:gd name="connsiteY51" fmla="*/ 366958 h 955271"/>
              <a:gd name="connsiteX52" fmla="*/ 2722936 w 5741575"/>
              <a:gd name="connsiteY52" fmla="*/ 377633 h 955271"/>
              <a:gd name="connsiteX53" fmla="*/ 2777227 w 5741575"/>
              <a:gd name="connsiteY53" fmla="*/ 368972 h 955271"/>
              <a:gd name="connsiteX54" fmla="*/ 2779510 w 5741575"/>
              <a:gd name="connsiteY54" fmla="*/ 361652 h 955271"/>
              <a:gd name="connsiteX55" fmla="*/ 2786278 w 5741575"/>
              <a:gd name="connsiteY55" fmla="*/ 359869 h 955271"/>
              <a:gd name="connsiteX56" fmla="*/ 2792101 w 5741575"/>
              <a:gd name="connsiteY56" fmla="*/ 365927 h 955271"/>
              <a:gd name="connsiteX57" fmla="*/ 2885545 w 5741575"/>
              <a:gd name="connsiteY57" fmla="*/ 372818 h 955271"/>
              <a:gd name="connsiteX58" fmla="*/ 3009558 w 5741575"/>
              <a:gd name="connsiteY58" fmla="*/ 370573 h 955271"/>
              <a:gd name="connsiteX59" fmla="*/ 3095010 w 5741575"/>
              <a:gd name="connsiteY59" fmla="*/ 332454 h 955271"/>
              <a:gd name="connsiteX60" fmla="*/ 3103742 w 5741575"/>
              <a:gd name="connsiteY60" fmla="*/ 337974 h 955271"/>
              <a:gd name="connsiteX61" fmla="*/ 3165093 w 5741575"/>
              <a:gd name="connsiteY61" fmla="*/ 329459 h 955271"/>
              <a:gd name="connsiteX62" fmla="*/ 3373785 w 5741575"/>
              <a:gd name="connsiteY62" fmla="*/ 255680 h 955271"/>
              <a:gd name="connsiteX63" fmla="*/ 3493851 w 5741575"/>
              <a:gd name="connsiteY63" fmla="*/ 240255 h 955271"/>
              <a:gd name="connsiteX64" fmla="*/ 3537470 w 5741575"/>
              <a:gd name="connsiteY64" fmla="*/ 241867 h 955271"/>
              <a:gd name="connsiteX65" fmla="*/ 3610489 w 5741575"/>
              <a:gd name="connsiteY65" fmla="*/ 244128 h 955271"/>
              <a:gd name="connsiteX66" fmla="*/ 3667539 w 5741575"/>
              <a:gd name="connsiteY66" fmla="*/ 263271 h 955271"/>
              <a:gd name="connsiteX67" fmla="*/ 3727614 w 5741575"/>
              <a:gd name="connsiteY67" fmla="*/ 258245 h 955271"/>
              <a:gd name="connsiteX68" fmla="*/ 3738369 w 5741575"/>
              <a:gd name="connsiteY68" fmla="*/ 234506 h 955271"/>
              <a:gd name="connsiteX69" fmla="*/ 3803670 w 5741575"/>
              <a:gd name="connsiteY69" fmla="*/ 236457 h 955271"/>
              <a:gd name="connsiteX70" fmla="*/ 3903080 w 5741575"/>
              <a:gd name="connsiteY70" fmla="*/ 241890 h 955271"/>
              <a:gd name="connsiteX71" fmla="*/ 4114838 w 5741575"/>
              <a:gd name="connsiteY71" fmla="*/ 238165 h 955271"/>
              <a:gd name="connsiteX72" fmla="*/ 4271023 w 5741575"/>
              <a:gd name="connsiteY72" fmla="*/ 241959 h 955271"/>
              <a:gd name="connsiteX73" fmla="*/ 4367397 w 5741575"/>
              <a:gd name="connsiteY73" fmla="*/ 271442 h 955271"/>
              <a:gd name="connsiteX74" fmla="*/ 4495366 w 5741575"/>
              <a:gd name="connsiteY74" fmla="*/ 271618 h 955271"/>
              <a:gd name="connsiteX75" fmla="*/ 4517347 w 5741575"/>
              <a:gd name="connsiteY75" fmla="*/ 275639 h 955271"/>
              <a:gd name="connsiteX76" fmla="*/ 4546116 w 5741575"/>
              <a:gd name="connsiteY76" fmla="*/ 268568 h 955271"/>
              <a:gd name="connsiteX77" fmla="*/ 4661259 w 5741575"/>
              <a:gd name="connsiteY77" fmla="*/ 238966 h 955271"/>
              <a:gd name="connsiteX78" fmla="*/ 4750403 w 5741575"/>
              <a:gd name="connsiteY78" fmla="*/ 204364 h 955271"/>
              <a:gd name="connsiteX79" fmla="*/ 4867614 w 5741575"/>
              <a:gd name="connsiteY79" fmla="*/ 208668 h 955271"/>
              <a:gd name="connsiteX80" fmla="*/ 4937036 w 5741575"/>
              <a:gd name="connsiteY80" fmla="*/ 195446 h 955271"/>
              <a:gd name="connsiteX81" fmla="*/ 5047626 w 5741575"/>
              <a:gd name="connsiteY81" fmla="*/ 149604 h 955271"/>
              <a:gd name="connsiteX82" fmla="*/ 5200247 w 5741575"/>
              <a:gd name="connsiteY82" fmla="*/ 142695 h 955271"/>
              <a:gd name="connsiteX83" fmla="*/ 5235691 w 5741575"/>
              <a:gd name="connsiteY83" fmla="*/ 173330 h 955271"/>
              <a:gd name="connsiteX84" fmla="*/ 5280133 w 5741575"/>
              <a:gd name="connsiteY84" fmla="*/ 189342 h 955271"/>
              <a:gd name="connsiteX85" fmla="*/ 5291963 w 5741575"/>
              <a:gd name="connsiteY85" fmla="*/ 139446 h 955271"/>
              <a:gd name="connsiteX86" fmla="*/ 5418472 w 5741575"/>
              <a:gd name="connsiteY86" fmla="*/ 89163 h 955271"/>
              <a:gd name="connsiteX87" fmla="*/ 5482354 w 5741575"/>
              <a:gd name="connsiteY87" fmla="*/ 69470 h 955271"/>
              <a:gd name="connsiteX88" fmla="*/ 5583280 w 5741575"/>
              <a:gd name="connsiteY88" fmla="*/ 49787 h 955271"/>
              <a:gd name="connsiteX89" fmla="*/ 5613766 w 5741575"/>
              <a:gd name="connsiteY89" fmla="*/ 41855 h 955271"/>
              <a:gd name="connsiteX90" fmla="*/ 5684952 w 5741575"/>
              <a:gd name="connsiteY90" fmla="*/ 26088 h 955271"/>
              <a:gd name="connsiteX91" fmla="*/ 5741575 w 5741575"/>
              <a:gd name="connsiteY91" fmla="*/ 0 h 955271"/>
              <a:gd name="connsiteX0" fmla="*/ 5741575 w 5741575"/>
              <a:gd name="connsiteY0" fmla="*/ 0 h 955271"/>
              <a:gd name="connsiteX1" fmla="*/ 5741575 w 5741575"/>
              <a:gd name="connsiteY1" fmla="*/ 955271 h 955271"/>
              <a:gd name="connsiteX2" fmla="*/ 0 w 5741575"/>
              <a:gd name="connsiteY2" fmla="*/ 955271 h 955271"/>
              <a:gd name="connsiteX3" fmla="*/ 8558 w 5741575"/>
              <a:gd name="connsiteY3" fmla="*/ 953971 h 955271"/>
              <a:gd name="connsiteX4" fmla="*/ 16894 w 5741575"/>
              <a:gd name="connsiteY4" fmla="*/ 953847 h 955271"/>
              <a:gd name="connsiteX5" fmla="*/ 28156 w 5741575"/>
              <a:gd name="connsiteY5" fmla="*/ 951374 h 955271"/>
              <a:gd name="connsiteX6" fmla="*/ 28293 w 5741575"/>
              <a:gd name="connsiteY6" fmla="*/ 950971 h 955271"/>
              <a:gd name="connsiteX7" fmla="*/ 39115 w 5741575"/>
              <a:gd name="connsiteY7" fmla="*/ 949326 h 955271"/>
              <a:gd name="connsiteX8" fmla="*/ 93851 w 5741575"/>
              <a:gd name="connsiteY8" fmla="*/ 945611 h 955271"/>
              <a:gd name="connsiteX9" fmla="*/ 148657 w 5741575"/>
              <a:gd name="connsiteY9" fmla="*/ 898134 h 955271"/>
              <a:gd name="connsiteX10" fmla="*/ 174554 w 5741575"/>
              <a:gd name="connsiteY10" fmla="*/ 886351 h 955271"/>
              <a:gd name="connsiteX11" fmla="*/ 187633 w 5741575"/>
              <a:gd name="connsiteY11" fmla="*/ 878226 h 955271"/>
              <a:gd name="connsiteX12" fmla="*/ 187961 w 5741575"/>
              <a:gd name="connsiteY12" fmla="*/ 876538 h 955271"/>
              <a:gd name="connsiteX13" fmla="*/ 240501 w 5741575"/>
              <a:gd name="connsiteY13" fmla="*/ 873150 h 955271"/>
              <a:gd name="connsiteX14" fmla="*/ 246345 w 5741575"/>
              <a:gd name="connsiteY14" fmla="*/ 869942 h 955271"/>
              <a:gd name="connsiteX15" fmla="*/ 282041 w 5741575"/>
              <a:gd name="connsiteY15" fmla="*/ 871263 h 955271"/>
              <a:gd name="connsiteX16" fmla="*/ 299711 w 5741575"/>
              <a:gd name="connsiteY16" fmla="*/ 870064 h 955271"/>
              <a:gd name="connsiteX17" fmla="*/ 306299 w 5741575"/>
              <a:gd name="connsiteY17" fmla="*/ 873609 h 955271"/>
              <a:gd name="connsiteX18" fmla="*/ 331571 w 5741575"/>
              <a:gd name="connsiteY18" fmla="*/ 869866 h 955271"/>
              <a:gd name="connsiteX19" fmla="*/ 333872 w 5741575"/>
              <a:gd name="connsiteY19" fmla="*/ 867971 h 955271"/>
              <a:gd name="connsiteX20" fmla="*/ 356953 w 5741575"/>
              <a:gd name="connsiteY20" fmla="*/ 870334 h 955271"/>
              <a:gd name="connsiteX21" fmla="*/ 570239 w 5741575"/>
              <a:gd name="connsiteY21" fmla="*/ 829596 h 955271"/>
              <a:gd name="connsiteX22" fmla="*/ 787156 w 5741575"/>
              <a:gd name="connsiteY22" fmla="*/ 838447 h 955271"/>
              <a:gd name="connsiteX23" fmla="*/ 948872 w 5741575"/>
              <a:gd name="connsiteY23" fmla="*/ 772201 h 955271"/>
              <a:gd name="connsiteX24" fmla="*/ 1212574 w 5741575"/>
              <a:gd name="connsiteY24" fmla="*/ 724238 h 955271"/>
              <a:gd name="connsiteX25" fmla="*/ 1280768 w 5741575"/>
              <a:gd name="connsiteY25" fmla="*/ 699122 h 955271"/>
              <a:gd name="connsiteX26" fmla="*/ 1352027 w 5741575"/>
              <a:gd name="connsiteY26" fmla="*/ 704323 h 955271"/>
              <a:gd name="connsiteX27" fmla="*/ 1374314 w 5741575"/>
              <a:gd name="connsiteY27" fmla="*/ 688815 h 955271"/>
              <a:gd name="connsiteX28" fmla="*/ 1378034 w 5741575"/>
              <a:gd name="connsiteY28" fmla="*/ 685842 h 955271"/>
              <a:gd name="connsiteX29" fmla="*/ 1395604 w 5741575"/>
              <a:gd name="connsiteY29" fmla="*/ 680460 h 955271"/>
              <a:gd name="connsiteX30" fmla="*/ 1397206 w 5741575"/>
              <a:gd name="connsiteY30" fmla="*/ 670793 h 955271"/>
              <a:gd name="connsiteX31" fmla="*/ 1421250 w 5741575"/>
              <a:gd name="connsiteY31" fmla="*/ 656855 h 955271"/>
              <a:gd name="connsiteX32" fmla="*/ 1454524 w 5741575"/>
              <a:gd name="connsiteY32" fmla="*/ 649224 h 955271"/>
              <a:gd name="connsiteX33" fmla="*/ 1616217 w 5741575"/>
              <a:gd name="connsiteY33" fmla="*/ 622107 h 955271"/>
              <a:gd name="connsiteX34" fmla="*/ 1710928 w 5741575"/>
              <a:gd name="connsiteY34" fmla="*/ 600666 h 955271"/>
              <a:gd name="connsiteX35" fmla="*/ 1743718 w 5741575"/>
              <a:gd name="connsiteY35" fmla="*/ 584327 h 955271"/>
              <a:gd name="connsiteX36" fmla="*/ 1873778 w 5741575"/>
              <a:gd name="connsiteY36" fmla="*/ 530130 h 955271"/>
              <a:gd name="connsiteX37" fmla="*/ 1988411 w 5741575"/>
              <a:gd name="connsiteY37" fmla="*/ 491599 h 955271"/>
              <a:gd name="connsiteX38" fmla="*/ 2085507 w 5741575"/>
              <a:gd name="connsiteY38" fmla="*/ 498527 h 955271"/>
              <a:gd name="connsiteX39" fmla="*/ 2090767 w 5741575"/>
              <a:gd name="connsiteY39" fmla="*/ 490616 h 955271"/>
              <a:gd name="connsiteX40" fmla="*/ 2151143 w 5741575"/>
              <a:gd name="connsiteY40" fmla="*/ 478332 h 955271"/>
              <a:gd name="connsiteX41" fmla="*/ 2378710 w 5741575"/>
              <a:gd name="connsiteY41" fmla="*/ 477570 h 955271"/>
              <a:gd name="connsiteX42" fmla="*/ 2496256 w 5741575"/>
              <a:gd name="connsiteY42" fmla="*/ 452396 h 955271"/>
              <a:gd name="connsiteX43" fmla="*/ 2535387 w 5741575"/>
              <a:gd name="connsiteY43" fmla="*/ 436645 h 955271"/>
              <a:gd name="connsiteX44" fmla="*/ 2601109 w 5741575"/>
              <a:gd name="connsiteY44" fmla="*/ 410678 h 955271"/>
              <a:gd name="connsiteX45" fmla="*/ 2643855 w 5741575"/>
              <a:gd name="connsiteY45" fmla="*/ 374482 h 955271"/>
              <a:gd name="connsiteX46" fmla="*/ 2657726 w 5741575"/>
              <a:gd name="connsiteY46" fmla="*/ 365841 h 955271"/>
              <a:gd name="connsiteX47" fmla="*/ 2687125 w 5741575"/>
              <a:gd name="connsiteY47" fmla="*/ 366820 h 955271"/>
              <a:gd name="connsiteX48" fmla="*/ 2697479 w 5741575"/>
              <a:gd name="connsiteY48" fmla="*/ 361430 h 955271"/>
              <a:gd name="connsiteX49" fmla="*/ 2701547 w 5741575"/>
              <a:gd name="connsiteY49" fmla="*/ 361545 h 955271"/>
              <a:gd name="connsiteX50" fmla="*/ 2711054 w 5741575"/>
              <a:gd name="connsiteY50" fmla="*/ 360597 h 955271"/>
              <a:gd name="connsiteX51" fmla="*/ 2710438 w 5741575"/>
              <a:gd name="connsiteY51" fmla="*/ 366958 h 955271"/>
              <a:gd name="connsiteX52" fmla="*/ 2722936 w 5741575"/>
              <a:gd name="connsiteY52" fmla="*/ 377633 h 955271"/>
              <a:gd name="connsiteX53" fmla="*/ 2777227 w 5741575"/>
              <a:gd name="connsiteY53" fmla="*/ 368972 h 955271"/>
              <a:gd name="connsiteX54" fmla="*/ 2779510 w 5741575"/>
              <a:gd name="connsiteY54" fmla="*/ 361652 h 955271"/>
              <a:gd name="connsiteX55" fmla="*/ 2786278 w 5741575"/>
              <a:gd name="connsiteY55" fmla="*/ 359869 h 955271"/>
              <a:gd name="connsiteX56" fmla="*/ 2792101 w 5741575"/>
              <a:gd name="connsiteY56" fmla="*/ 365927 h 955271"/>
              <a:gd name="connsiteX57" fmla="*/ 2885545 w 5741575"/>
              <a:gd name="connsiteY57" fmla="*/ 372818 h 955271"/>
              <a:gd name="connsiteX58" fmla="*/ 3009558 w 5741575"/>
              <a:gd name="connsiteY58" fmla="*/ 370573 h 955271"/>
              <a:gd name="connsiteX59" fmla="*/ 3095010 w 5741575"/>
              <a:gd name="connsiteY59" fmla="*/ 332454 h 955271"/>
              <a:gd name="connsiteX60" fmla="*/ 3103742 w 5741575"/>
              <a:gd name="connsiteY60" fmla="*/ 337974 h 955271"/>
              <a:gd name="connsiteX61" fmla="*/ 3165093 w 5741575"/>
              <a:gd name="connsiteY61" fmla="*/ 329459 h 955271"/>
              <a:gd name="connsiteX62" fmla="*/ 3373785 w 5741575"/>
              <a:gd name="connsiteY62" fmla="*/ 255680 h 955271"/>
              <a:gd name="connsiteX63" fmla="*/ 3493851 w 5741575"/>
              <a:gd name="connsiteY63" fmla="*/ 240255 h 955271"/>
              <a:gd name="connsiteX64" fmla="*/ 3537470 w 5741575"/>
              <a:gd name="connsiteY64" fmla="*/ 241867 h 955271"/>
              <a:gd name="connsiteX65" fmla="*/ 3610489 w 5741575"/>
              <a:gd name="connsiteY65" fmla="*/ 244128 h 955271"/>
              <a:gd name="connsiteX66" fmla="*/ 3667539 w 5741575"/>
              <a:gd name="connsiteY66" fmla="*/ 263271 h 955271"/>
              <a:gd name="connsiteX67" fmla="*/ 3727614 w 5741575"/>
              <a:gd name="connsiteY67" fmla="*/ 258245 h 955271"/>
              <a:gd name="connsiteX68" fmla="*/ 3738369 w 5741575"/>
              <a:gd name="connsiteY68" fmla="*/ 234506 h 955271"/>
              <a:gd name="connsiteX69" fmla="*/ 3803670 w 5741575"/>
              <a:gd name="connsiteY69" fmla="*/ 236457 h 955271"/>
              <a:gd name="connsiteX70" fmla="*/ 3903080 w 5741575"/>
              <a:gd name="connsiteY70" fmla="*/ 241890 h 955271"/>
              <a:gd name="connsiteX71" fmla="*/ 4114838 w 5741575"/>
              <a:gd name="connsiteY71" fmla="*/ 238165 h 955271"/>
              <a:gd name="connsiteX72" fmla="*/ 4271023 w 5741575"/>
              <a:gd name="connsiteY72" fmla="*/ 241959 h 955271"/>
              <a:gd name="connsiteX73" fmla="*/ 4367397 w 5741575"/>
              <a:gd name="connsiteY73" fmla="*/ 271442 h 955271"/>
              <a:gd name="connsiteX74" fmla="*/ 4495366 w 5741575"/>
              <a:gd name="connsiteY74" fmla="*/ 271618 h 955271"/>
              <a:gd name="connsiteX75" fmla="*/ 4517347 w 5741575"/>
              <a:gd name="connsiteY75" fmla="*/ 275639 h 955271"/>
              <a:gd name="connsiteX76" fmla="*/ 4546116 w 5741575"/>
              <a:gd name="connsiteY76" fmla="*/ 268568 h 955271"/>
              <a:gd name="connsiteX77" fmla="*/ 4661259 w 5741575"/>
              <a:gd name="connsiteY77" fmla="*/ 238966 h 955271"/>
              <a:gd name="connsiteX78" fmla="*/ 4750403 w 5741575"/>
              <a:gd name="connsiteY78" fmla="*/ 204364 h 955271"/>
              <a:gd name="connsiteX79" fmla="*/ 4867614 w 5741575"/>
              <a:gd name="connsiteY79" fmla="*/ 208668 h 955271"/>
              <a:gd name="connsiteX80" fmla="*/ 4937036 w 5741575"/>
              <a:gd name="connsiteY80" fmla="*/ 195446 h 955271"/>
              <a:gd name="connsiteX81" fmla="*/ 5047626 w 5741575"/>
              <a:gd name="connsiteY81" fmla="*/ 149604 h 955271"/>
              <a:gd name="connsiteX82" fmla="*/ 5200247 w 5741575"/>
              <a:gd name="connsiteY82" fmla="*/ 142695 h 955271"/>
              <a:gd name="connsiteX83" fmla="*/ 5235691 w 5741575"/>
              <a:gd name="connsiteY83" fmla="*/ 173330 h 955271"/>
              <a:gd name="connsiteX84" fmla="*/ 5280133 w 5741575"/>
              <a:gd name="connsiteY84" fmla="*/ 189342 h 955271"/>
              <a:gd name="connsiteX85" fmla="*/ 5291963 w 5741575"/>
              <a:gd name="connsiteY85" fmla="*/ 139446 h 955271"/>
              <a:gd name="connsiteX86" fmla="*/ 5418472 w 5741575"/>
              <a:gd name="connsiteY86" fmla="*/ 89163 h 955271"/>
              <a:gd name="connsiteX87" fmla="*/ 5482354 w 5741575"/>
              <a:gd name="connsiteY87" fmla="*/ 69470 h 955271"/>
              <a:gd name="connsiteX88" fmla="*/ 5583280 w 5741575"/>
              <a:gd name="connsiteY88" fmla="*/ 49787 h 955271"/>
              <a:gd name="connsiteX89" fmla="*/ 5613766 w 5741575"/>
              <a:gd name="connsiteY89" fmla="*/ 41855 h 955271"/>
              <a:gd name="connsiteX90" fmla="*/ 5684952 w 5741575"/>
              <a:gd name="connsiteY90" fmla="*/ 26088 h 955271"/>
              <a:gd name="connsiteX91" fmla="*/ 5741575 w 5741575"/>
              <a:gd name="connsiteY91" fmla="*/ 0 h 955271"/>
              <a:gd name="connsiteX0" fmla="*/ 5741575 w 5741575"/>
              <a:gd name="connsiteY0" fmla="*/ 0 h 955271"/>
              <a:gd name="connsiteX1" fmla="*/ 5741575 w 5741575"/>
              <a:gd name="connsiteY1" fmla="*/ 955271 h 955271"/>
              <a:gd name="connsiteX2" fmla="*/ 0 w 5741575"/>
              <a:gd name="connsiteY2" fmla="*/ 955271 h 955271"/>
              <a:gd name="connsiteX3" fmla="*/ 8558 w 5741575"/>
              <a:gd name="connsiteY3" fmla="*/ 953971 h 955271"/>
              <a:gd name="connsiteX4" fmla="*/ 16894 w 5741575"/>
              <a:gd name="connsiteY4" fmla="*/ 953847 h 955271"/>
              <a:gd name="connsiteX5" fmla="*/ 28156 w 5741575"/>
              <a:gd name="connsiteY5" fmla="*/ 951374 h 955271"/>
              <a:gd name="connsiteX6" fmla="*/ 28293 w 5741575"/>
              <a:gd name="connsiteY6" fmla="*/ 950971 h 955271"/>
              <a:gd name="connsiteX7" fmla="*/ 39115 w 5741575"/>
              <a:gd name="connsiteY7" fmla="*/ 949326 h 955271"/>
              <a:gd name="connsiteX8" fmla="*/ 93851 w 5741575"/>
              <a:gd name="connsiteY8" fmla="*/ 945611 h 955271"/>
              <a:gd name="connsiteX9" fmla="*/ 148657 w 5741575"/>
              <a:gd name="connsiteY9" fmla="*/ 898134 h 955271"/>
              <a:gd name="connsiteX10" fmla="*/ 174554 w 5741575"/>
              <a:gd name="connsiteY10" fmla="*/ 886351 h 955271"/>
              <a:gd name="connsiteX11" fmla="*/ 187633 w 5741575"/>
              <a:gd name="connsiteY11" fmla="*/ 878226 h 955271"/>
              <a:gd name="connsiteX12" fmla="*/ 187961 w 5741575"/>
              <a:gd name="connsiteY12" fmla="*/ 876538 h 955271"/>
              <a:gd name="connsiteX13" fmla="*/ 240501 w 5741575"/>
              <a:gd name="connsiteY13" fmla="*/ 873150 h 955271"/>
              <a:gd name="connsiteX14" fmla="*/ 246345 w 5741575"/>
              <a:gd name="connsiteY14" fmla="*/ 869942 h 955271"/>
              <a:gd name="connsiteX15" fmla="*/ 282041 w 5741575"/>
              <a:gd name="connsiteY15" fmla="*/ 871263 h 955271"/>
              <a:gd name="connsiteX16" fmla="*/ 299711 w 5741575"/>
              <a:gd name="connsiteY16" fmla="*/ 870064 h 955271"/>
              <a:gd name="connsiteX17" fmla="*/ 306299 w 5741575"/>
              <a:gd name="connsiteY17" fmla="*/ 873609 h 955271"/>
              <a:gd name="connsiteX18" fmla="*/ 331571 w 5741575"/>
              <a:gd name="connsiteY18" fmla="*/ 869866 h 955271"/>
              <a:gd name="connsiteX19" fmla="*/ 333872 w 5741575"/>
              <a:gd name="connsiteY19" fmla="*/ 867971 h 955271"/>
              <a:gd name="connsiteX20" fmla="*/ 356953 w 5741575"/>
              <a:gd name="connsiteY20" fmla="*/ 870334 h 955271"/>
              <a:gd name="connsiteX21" fmla="*/ 570239 w 5741575"/>
              <a:gd name="connsiteY21" fmla="*/ 829596 h 955271"/>
              <a:gd name="connsiteX22" fmla="*/ 787156 w 5741575"/>
              <a:gd name="connsiteY22" fmla="*/ 838447 h 955271"/>
              <a:gd name="connsiteX23" fmla="*/ 948872 w 5741575"/>
              <a:gd name="connsiteY23" fmla="*/ 772201 h 955271"/>
              <a:gd name="connsiteX24" fmla="*/ 1127089 w 5741575"/>
              <a:gd name="connsiteY24" fmla="*/ 746926 h 955271"/>
              <a:gd name="connsiteX25" fmla="*/ 1280768 w 5741575"/>
              <a:gd name="connsiteY25" fmla="*/ 699122 h 955271"/>
              <a:gd name="connsiteX26" fmla="*/ 1352027 w 5741575"/>
              <a:gd name="connsiteY26" fmla="*/ 704323 h 955271"/>
              <a:gd name="connsiteX27" fmla="*/ 1374314 w 5741575"/>
              <a:gd name="connsiteY27" fmla="*/ 688815 h 955271"/>
              <a:gd name="connsiteX28" fmla="*/ 1378034 w 5741575"/>
              <a:gd name="connsiteY28" fmla="*/ 685842 h 955271"/>
              <a:gd name="connsiteX29" fmla="*/ 1395604 w 5741575"/>
              <a:gd name="connsiteY29" fmla="*/ 680460 h 955271"/>
              <a:gd name="connsiteX30" fmla="*/ 1397206 w 5741575"/>
              <a:gd name="connsiteY30" fmla="*/ 670793 h 955271"/>
              <a:gd name="connsiteX31" fmla="*/ 1421250 w 5741575"/>
              <a:gd name="connsiteY31" fmla="*/ 656855 h 955271"/>
              <a:gd name="connsiteX32" fmla="*/ 1454524 w 5741575"/>
              <a:gd name="connsiteY32" fmla="*/ 649224 h 955271"/>
              <a:gd name="connsiteX33" fmla="*/ 1616217 w 5741575"/>
              <a:gd name="connsiteY33" fmla="*/ 622107 h 955271"/>
              <a:gd name="connsiteX34" fmla="*/ 1710928 w 5741575"/>
              <a:gd name="connsiteY34" fmla="*/ 600666 h 955271"/>
              <a:gd name="connsiteX35" fmla="*/ 1743718 w 5741575"/>
              <a:gd name="connsiteY35" fmla="*/ 584327 h 955271"/>
              <a:gd name="connsiteX36" fmla="*/ 1873778 w 5741575"/>
              <a:gd name="connsiteY36" fmla="*/ 530130 h 955271"/>
              <a:gd name="connsiteX37" fmla="*/ 1988411 w 5741575"/>
              <a:gd name="connsiteY37" fmla="*/ 491599 h 955271"/>
              <a:gd name="connsiteX38" fmla="*/ 2085507 w 5741575"/>
              <a:gd name="connsiteY38" fmla="*/ 498527 h 955271"/>
              <a:gd name="connsiteX39" fmla="*/ 2090767 w 5741575"/>
              <a:gd name="connsiteY39" fmla="*/ 490616 h 955271"/>
              <a:gd name="connsiteX40" fmla="*/ 2151143 w 5741575"/>
              <a:gd name="connsiteY40" fmla="*/ 478332 h 955271"/>
              <a:gd name="connsiteX41" fmla="*/ 2378710 w 5741575"/>
              <a:gd name="connsiteY41" fmla="*/ 477570 h 955271"/>
              <a:gd name="connsiteX42" fmla="*/ 2496256 w 5741575"/>
              <a:gd name="connsiteY42" fmla="*/ 452396 h 955271"/>
              <a:gd name="connsiteX43" fmla="*/ 2535387 w 5741575"/>
              <a:gd name="connsiteY43" fmla="*/ 436645 h 955271"/>
              <a:gd name="connsiteX44" fmla="*/ 2601109 w 5741575"/>
              <a:gd name="connsiteY44" fmla="*/ 410678 h 955271"/>
              <a:gd name="connsiteX45" fmla="*/ 2643855 w 5741575"/>
              <a:gd name="connsiteY45" fmla="*/ 374482 h 955271"/>
              <a:gd name="connsiteX46" fmla="*/ 2657726 w 5741575"/>
              <a:gd name="connsiteY46" fmla="*/ 365841 h 955271"/>
              <a:gd name="connsiteX47" fmla="*/ 2687125 w 5741575"/>
              <a:gd name="connsiteY47" fmla="*/ 366820 h 955271"/>
              <a:gd name="connsiteX48" fmla="*/ 2697479 w 5741575"/>
              <a:gd name="connsiteY48" fmla="*/ 361430 h 955271"/>
              <a:gd name="connsiteX49" fmla="*/ 2701547 w 5741575"/>
              <a:gd name="connsiteY49" fmla="*/ 361545 h 955271"/>
              <a:gd name="connsiteX50" fmla="*/ 2711054 w 5741575"/>
              <a:gd name="connsiteY50" fmla="*/ 360597 h 955271"/>
              <a:gd name="connsiteX51" fmla="*/ 2710438 w 5741575"/>
              <a:gd name="connsiteY51" fmla="*/ 366958 h 955271"/>
              <a:gd name="connsiteX52" fmla="*/ 2722936 w 5741575"/>
              <a:gd name="connsiteY52" fmla="*/ 377633 h 955271"/>
              <a:gd name="connsiteX53" fmla="*/ 2777227 w 5741575"/>
              <a:gd name="connsiteY53" fmla="*/ 368972 h 955271"/>
              <a:gd name="connsiteX54" fmla="*/ 2779510 w 5741575"/>
              <a:gd name="connsiteY54" fmla="*/ 361652 h 955271"/>
              <a:gd name="connsiteX55" fmla="*/ 2786278 w 5741575"/>
              <a:gd name="connsiteY55" fmla="*/ 359869 h 955271"/>
              <a:gd name="connsiteX56" fmla="*/ 2792101 w 5741575"/>
              <a:gd name="connsiteY56" fmla="*/ 365927 h 955271"/>
              <a:gd name="connsiteX57" fmla="*/ 2885545 w 5741575"/>
              <a:gd name="connsiteY57" fmla="*/ 372818 h 955271"/>
              <a:gd name="connsiteX58" fmla="*/ 3009558 w 5741575"/>
              <a:gd name="connsiteY58" fmla="*/ 370573 h 955271"/>
              <a:gd name="connsiteX59" fmla="*/ 3095010 w 5741575"/>
              <a:gd name="connsiteY59" fmla="*/ 332454 h 955271"/>
              <a:gd name="connsiteX60" fmla="*/ 3103742 w 5741575"/>
              <a:gd name="connsiteY60" fmla="*/ 337974 h 955271"/>
              <a:gd name="connsiteX61" fmla="*/ 3165093 w 5741575"/>
              <a:gd name="connsiteY61" fmla="*/ 329459 h 955271"/>
              <a:gd name="connsiteX62" fmla="*/ 3373785 w 5741575"/>
              <a:gd name="connsiteY62" fmla="*/ 255680 h 955271"/>
              <a:gd name="connsiteX63" fmla="*/ 3493851 w 5741575"/>
              <a:gd name="connsiteY63" fmla="*/ 240255 h 955271"/>
              <a:gd name="connsiteX64" fmla="*/ 3537470 w 5741575"/>
              <a:gd name="connsiteY64" fmla="*/ 241867 h 955271"/>
              <a:gd name="connsiteX65" fmla="*/ 3610489 w 5741575"/>
              <a:gd name="connsiteY65" fmla="*/ 244128 h 955271"/>
              <a:gd name="connsiteX66" fmla="*/ 3667539 w 5741575"/>
              <a:gd name="connsiteY66" fmla="*/ 263271 h 955271"/>
              <a:gd name="connsiteX67" fmla="*/ 3727614 w 5741575"/>
              <a:gd name="connsiteY67" fmla="*/ 258245 h 955271"/>
              <a:gd name="connsiteX68" fmla="*/ 3738369 w 5741575"/>
              <a:gd name="connsiteY68" fmla="*/ 234506 h 955271"/>
              <a:gd name="connsiteX69" fmla="*/ 3803670 w 5741575"/>
              <a:gd name="connsiteY69" fmla="*/ 236457 h 955271"/>
              <a:gd name="connsiteX70" fmla="*/ 3903080 w 5741575"/>
              <a:gd name="connsiteY70" fmla="*/ 241890 h 955271"/>
              <a:gd name="connsiteX71" fmla="*/ 4114838 w 5741575"/>
              <a:gd name="connsiteY71" fmla="*/ 238165 h 955271"/>
              <a:gd name="connsiteX72" fmla="*/ 4271023 w 5741575"/>
              <a:gd name="connsiteY72" fmla="*/ 241959 h 955271"/>
              <a:gd name="connsiteX73" fmla="*/ 4367397 w 5741575"/>
              <a:gd name="connsiteY73" fmla="*/ 271442 h 955271"/>
              <a:gd name="connsiteX74" fmla="*/ 4495366 w 5741575"/>
              <a:gd name="connsiteY74" fmla="*/ 271618 h 955271"/>
              <a:gd name="connsiteX75" fmla="*/ 4517347 w 5741575"/>
              <a:gd name="connsiteY75" fmla="*/ 275639 h 955271"/>
              <a:gd name="connsiteX76" fmla="*/ 4546116 w 5741575"/>
              <a:gd name="connsiteY76" fmla="*/ 268568 h 955271"/>
              <a:gd name="connsiteX77" fmla="*/ 4661259 w 5741575"/>
              <a:gd name="connsiteY77" fmla="*/ 238966 h 955271"/>
              <a:gd name="connsiteX78" fmla="*/ 4750403 w 5741575"/>
              <a:gd name="connsiteY78" fmla="*/ 204364 h 955271"/>
              <a:gd name="connsiteX79" fmla="*/ 4867614 w 5741575"/>
              <a:gd name="connsiteY79" fmla="*/ 208668 h 955271"/>
              <a:gd name="connsiteX80" fmla="*/ 4937036 w 5741575"/>
              <a:gd name="connsiteY80" fmla="*/ 195446 h 955271"/>
              <a:gd name="connsiteX81" fmla="*/ 5047626 w 5741575"/>
              <a:gd name="connsiteY81" fmla="*/ 149604 h 955271"/>
              <a:gd name="connsiteX82" fmla="*/ 5200247 w 5741575"/>
              <a:gd name="connsiteY82" fmla="*/ 142695 h 955271"/>
              <a:gd name="connsiteX83" fmla="*/ 5235691 w 5741575"/>
              <a:gd name="connsiteY83" fmla="*/ 173330 h 955271"/>
              <a:gd name="connsiteX84" fmla="*/ 5280133 w 5741575"/>
              <a:gd name="connsiteY84" fmla="*/ 189342 h 955271"/>
              <a:gd name="connsiteX85" fmla="*/ 5291963 w 5741575"/>
              <a:gd name="connsiteY85" fmla="*/ 139446 h 955271"/>
              <a:gd name="connsiteX86" fmla="*/ 5418472 w 5741575"/>
              <a:gd name="connsiteY86" fmla="*/ 89163 h 955271"/>
              <a:gd name="connsiteX87" fmla="*/ 5482354 w 5741575"/>
              <a:gd name="connsiteY87" fmla="*/ 69470 h 955271"/>
              <a:gd name="connsiteX88" fmla="*/ 5583280 w 5741575"/>
              <a:gd name="connsiteY88" fmla="*/ 49787 h 955271"/>
              <a:gd name="connsiteX89" fmla="*/ 5613766 w 5741575"/>
              <a:gd name="connsiteY89" fmla="*/ 41855 h 955271"/>
              <a:gd name="connsiteX90" fmla="*/ 5684952 w 5741575"/>
              <a:gd name="connsiteY90" fmla="*/ 26088 h 955271"/>
              <a:gd name="connsiteX91" fmla="*/ 5741575 w 5741575"/>
              <a:gd name="connsiteY91" fmla="*/ 0 h 955271"/>
              <a:gd name="connsiteX0" fmla="*/ 5741575 w 5741575"/>
              <a:gd name="connsiteY0" fmla="*/ 0 h 955271"/>
              <a:gd name="connsiteX1" fmla="*/ 5741575 w 5741575"/>
              <a:gd name="connsiteY1" fmla="*/ 955271 h 955271"/>
              <a:gd name="connsiteX2" fmla="*/ 0 w 5741575"/>
              <a:gd name="connsiteY2" fmla="*/ 955271 h 955271"/>
              <a:gd name="connsiteX3" fmla="*/ 8558 w 5741575"/>
              <a:gd name="connsiteY3" fmla="*/ 953971 h 955271"/>
              <a:gd name="connsiteX4" fmla="*/ 16894 w 5741575"/>
              <a:gd name="connsiteY4" fmla="*/ 953847 h 955271"/>
              <a:gd name="connsiteX5" fmla="*/ 28156 w 5741575"/>
              <a:gd name="connsiteY5" fmla="*/ 951374 h 955271"/>
              <a:gd name="connsiteX6" fmla="*/ 28293 w 5741575"/>
              <a:gd name="connsiteY6" fmla="*/ 950971 h 955271"/>
              <a:gd name="connsiteX7" fmla="*/ 39115 w 5741575"/>
              <a:gd name="connsiteY7" fmla="*/ 949326 h 955271"/>
              <a:gd name="connsiteX8" fmla="*/ 93851 w 5741575"/>
              <a:gd name="connsiteY8" fmla="*/ 945611 h 955271"/>
              <a:gd name="connsiteX9" fmla="*/ 148657 w 5741575"/>
              <a:gd name="connsiteY9" fmla="*/ 898134 h 955271"/>
              <a:gd name="connsiteX10" fmla="*/ 174554 w 5741575"/>
              <a:gd name="connsiteY10" fmla="*/ 886351 h 955271"/>
              <a:gd name="connsiteX11" fmla="*/ 187633 w 5741575"/>
              <a:gd name="connsiteY11" fmla="*/ 878226 h 955271"/>
              <a:gd name="connsiteX12" fmla="*/ 187961 w 5741575"/>
              <a:gd name="connsiteY12" fmla="*/ 876538 h 955271"/>
              <a:gd name="connsiteX13" fmla="*/ 240501 w 5741575"/>
              <a:gd name="connsiteY13" fmla="*/ 873150 h 955271"/>
              <a:gd name="connsiteX14" fmla="*/ 246345 w 5741575"/>
              <a:gd name="connsiteY14" fmla="*/ 869942 h 955271"/>
              <a:gd name="connsiteX15" fmla="*/ 282041 w 5741575"/>
              <a:gd name="connsiteY15" fmla="*/ 871263 h 955271"/>
              <a:gd name="connsiteX16" fmla="*/ 299711 w 5741575"/>
              <a:gd name="connsiteY16" fmla="*/ 870064 h 955271"/>
              <a:gd name="connsiteX17" fmla="*/ 306299 w 5741575"/>
              <a:gd name="connsiteY17" fmla="*/ 873609 h 955271"/>
              <a:gd name="connsiteX18" fmla="*/ 331571 w 5741575"/>
              <a:gd name="connsiteY18" fmla="*/ 869866 h 955271"/>
              <a:gd name="connsiteX19" fmla="*/ 333872 w 5741575"/>
              <a:gd name="connsiteY19" fmla="*/ 867971 h 955271"/>
              <a:gd name="connsiteX20" fmla="*/ 356953 w 5741575"/>
              <a:gd name="connsiteY20" fmla="*/ 870334 h 955271"/>
              <a:gd name="connsiteX21" fmla="*/ 570239 w 5741575"/>
              <a:gd name="connsiteY21" fmla="*/ 829596 h 955271"/>
              <a:gd name="connsiteX22" fmla="*/ 787156 w 5741575"/>
              <a:gd name="connsiteY22" fmla="*/ 838447 h 955271"/>
              <a:gd name="connsiteX23" fmla="*/ 948872 w 5741575"/>
              <a:gd name="connsiteY23" fmla="*/ 772201 h 955271"/>
              <a:gd name="connsiteX24" fmla="*/ 1127089 w 5741575"/>
              <a:gd name="connsiteY24" fmla="*/ 746926 h 955271"/>
              <a:gd name="connsiteX25" fmla="*/ 1220426 w 5741575"/>
              <a:gd name="connsiteY25" fmla="*/ 721810 h 955271"/>
              <a:gd name="connsiteX26" fmla="*/ 1352027 w 5741575"/>
              <a:gd name="connsiteY26" fmla="*/ 704323 h 955271"/>
              <a:gd name="connsiteX27" fmla="*/ 1374314 w 5741575"/>
              <a:gd name="connsiteY27" fmla="*/ 688815 h 955271"/>
              <a:gd name="connsiteX28" fmla="*/ 1378034 w 5741575"/>
              <a:gd name="connsiteY28" fmla="*/ 685842 h 955271"/>
              <a:gd name="connsiteX29" fmla="*/ 1395604 w 5741575"/>
              <a:gd name="connsiteY29" fmla="*/ 680460 h 955271"/>
              <a:gd name="connsiteX30" fmla="*/ 1397206 w 5741575"/>
              <a:gd name="connsiteY30" fmla="*/ 670793 h 955271"/>
              <a:gd name="connsiteX31" fmla="*/ 1421250 w 5741575"/>
              <a:gd name="connsiteY31" fmla="*/ 656855 h 955271"/>
              <a:gd name="connsiteX32" fmla="*/ 1454524 w 5741575"/>
              <a:gd name="connsiteY32" fmla="*/ 649224 h 955271"/>
              <a:gd name="connsiteX33" fmla="*/ 1616217 w 5741575"/>
              <a:gd name="connsiteY33" fmla="*/ 622107 h 955271"/>
              <a:gd name="connsiteX34" fmla="*/ 1710928 w 5741575"/>
              <a:gd name="connsiteY34" fmla="*/ 600666 h 955271"/>
              <a:gd name="connsiteX35" fmla="*/ 1743718 w 5741575"/>
              <a:gd name="connsiteY35" fmla="*/ 584327 h 955271"/>
              <a:gd name="connsiteX36" fmla="*/ 1873778 w 5741575"/>
              <a:gd name="connsiteY36" fmla="*/ 530130 h 955271"/>
              <a:gd name="connsiteX37" fmla="*/ 1988411 w 5741575"/>
              <a:gd name="connsiteY37" fmla="*/ 491599 h 955271"/>
              <a:gd name="connsiteX38" fmla="*/ 2085507 w 5741575"/>
              <a:gd name="connsiteY38" fmla="*/ 498527 h 955271"/>
              <a:gd name="connsiteX39" fmla="*/ 2090767 w 5741575"/>
              <a:gd name="connsiteY39" fmla="*/ 490616 h 955271"/>
              <a:gd name="connsiteX40" fmla="*/ 2151143 w 5741575"/>
              <a:gd name="connsiteY40" fmla="*/ 478332 h 955271"/>
              <a:gd name="connsiteX41" fmla="*/ 2378710 w 5741575"/>
              <a:gd name="connsiteY41" fmla="*/ 477570 h 955271"/>
              <a:gd name="connsiteX42" fmla="*/ 2496256 w 5741575"/>
              <a:gd name="connsiteY42" fmla="*/ 452396 h 955271"/>
              <a:gd name="connsiteX43" fmla="*/ 2535387 w 5741575"/>
              <a:gd name="connsiteY43" fmla="*/ 436645 h 955271"/>
              <a:gd name="connsiteX44" fmla="*/ 2601109 w 5741575"/>
              <a:gd name="connsiteY44" fmla="*/ 410678 h 955271"/>
              <a:gd name="connsiteX45" fmla="*/ 2643855 w 5741575"/>
              <a:gd name="connsiteY45" fmla="*/ 374482 h 955271"/>
              <a:gd name="connsiteX46" fmla="*/ 2657726 w 5741575"/>
              <a:gd name="connsiteY46" fmla="*/ 365841 h 955271"/>
              <a:gd name="connsiteX47" fmla="*/ 2687125 w 5741575"/>
              <a:gd name="connsiteY47" fmla="*/ 366820 h 955271"/>
              <a:gd name="connsiteX48" fmla="*/ 2697479 w 5741575"/>
              <a:gd name="connsiteY48" fmla="*/ 361430 h 955271"/>
              <a:gd name="connsiteX49" fmla="*/ 2701547 w 5741575"/>
              <a:gd name="connsiteY49" fmla="*/ 361545 h 955271"/>
              <a:gd name="connsiteX50" fmla="*/ 2711054 w 5741575"/>
              <a:gd name="connsiteY50" fmla="*/ 360597 h 955271"/>
              <a:gd name="connsiteX51" fmla="*/ 2710438 w 5741575"/>
              <a:gd name="connsiteY51" fmla="*/ 366958 h 955271"/>
              <a:gd name="connsiteX52" fmla="*/ 2722936 w 5741575"/>
              <a:gd name="connsiteY52" fmla="*/ 377633 h 955271"/>
              <a:gd name="connsiteX53" fmla="*/ 2777227 w 5741575"/>
              <a:gd name="connsiteY53" fmla="*/ 368972 h 955271"/>
              <a:gd name="connsiteX54" fmla="*/ 2779510 w 5741575"/>
              <a:gd name="connsiteY54" fmla="*/ 361652 h 955271"/>
              <a:gd name="connsiteX55" fmla="*/ 2786278 w 5741575"/>
              <a:gd name="connsiteY55" fmla="*/ 359869 h 955271"/>
              <a:gd name="connsiteX56" fmla="*/ 2792101 w 5741575"/>
              <a:gd name="connsiteY56" fmla="*/ 365927 h 955271"/>
              <a:gd name="connsiteX57" fmla="*/ 2885545 w 5741575"/>
              <a:gd name="connsiteY57" fmla="*/ 372818 h 955271"/>
              <a:gd name="connsiteX58" fmla="*/ 3009558 w 5741575"/>
              <a:gd name="connsiteY58" fmla="*/ 370573 h 955271"/>
              <a:gd name="connsiteX59" fmla="*/ 3095010 w 5741575"/>
              <a:gd name="connsiteY59" fmla="*/ 332454 h 955271"/>
              <a:gd name="connsiteX60" fmla="*/ 3103742 w 5741575"/>
              <a:gd name="connsiteY60" fmla="*/ 337974 h 955271"/>
              <a:gd name="connsiteX61" fmla="*/ 3165093 w 5741575"/>
              <a:gd name="connsiteY61" fmla="*/ 329459 h 955271"/>
              <a:gd name="connsiteX62" fmla="*/ 3373785 w 5741575"/>
              <a:gd name="connsiteY62" fmla="*/ 255680 h 955271"/>
              <a:gd name="connsiteX63" fmla="*/ 3493851 w 5741575"/>
              <a:gd name="connsiteY63" fmla="*/ 240255 h 955271"/>
              <a:gd name="connsiteX64" fmla="*/ 3537470 w 5741575"/>
              <a:gd name="connsiteY64" fmla="*/ 241867 h 955271"/>
              <a:gd name="connsiteX65" fmla="*/ 3610489 w 5741575"/>
              <a:gd name="connsiteY65" fmla="*/ 244128 h 955271"/>
              <a:gd name="connsiteX66" fmla="*/ 3667539 w 5741575"/>
              <a:gd name="connsiteY66" fmla="*/ 263271 h 955271"/>
              <a:gd name="connsiteX67" fmla="*/ 3727614 w 5741575"/>
              <a:gd name="connsiteY67" fmla="*/ 258245 h 955271"/>
              <a:gd name="connsiteX68" fmla="*/ 3738369 w 5741575"/>
              <a:gd name="connsiteY68" fmla="*/ 234506 h 955271"/>
              <a:gd name="connsiteX69" fmla="*/ 3803670 w 5741575"/>
              <a:gd name="connsiteY69" fmla="*/ 236457 h 955271"/>
              <a:gd name="connsiteX70" fmla="*/ 3903080 w 5741575"/>
              <a:gd name="connsiteY70" fmla="*/ 241890 h 955271"/>
              <a:gd name="connsiteX71" fmla="*/ 4114838 w 5741575"/>
              <a:gd name="connsiteY71" fmla="*/ 238165 h 955271"/>
              <a:gd name="connsiteX72" fmla="*/ 4271023 w 5741575"/>
              <a:gd name="connsiteY72" fmla="*/ 241959 h 955271"/>
              <a:gd name="connsiteX73" fmla="*/ 4367397 w 5741575"/>
              <a:gd name="connsiteY73" fmla="*/ 271442 h 955271"/>
              <a:gd name="connsiteX74" fmla="*/ 4495366 w 5741575"/>
              <a:gd name="connsiteY74" fmla="*/ 271618 h 955271"/>
              <a:gd name="connsiteX75" fmla="*/ 4517347 w 5741575"/>
              <a:gd name="connsiteY75" fmla="*/ 275639 h 955271"/>
              <a:gd name="connsiteX76" fmla="*/ 4546116 w 5741575"/>
              <a:gd name="connsiteY76" fmla="*/ 268568 h 955271"/>
              <a:gd name="connsiteX77" fmla="*/ 4661259 w 5741575"/>
              <a:gd name="connsiteY77" fmla="*/ 238966 h 955271"/>
              <a:gd name="connsiteX78" fmla="*/ 4750403 w 5741575"/>
              <a:gd name="connsiteY78" fmla="*/ 204364 h 955271"/>
              <a:gd name="connsiteX79" fmla="*/ 4867614 w 5741575"/>
              <a:gd name="connsiteY79" fmla="*/ 208668 h 955271"/>
              <a:gd name="connsiteX80" fmla="*/ 4937036 w 5741575"/>
              <a:gd name="connsiteY80" fmla="*/ 195446 h 955271"/>
              <a:gd name="connsiteX81" fmla="*/ 5047626 w 5741575"/>
              <a:gd name="connsiteY81" fmla="*/ 149604 h 955271"/>
              <a:gd name="connsiteX82" fmla="*/ 5200247 w 5741575"/>
              <a:gd name="connsiteY82" fmla="*/ 142695 h 955271"/>
              <a:gd name="connsiteX83" fmla="*/ 5235691 w 5741575"/>
              <a:gd name="connsiteY83" fmla="*/ 173330 h 955271"/>
              <a:gd name="connsiteX84" fmla="*/ 5280133 w 5741575"/>
              <a:gd name="connsiteY84" fmla="*/ 189342 h 955271"/>
              <a:gd name="connsiteX85" fmla="*/ 5291963 w 5741575"/>
              <a:gd name="connsiteY85" fmla="*/ 139446 h 955271"/>
              <a:gd name="connsiteX86" fmla="*/ 5418472 w 5741575"/>
              <a:gd name="connsiteY86" fmla="*/ 89163 h 955271"/>
              <a:gd name="connsiteX87" fmla="*/ 5482354 w 5741575"/>
              <a:gd name="connsiteY87" fmla="*/ 69470 h 955271"/>
              <a:gd name="connsiteX88" fmla="*/ 5583280 w 5741575"/>
              <a:gd name="connsiteY88" fmla="*/ 49787 h 955271"/>
              <a:gd name="connsiteX89" fmla="*/ 5613766 w 5741575"/>
              <a:gd name="connsiteY89" fmla="*/ 41855 h 955271"/>
              <a:gd name="connsiteX90" fmla="*/ 5684952 w 5741575"/>
              <a:gd name="connsiteY90" fmla="*/ 26088 h 955271"/>
              <a:gd name="connsiteX91" fmla="*/ 5741575 w 5741575"/>
              <a:gd name="connsiteY91" fmla="*/ 0 h 955271"/>
              <a:gd name="connsiteX0" fmla="*/ 5741575 w 5741575"/>
              <a:gd name="connsiteY0" fmla="*/ 0 h 955271"/>
              <a:gd name="connsiteX1" fmla="*/ 5741575 w 5741575"/>
              <a:gd name="connsiteY1" fmla="*/ 955271 h 955271"/>
              <a:gd name="connsiteX2" fmla="*/ 0 w 5741575"/>
              <a:gd name="connsiteY2" fmla="*/ 955271 h 955271"/>
              <a:gd name="connsiteX3" fmla="*/ 8558 w 5741575"/>
              <a:gd name="connsiteY3" fmla="*/ 953971 h 955271"/>
              <a:gd name="connsiteX4" fmla="*/ 16894 w 5741575"/>
              <a:gd name="connsiteY4" fmla="*/ 953847 h 955271"/>
              <a:gd name="connsiteX5" fmla="*/ 28156 w 5741575"/>
              <a:gd name="connsiteY5" fmla="*/ 951374 h 955271"/>
              <a:gd name="connsiteX6" fmla="*/ 28293 w 5741575"/>
              <a:gd name="connsiteY6" fmla="*/ 950971 h 955271"/>
              <a:gd name="connsiteX7" fmla="*/ 39115 w 5741575"/>
              <a:gd name="connsiteY7" fmla="*/ 949326 h 955271"/>
              <a:gd name="connsiteX8" fmla="*/ 93851 w 5741575"/>
              <a:gd name="connsiteY8" fmla="*/ 945611 h 955271"/>
              <a:gd name="connsiteX9" fmla="*/ 148657 w 5741575"/>
              <a:gd name="connsiteY9" fmla="*/ 898134 h 955271"/>
              <a:gd name="connsiteX10" fmla="*/ 174554 w 5741575"/>
              <a:gd name="connsiteY10" fmla="*/ 886351 h 955271"/>
              <a:gd name="connsiteX11" fmla="*/ 187633 w 5741575"/>
              <a:gd name="connsiteY11" fmla="*/ 878226 h 955271"/>
              <a:gd name="connsiteX12" fmla="*/ 187961 w 5741575"/>
              <a:gd name="connsiteY12" fmla="*/ 876538 h 955271"/>
              <a:gd name="connsiteX13" fmla="*/ 240501 w 5741575"/>
              <a:gd name="connsiteY13" fmla="*/ 873150 h 955271"/>
              <a:gd name="connsiteX14" fmla="*/ 246345 w 5741575"/>
              <a:gd name="connsiteY14" fmla="*/ 869942 h 955271"/>
              <a:gd name="connsiteX15" fmla="*/ 282041 w 5741575"/>
              <a:gd name="connsiteY15" fmla="*/ 871263 h 955271"/>
              <a:gd name="connsiteX16" fmla="*/ 299711 w 5741575"/>
              <a:gd name="connsiteY16" fmla="*/ 870064 h 955271"/>
              <a:gd name="connsiteX17" fmla="*/ 306299 w 5741575"/>
              <a:gd name="connsiteY17" fmla="*/ 873609 h 955271"/>
              <a:gd name="connsiteX18" fmla="*/ 331571 w 5741575"/>
              <a:gd name="connsiteY18" fmla="*/ 869866 h 955271"/>
              <a:gd name="connsiteX19" fmla="*/ 333872 w 5741575"/>
              <a:gd name="connsiteY19" fmla="*/ 867971 h 955271"/>
              <a:gd name="connsiteX20" fmla="*/ 356953 w 5741575"/>
              <a:gd name="connsiteY20" fmla="*/ 870334 h 955271"/>
              <a:gd name="connsiteX21" fmla="*/ 570239 w 5741575"/>
              <a:gd name="connsiteY21" fmla="*/ 829596 h 955271"/>
              <a:gd name="connsiteX22" fmla="*/ 787156 w 5741575"/>
              <a:gd name="connsiteY22" fmla="*/ 838447 h 955271"/>
              <a:gd name="connsiteX23" fmla="*/ 948872 w 5741575"/>
              <a:gd name="connsiteY23" fmla="*/ 772201 h 955271"/>
              <a:gd name="connsiteX24" fmla="*/ 1127089 w 5741575"/>
              <a:gd name="connsiteY24" fmla="*/ 746926 h 955271"/>
              <a:gd name="connsiteX25" fmla="*/ 1220426 w 5741575"/>
              <a:gd name="connsiteY25" fmla="*/ 721810 h 955271"/>
              <a:gd name="connsiteX26" fmla="*/ 1306771 w 5741575"/>
              <a:gd name="connsiteY26" fmla="*/ 717936 h 955271"/>
              <a:gd name="connsiteX27" fmla="*/ 1374314 w 5741575"/>
              <a:gd name="connsiteY27" fmla="*/ 688815 h 955271"/>
              <a:gd name="connsiteX28" fmla="*/ 1378034 w 5741575"/>
              <a:gd name="connsiteY28" fmla="*/ 685842 h 955271"/>
              <a:gd name="connsiteX29" fmla="*/ 1395604 w 5741575"/>
              <a:gd name="connsiteY29" fmla="*/ 680460 h 955271"/>
              <a:gd name="connsiteX30" fmla="*/ 1397206 w 5741575"/>
              <a:gd name="connsiteY30" fmla="*/ 670793 h 955271"/>
              <a:gd name="connsiteX31" fmla="*/ 1421250 w 5741575"/>
              <a:gd name="connsiteY31" fmla="*/ 656855 h 955271"/>
              <a:gd name="connsiteX32" fmla="*/ 1454524 w 5741575"/>
              <a:gd name="connsiteY32" fmla="*/ 649224 h 955271"/>
              <a:gd name="connsiteX33" fmla="*/ 1616217 w 5741575"/>
              <a:gd name="connsiteY33" fmla="*/ 622107 h 955271"/>
              <a:gd name="connsiteX34" fmla="*/ 1710928 w 5741575"/>
              <a:gd name="connsiteY34" fmla="*/ 600666 h 955271"/>
              <a:gd name="connsiteX35" fmla="*/ 1743718 w 5741575"/>
              <a:gd name="connsiteY35" fmla="*/ 584327 h 955271"/>
              <a:gd name="connsiteX36" fmla="*/ 1873778 w 5741575"/>
              <a:gd name="connsiteY36" fmla="*/ 530130 h 955271"/>
              <a:gd name="connsiteX37" fmla="*/ 1988411 w 5741575"/>
              <a:gd name="connsiteY37" fmla="*/ 491599 h 955271"/>
              <a:gd name="connsiteX38" fmla="*/ 2085507 w 5741575"/>
              <a:gd name="connsiteY38" fmla="*/ 498527 h 955271"/>
              <a:gd name="connsiteX39" fmla="*/ 2090767 w 5741575"/>
              <a:gd name="connsiteY39" fmla="*/ 490616 h 955271"/>
              <a:gd name="connsiteX40" fmla="*/ 2151143 w 5741575"/>
              <a:gd name="connsiteY40" fmla="*/ 478332 h 955271"/>
              <a:gd name="connsiteX41" fmla="*/ 2378710 w 5741575"/>
              <a:gd name="connsiteY41" fmla="*/ 477570 h 955271"/>
              <a:gd name="connsiteX42" fmla="*/ 2496256 w 5741575"/>
              <a:gd name="connsiteY42" fmla="*/ 452396 h 955271"/>
              <a:gd name="connsiteX43" fmla="*/ 2535387 w 5741575"/>
              <a:gd name="connsiteY43" fmla="*/ 436645 h 955271"/>
              <a:gd name="connsiteX44" fmla="*/ 2601109 w 5741575"/>
              <a:gd name="connsiteY44" fmla="*/ 410678 h 955271"/>
              <a:gd name="connsiteX45" fmla="*/ 2643855 w 5741575"/>
              <a:gd name="connsiteY45" fmla="*/ 374482 h 955271"/>
              <a:gd name="connsiteX46" fmla="*/ 2657726 w 5741575"/>
              <a:gd name="connsiteY46" fmla="*/ 365841 h 955271"/>
              <a:gd name="connsiteX47" fmla="*/ 2687125 w 5741575"/>
              <a:gd name="connsiteY47" fmla="*/ 366820 h 955271"/>
              <a:gd name="connsiteX48" fmla="*/ 2697479 w 5741575"/>
              <a:gd name="connsiteY48" fmla="*/ 361430 h 955271"/>
              <a:gd name="connsiteX49" fmla="*/ 2701547 w 5741575"/>
              <a:gd name="connsiteY49" fmla="*/ 361545 h 955271"/>
              <a:gd name="connsiteX50" fmla="*/ 2711054 w 5741575"/>
              <a:gd name="connsiteY50" fmla="*/ 360597 h 955271"/>
              <a:gd name="connsiteX51" fmla="*/ 2710438 w 5741575"/>
              <a:gd name="connsiteY51" fmla="*/ 366958 h 955271"/>
              <a:gd name="connsiteX52" fmla="*/ 2722936 w 5741575"/>
              <a:gd name="connsiteY52" fmla="*/ 377633 h 955271"/>
              <a:gd name="connsiteX53" fmla="*/ 2777227 w 5741575"/>
              <a:gd name="connsiteY53" fmla="*/ 368972 h 955271"/>
              <a:gd name="connsiteX54" fmla="*/ 2779510 w 5741575"/>
              <a:gd name="connsiteY54" fmla="*/ 361652 h 955271"/>
              <a:gd name="connsiteX55" fmla="*/ 2786278 w 5741575"/>
              <a:gd name="connsiteY55" fmla="*/ 359869 h 955271"/>
              <a:gd name="connsiteX56" fmla="*/ 2792101 w 5741575"/>
              <a:gd name="connsiteY56" fmla="*/ 365927 h 955271"/>
              <a:gd name="connsiteX57" fmla="*/ 2885545 w 5741575"/>
              <a:gd name="connsiteY57" fmla="*/ 372818 h 955271"/>
              <a:gd name="connsiteX58" fmla="*/ 3009558 w 5741575"/>
              <a:gd name="connsiteY58" fmla="*/ 370573 h 955271"/>
              <a:gd name="connsiteX59" fmla="*/ 3095010 w 5741575"/>
              <a:gd name="connsiteY59" fmla="*/ 332454 h 955271"/>
              <a:gd name="connsiteX60" fmla="*/ 3103742 w 5741575"/>
              <a:gd name="connsiteY60" fmla="*/ 337974 h 955271"/>
              <a:gd name="connsiteX61" fmla="*/ 3165093 w 5741575"/>
              <a:gd name="connsiteY61" fmla="*/ 329459 h 955271"/>
              <a:gd name="connsiteX62" fmla="*/ 3373785 w 5741575"/>
              <a:gd name="connsiteY62" fmla="*/ 255680 h 955271"/>
              <a:gd name="connsiteX63" fmla="*/ 3493851 w 5741575"/>
              <a:gd name="connsiteY63" fmla="*/ 240255 h 955271"/>
              <a:gd name="connsiteX64" fmla="*/ 3537470 w 5741575"/>
              <a:gd name="connsiteY64" fmla="*/ 241867 h 955271"/>
              <a:gd name="connsiteX65" fmla="*/ 3610489 w 5741575"/>
              <a:gd name="connsiteY65" fmla="*/ 244128 h 955271"/>
              <a:gd name="connsiteX66" fmla="*/ 3667539 w 5741575"/>
              <a:gd name="connsiteY66" fmla="*/ 263271 h 955271"/>
              <a:gd name="connsiteX67" fmla="*/ 3727614 w 5741575"/>
              <a:gd name="connsiteY67" fmla="*/ 258245 h 955271"/>
              <a:gd name="connsiteX68" fmla="*/ 3738369 w 5741575"/>
              <a:gd name="connsiteY68" fmla="*/ 234506 h 955271"/>
              <a:gd name="connsiteX69" fmla="*/ 3803670 w 5741575"/>
              <a:gd name="connsiteY69" fmla="*/ 236457 h 955271"/>
              <a:gd name="connsiteX70" fmla="*/ 3903080 w 5741575"/>
              <a:gd name="connsiteY70" fmla="*/ 241890 h 955271"/>
              <a:gd name="connsiteX71" fmla="*/ 4114838 w 5741575"/>
              <a:gd name="connsiteY71" fmla="*/ 238165 h 955271"/>
              <a:gd name="connsiteX72" fmla="*/ 4271023 w 5741575"/>
              <a:gd name="connsiteY72" fmla="*/ 241959 h 955271"/>
              <a:gd name="connsiteX73" fmla="*/ 4367397 w 5741575"/>
              <a:gd name="connsiteY73" fmla="*/ 271442 h 955271"/>
              <a:gd name="connsiteX74" fmla="*/ 4495366 w 5741575"/>
              <a:gd name="connsiteY74" fmla="*/ 271618 h 955271"/>
              <a:gd name="connsiteX75" fmla="*/ 4517347 w 5741575"/>
              <a:gd name="connsiteY75" fmla="*/ 275639 h 955271"/>
              <a:gd name="connsiteX76" fmla="*/ 4546116 w 5741575"/>
              <a:gd name="connsiteY76" fmla="*/ 268568 h 955271"/>
              <a:gd name="connsiteX77" fmla="*/ 4661259 w 5741575"/>
              <a:gd name="connsiteY77" fmla="*/ 238966 h 955271"/>
              <a:gd name="connsiteX78" fmla="*/ 4750403 w 5741575"/>
              <a:gd name="connsiteY78" fmla="*/ 204364 h 955271"/>
              <a:gd name="connsiteX79" fmla="*/ 4867614 w 5741575"/>
              <a:gd name="connsiteY79" fmla="*/ 208668 h 955271"/>
              <a:gd name="connsiteX80" fmla="*/ 4937036 w 5741575"/>
              <a:gd name="connsiteY80" fmla="*/ 195446 h 955271"/>
              <a:gd name="connsiteX81" fmla="*/ 5047626 w 5741575"/>
              <a:gd name="connsiteY81" fmla="*/ 149604 h 955271"/>
              <a:gd name="connsiteX82" fmla="*/ 5200247 w 5741575"/>
              <a:gd name="connsiteY82" fmla="*/ 142695 h 955271"/>
              <a:gd name="connsiteX83" fmla="*/ 5235691 w 5741575"/>
              <a:gd name="connsiteY83" fmla="*/ 173330 h 955271"/>
              <a:gd name="connsiteX84" fmla="*/ 5280133 w 5741575"/>
              <a:gd name="connsiteY84" fmla="*/ 189342 h 955271"/>
              <a:gd name="connsiteX85" fmla="*/ 5291963 w 5741575"/>
              <a:gd name="connsiteY85" fmla="*/ 139446 h 955271"/>
              <a:gd name="connsiteX86" fmla="*/ 5418472 w 5741575"/>
              <a:gd name="connsiteY86" fmla="*/ 89163 h 955271"/>
              <a:gd name="connsiteX87" fmla="*/ 5482354 w 5741575"/>
              <a:gd name="connsiteY87" fmla="*/ 69470 h 955271"/>
              <a:gd name="connsiteX88" fmla="*/ 5583280 w 5741575"/>
              <a:gd name="connsiteY88" fmla="*/ 49787 h 955271"/>
              <a:gd name="connsiteX89" fmla="*/ 5613766 w 5741575"/>
              <a:gd name="connsiteY89" fmla="*/ 41855 h 955271"/>
              <a:gd name="connsiteX90" fmla="*/ 5684952 w 5741575"/>
              <a:gd name="connsiteY90" fmla="*/ 26088 h 955271"/>
              <a:gd name="connsiteX91" fmla="*/ 5741575 w 5741575"/>
              <a:gd name="connsiteY91" fmla="*/ 0 h 955271"/>
              <a:gd name="connsiteX0" fmla="*/ 5741575 w 5741575"/>
              <a:gd name="connsiteY0" fmla="*/ 0 h 955271"/>
              <a:gd name="connsiteX1" fmla="*/ 5741575 w 5741575"/>
              <a:gd name="connsiteY1" fmla="*/ 955271 h 955271"/>
              <a:gd name="connsiteX2" fmla="*/ 0 w 5741575"/>
              <a:gd name="connsiteY2" fmla="*/ 955271 h 955271"/>
              <a:gd name="connsiteX3" fmla="*/ 8558 w 5741575"/>
              <a:gd name="connsiteY3" fmla="*/ 953971 h 955271"/>
              <a:gd name="connsiteX4" fmla="*/ 16894 w 5741575"/>
              <a:gd name="connsiteY4" fmla="*/ 953847 h 955271"/>
              <a:gd name="connsiteX5" fmla="*/ 28156 w 5741575"/>
              <a:gd name="connsiteY5" fmla="*/ 951374 h 955271"/>
              <a:gd name="connsiteX6" fmla="*/ 28293 w 5741575"/>
              <a:gd name="connsiteY6" fmla="*/ 950971 h 955271"/>
              <a:gd name="connsiteX7" fmla="*/ 39115 w 5741575"/>
              <a:gd name="connsiteY7" fmla="*/ 949326 h 955271"/>
              <a:gd name="connsiteX8" fmla="*/ 93851 w 5741575"/>
              <a:gd name="connsiteY8" fmla="*/ 945611 h 955271"/>
              <a:gd name="connsiteX9" fmla="*/ 148657 w 5741575"/>
              <a:gd name="connsiteY9" fmla="*/ 898134 h 955271"/>
              <a:gd name="connsiteX10" fmla="*/ 174554 w 5741575"/>
              <a:gd name="connsiteY10" fmla="*/ 886351 h 955271"/>
              <a:gd name="connsiteX11" fmla="*/ 187633 w 5741575"/>
              <a:gd name="connsiteY11" fmla="*/ 878226 h 955271"/>
              <a:gd name="connsiteX12" fmla="*/ 187961 w 5741575"/>
              <a:gd name="connsiteY12" fmla="*/ 876538 h 955271"/>
              <a:gd name="connsiteX13" fmla="*/ 240501 w 5741575"/>
              <a:gd name="connsiteY13" fmla="*/ 873150 h 955271"/>
              <a:gd name="connsiteX14" fmla="*/ 246345 w 5741575"/>
              <a:gd name="connsiteY14" fmla="*/ 869942 h 955271"/>
              <a:gd name="connsiteX15" fmla="*/ 282041 w 5741575"/>
              <a:gd name="connsiteY15" fmla="*/ 871263 h 955271"/>
              <a:gd name="connsiteX16" fmla="*/ 299711 w 5741575"/>
              <a:gd name="connsiteY16" fmla="*/ 870064 h 955271"/>
              <a:gd name="connsiteX17" fmla="*/ 306299 w 5741575"/>
              <a:gd name="connsiteY17" fmla="*/ 873609 h 955271"/>
              <a:gd name="connsiteX18" fmla="*/ 331571 w 5741575"/>
              <a:gd name="connsiteY18" fmla="*/ 869866 h 955271"/>
              <a:gd name="connsiteX19" fmla="*/ 333872 w 5741575"/>
              <a:gd name="connsiteY19" fmla="*/ 867971 h 955271"/>
              <a:gd name="connsiteX20" fmla="*/ 356953 w 5741575"/>
              <a:gd name="connsiteY20" fmla="*/ 870334 h 955271"/>
              <a:gd name="connsiteX21" fmla="*/ 570239 w 5741575"/>
              <a:gd name="connsiteY21" fmla="*/ 829596 h 955271"/>
              <a:gd name="connsiteX22" fmla="*/ 787156 w 5741575"/>
              <a:gd name="connsiteY22" fmla="*/ 838447 h 955271"/>
              <a:gd name="connsiteX23" fmla="*/ 948872 w 5741575"/>
              <a:gd name="connsiteY23" fmla="*/ 772201 h 955271"/>
              <a:gd name="connsiteX24" fmla="*/ 1127089 w 5741575"/>
              <a:gd name="connsiteY24" fmla="*/ 746926 h 955271"/>
              <a:gd name="connsiteX25" fmla="*/ 1220426 w 5741575"/>
              <a:gd name="connsiteY25" fmla="*/ 721810 h 955271"/>
              <a:gd name="connsiteX26" fmla="*/ 1306771 w 5741575"/>
              <a:gd name="connsiteY26" fmla="*/ 717936 h 955271"/>
              <a:gd name="connsiteX27" fmla="*/ 1374314 w 5741575"/>
              <a:gd name="connsiteY27" fmla="*/ 688815 h 955271"/>
              <a:gd name="connsiteX28" fmla="*/ 1378034 w 5741575"/>
              <a:gd name="connsiteY28" fmla="*/ 685842 h 955271"/>
              <a:gd name="connsiteX29" fmla="*/ 1395604 w 5741575"/>
              <a:gd name="connsiteY29" fmla="*/ 680460 h 955271"/>
              <a:gd name="connsiteX30" fmla="*/ 1397206 w 5741575"/>
              <a:gd name="connsiteY30" fmla="*/ 670793 h 955271"/>
              <a:gd name="connsiteX31" fmla="*/ 1421250 w 5741575"/>
              <a:gd name="connsiteY31" fmla="*/ 656855 h 955271"/>
              <a:gd name="connsiteX32" fmla="*/ 1454524 w 5741575"/>
              <a:gd name="connsiteY32" fmla="*/ 649224 h 955271"/>
              <a:gd name="connsiteX33" fmla="*/ 1616217 w 5741575"/>
              <a:gd name="connsiteY33" fmla="*/ 622107 h 955271"/>
              <a:gd name="connsiteX34" fmla="*/ 1710928 w 5741575"/>
              <a:gd name="connsiteY34" fmla="*/ 600666 h 955271"/>
              <a:gd name="connsiteX35" fmla="*/ 1743718 w 5741575"/>
              <a:gd name="connsiteY35" fmla="*/ 584327 h 955271"/>
              <a:gd name="connsiteX36" fmla="*/ 1873778 w 5741575"/>
              <a:gd name="connsiteY36" fmla="*/ 530130 h 955271"/>
              <a:gd name="connsiteX37" fmla="*/ 1988411 w 5741575"/>
              <a:gd name="connsiteY37" fmla="*/ 491599 h 955271"/>
              <a:gd name="connsiteX38" fmla="*/ 2085507 w 5741575"/>
              <a:gd name="connsiteY38" fmla="*/ 498527 h 955271"/>
              <a:gd name="connsiteX39" fmla="*/ 2090767 w 5741575"/>
              <a:gd name="connsiteY39" fmla="*/ 490616 h 955271"/>
              <a:gd name="connsiteX40" fmla="*/ 2151143 w 5741575"/>
              <a:gd name="connsiteY40" fmla="*/ 478332 h 955271"/>
              <a:gd name="connsiteX41" fmla="*/ 2378710 w 5741575"/>
              <a:gd name="connsiteY41" fmla="*/ 477570 h 955271"/>
              <a:gd name="connsiteX42" fmla="*/ 2496256 w 5741575"/>
              <a:gd name="connsiteY42" fmla="*/ 452396 h 955271"/>
              <a:gd name="connsiteX43" fmla="*/ 2535387 w 5741575"/>
              <a:gd name="connsiteY43" fmla="*/ 436645 h 955271"/>
              <a:gd name="connsiteX44" fmla="*/ 2601109 w 5741575"/>
              <a:gd name="connsiteY44" fmla="*/ 410678 h 955271"/>
              <a:gd name="connsiteX45" fmla="*/ 2643855 w 5741575"/>
              <a:gd name="connsiteY45" fmla="*/ 374482 h 955271"/>
              <a:gd name="connsiteX46" fmla="*/ 2657726 w 5741575"/>
              <a:gd name="connsiteY46" fmla="*/ 365841 h 955271"/>
              <a:gd name="connsiteX47" fmla="*/ 2687125 w 5741575"/>
              <a:gd name="connsiteY47" fmla="*/ 366820 h 955271"/>
              <a:gd name="connsiteX48" fmla="*/ 2697479 w 5741575"/>
              <a:gd name="connsiteY48" fmla="*/ 361430 h 955271"/>
              <a:gd name="connsiteX49" fmla="*/ 2701547 w 5741575"/>
              <a:gd name="connsiteY49" fmla="*/ 361545 h 955271"/>
              <a:gd name="connsiteX50" fmla="*/ 2711054 w 5741575"/>
              <a:gd name="connsiteY50" fmla="*/ 360597 h 955271"/>
              <a:gd name="connsiteX51" fmla="*/ 2710438 w 5741575"/>
              <a:gd name="connsiteY51" fmla="*/ 366958 h 955271"/>
              <a:gd name="connsiteX52" fmla="*/ 2722936 w 5741575"/>
              <a:gd name="connsiteY52" fmla="*/ 377633 h 955271"/>
              <a:gd name="connsiteX53" fmla="*/ 2777227 w 5741575"/>
              <a:gd name="connsiteY53" fmla="*/ 368972 h 955271"/>
              <a:gd name="connsiteX54" fmla="*/ 2779510 w 5741575"/>
              <a:gd name="connsiteY54" fmla="*/ 361652 h 955271"/>
              <a:gd name="connsiteX55" fmla="*/ 2786278 w 5741575"/>
              <a:gd name="connsiteY55" fmla="*/ 359869 h 955271"/>
              <a:gd name="connsiteX56" fmla="*/ 2792101 w 5741575"/>
              <a:gd name="connsiteY56" fmla="*/ 365927 h 955271"/>
              <a:gd name="connsiteX57" fmla="*/ 2885545 w 5741575"/>
              <a:gd name="connsiteY57" fmla="*/ 372818 h 955271"/>
              <a:gd name="connsiteX58" fmla="*/ 3009558 w 5741575"/>
              <a:gd name="connsiteY58" fmla="*/ 370573 h 955271"/>
              <a:gd name="connsiteX59" fmla="*/ 3095010 w 5741575"/>
              <a:gd name="connsiteY59" fmla="*/ 332454 h 955271"/>
              <a:gd name="connsiteX60" fmla="*/ 3103742 w 5741575"/>
              <a:gd name="connsiteY60" fmla="*/ 337974 h 955271"/>
              <a:gd name="connsiteX61" fmla="*/ 3165093 w 5741575"/>
              <a:gd name="connsiteY61" fmla="*/ 329459 h 955271"/>
              <a:gd name="connsiteX62" fmla="*/ 3373785 w 5741575"/>
              <a:gd name="connsiteY62" fmla="*/ 255680 h 955271"/>
              <a:gd name="connsiteX63" fmla="*/ 3493851 w 5741575"/>
              <a:gd name="connsiteY63" fmla="*/ 240255 h 955271"/>
              <a:gd name="connsiteX64" fmla="*/ 3537470 w 5741575"/>
              <a:gd name="connsiteY64" fmla="*/ 241867 h 955271"/>
              <a:gd name="connsiteX65" fmla="*/ 3610489 w 5741575"/>
              <a:gd name="connsiteY65" fmla="*/ 244128 h 955271"/>
              <a:gd name="connsiteX66" fmla="*/ 3667539 w 5741575"/>
              <a:gd name="connsiteY66" fmla="*/ 263271 h 955271"/>
              <a:gd name="connsiteX67" fmla="*/ 3727614 w 5741575"/>
              <a:gd name="connsiteY67" fmla="*/ 258245 h 955271"/>
              <a:gd name="connsiteX68" fmla="*/ 3738369 w 5741575"/>
              <a:gd name="connsiteY68" fmla="*/ 234506 h 955271"/>
              <a:gd name="connsiteX69" fmla="*/ 3803670 w 5741575"/>
              <a:gd name="connsiteY69" fmla="*/ 236457 h 955271"/>
              <a:gd name="connsiteX70" fmla="*/ 3903080 w 5741575"/>
              <a:gd name="connsiteY70" fmla="*/ 241890 h 955271"/>
              <a:gd name="connsiteX71" fmla="*/ 4114838 w 5741575"/>
              <a:gd name="connsiteY71" fmla="*/ 238165 h 955271"/>
              <a:gd name="connsiteX72" fmla="*/ 4271023 w 5741575"/>
              <a:gd name="connsiteY72" fmla="*/ 241959 h 955271"/>
              <a:gd name="connsiteX73" fmla="*/ 4367397 w 5741575"/>
              <a:gd name="connsiteY73" fmla="*/ 271442 h 955271"/>
              <a:gd name="connsiteX74" fmla="*/ 4495366 w 5741575"/>
              <a:gd name="connsiteY74" fmla="*/ 271618 h 955271"/>
              <a:gd name="connsiteX75" fmla="*/ 4517347 w 5741575"/>
              <a:gd name="connsiteY75" fmla="*/ 275639 h 955271"/>
              <a:gd name="connsiteX76" fmla="*/ 4546116 w 5741575"/>
              <a:gd name="connsiteY76" fmla="*/ 268568 h 955271"/>
              <a:gd name="connsiteX77" fmla="*/ 4661259 w 5741575"/>
              <a:gd name="connsiteY77" fmla="*/ 238966 h 955271"/>
              <a:gd name="connsiteX78" fmla="*/ 4750403 w 5741575"/>
              <a:gd name="connsiteY78" fmla="*/ 204364 h 955271"/>
              <a:gd name="connsiteX79" fmla="*/ 4867614 w 5741575"/>
              <a:gd name="connsiteY79" fmla="*/ 208668 h 955271"/>
              <a:gd name="connsiteX80" fmla="*/ 4937036 w 5741575"/>
              <a:gd name="connsiteY80" fmla="*/ 195446 h 955271"/>
              <a:gd name="connsiteX81" fmla="*/ 5047626 w 5741575"/>
              <a:gd name="connsiteY81" fmla="*/ 149604 h 955271"/>
              <a:gd name="connsiteX82" fmla="*/ 5200247 w 5741575"/>
              <a:gd name="connsiteY82" fmla="*/ 142695 h 955271"/>
              <a:gd name="connsiteX83" fmla="*/ 5235691 w 5741575"/>
              <a:gd name="connsiteY83" fmla="*/ 173330 h 955271"/>
              <a:gd name="connsiteX84" fmla="*/ 5280133 w 5741575"/>
              <a:gd name="connsiteY84" fmla="*/ 189342 h 955271"/>
              <a:gd name="connsiteX85" fmla="*/ 5291963 w 5741575"/>
              <a:gd name="connsiteY85" fmla="*/ 139446 h 955271"/>
              <a:gd name="connsiteX86" fmla="*/ 5418472 w 5741575"/>
              <a:gd name="connsiteY86" fmla="*/ 89163 h 955271"/>
              <a:gd name="connsiteX87" fmla="*/ 5482354 w 5741575"/>
              <a:gd name="connsiteY87" fmla="*/ 69470 h 955271"/>
              <a:gd name="connsiteX88" fmla="*/ 5583280 w 5741575"/>
              <a:gd name="connsiteY88" fmla="*/ 49787 h 955271"/>
              <a:gd name="connsiteX89" fmla="*/ 5613766 w 5741575"/>
              <a:gd name="connsiteY89" fmla="*/ 41855 h 955271"/>
              <a:gd name="connsiteX90" fmla="*/ 5684952 w 5741575"/>
              <a:gd name="connsiteY90" fmla="*/ 26088 h 955271"/>
              <a:gd name="connsiteX91" fmla="*/ 5741575 w 5741575"/>
              <a:gd name="connsiteY91" fmla="*/ 0 h 955271"/>
              <a:gd name="connsiteX0" fmla="*/ 5741575 w 5741575"/>
              <a:gd name="connsiteY0" fmla="*/ 0 h 955271"/>
              <a:gd name="connsiteX1" fmla="*/ 5741575 w 5741575"/>
              <a:gd name="connsiteY1" fmla="*/ 955271 h 955271"/>
              <a:gd name="connsiteX2" fmla="*/ 0 w 5741575"/>
              <a:gd name="connsiteY2" fmla="*/ 955271 h 955271"/>
              <a:gd name="connsiteX3" fmla="*/ 8558 w 5741575"/>
              <a:gd name="connsiteY3" fmla="*/ 953971 h 955271"/>
              <a:gd name="connsiteX4" fmla="*/ 16894 w 5741575"/>
              <a:gd name="connsiteY4" fmla="*/ 953847 h 955271"/>
              <a:gd name="connsiteX5" fmla="*/ 28156 w 5741575"/>
              <a:gd name="connsiteY5" fmla="*/ 951374 h 955271"/>
              <a:gd name="connsiteX6" fmla="*/ 28293 w 5741575"/>
              <a:gd name="connsiteY6" fmla="*/ 950971 h 955271"/>
              <a:gd name="connsiteX7" fmla="*/ 39115 w 5741575"/>
              <a:gd name="connsiteY7" fmla="*/ 949326 h 955271"/>
              <a:gd name="connsiteX8" fmla="*/ 93851 w 5741575"/>
              <a:gd name="connsiteY8" fmla="*/ 945611 h 955271"/>
              <a:gd name="connsiteX9" fmla="*/ 148657 w 5741575"/>
              <a:gd name="connsiteY9" fmla="*/ 898134 h 955271"/>
              <a:gd name="connsiteX10" fmla="*/ 174554 w 5741575"/>
              <a:gd name="connsiteY10" fmla="*/ 886351 h 955271"/>
              <a:gd name="connsiteX11" fmla="*/ 187633 w 5741575"/>
              <a:gd name="connsiteY11" fmla="*/ 878226 h 955271"/>
              <a:gd name="connsiteX12" fmla="*/ 187961 w 5741575"/>
              <a:gd name="connsiteY12" fmla="*/ 876538 h 955271"/>
              <a:gd name="connsiteX13" fmla="*/ 240501 w 5741575"/>
              <a:gd name="connsiteY13" fmla="*/ 873150 h 955271"/>
              <a:gd name="connsiteX14" fmla="*/ 246345 w 5741575"/>
              <a:gd name="connsiteY14" fmla="*/ 869942 h 955271"/>
              <a:gd name="connsiteX15" fmla="*/ 282041 w 5741575"/>
              <a:gd name="connsiteY15" fmla="*/ 871263 h 955271"/>
              <a:gd name="connsiteX16" fmla="*/ 299711 w 5741575"/>
              <a:gd name="connsiteY16" fmla="*/ 870064 h 955271"/>
              <a:gd name="connsiteX17" fmla="*/ 306299 w 5741575"/>
              <a:gd name="connsiteY17" fmla="*/ 873609 h 955271"/>
              <a:gd name="connsiteX18" fmla="*/ 331571 w 5741575"/>
              <a:gd name="connsiteY18" fmla="*/ 869866 h 955271"/>
              <a:gd name="connsiteX19" fmla="*/ 333872 w 5741575"/>
              <a:gd name="connsiteY19" fmla="*/ 867971 h 955271"/>
              <a:gd name="connsiteX20" fmla="*/ 477637 w 5741575"/>
              <a:gd name="connsiteY20" fmla="*/ 870334 h 955271"/>
              <a:gd name="connsiteX21" fmla="*/ 570239 w 5741575"/>
              <a:gd name="connsiteY21" fmla="*/ 829596 h 955271"/>
              <a:gd name="connsiteX22" fmla="*/ 787156 w 5741575"/>
              <a:gd name="connsiteY22" fmla="*/ 838447 h 955271"/>
              <a:gd name="connsiteX23" fmla="*/ 948872 w 5741575"/>
              <a:gd name="connsiteY23" fmla="*/ 772201 h 955271"/>
              <a:gd name="connsiteX24" fmla="*/ 1127089 w 5741575"/>
              <a:gd name="connsiteY24" fmla="*/ 746926 h 955271"/>
              <a:gd name="connsiteX25" fmla="*/ 1220426 w 5741575"/>
              <a:gd name="connsiteY25" fmla="*/ 721810 h 955271"/>
              <a:gd name="connsiteX26" fmla="*/ 1306771 w 5741575"/>
              <a:gd name="connsiteY26" fmla="*/ 717936 h 955271"/>
              <a:gd name="connsiteX27" fmla="*/ 1374314 w 5741575"/>
              <a:gd name="connsiteY27" fmla="*/ 688815 h 955271"/>
              <a:gd name="connsiteX28" fmla="*/ 1378034 w 5741575"/>
              <a:gd name="connsiteY28" fmla="*/ 685842 h 955271"/>
              <a:gd name="connsiteX29" fmla="*/ 1395604 w 5741575"/>
              <a:gd name="connsiteY29" fmla="*/ 680460 h 955271"/>
              <a:gd name="connsiteX30" fmla="*/ 1397206 w 5741575"/>
              <a:gd name="connsiteY30" fmla="*/ 670793 h 955271"/>
              <a:gd name="connsiteX31" fmla="*/ 1421250 w 5741575"/>
              <a:gd name="connsiteY31" fmla="*/ 656855 h 955271"/>
              <a:gd name="connsiteX32" fmla="*/ 1454524 w 5741575"/>
              <a:gd name="connsiteY32" fmla="*/ 649224 h 955271"/>
              <a:gd name="connsiteX33" fmla="*/ 1616217 w 5741575"/>
              <a:gd name="connsiteY33" fmla="*/ 622107 h 955271"/>
              <a:gd name="connsiteX34" fmla="*/ 1710928 w 5741575"/>
              <a:gd name="connsiteY34" fmla="*/ 600666 h 955271"/>
              <a:gd name="connsiteX35" fmla="*/ 1743718 w 5741575"/>
              <a:gd name="connsiteY35" fmla="*/ 584327 h 955271"/>
              <a:gd name="connsiteX36" fmla="*/ 1873778 w 5741575"/>
              <a:gd name="connsiteY36" fmla="*/ 530130 h 955271"/>
              <a:gd name="connsiteX37" fmla="*/ 1988411 w 5741575"/>
              <a:gd name="connsiteY37" fmla="*/ 491599 h 955271"/>
              <a:gd name="connsiteX38" fmla="*/ 2085507 w 5741575"/>
              <a:gd name="connsiteY38" fmla="*/ 498527 h 955271"/>
              <a:gd name="connsiteX39" fmla="*/ 2090767 w 5741575"/>
              <a:gd name="connsiteY39" fmla="*/ 490616 h 955271"/>
              <a:gd name="connsiteX40" fmla="*/ 2151143 w 5741575"/>
              <a:gd name="connsiteY40" fmla="*/ 478332 h 955271"/>
              <a:gd name="connsiteX41" fmla="*/ 2378710 w 5741575"/>
              <a:gd name="connsiteY41" fmla="*/ 477570 h 955271"/>
              <a:gd name="connsiteX42" fmla="*/ 2496256 w 5741575"/>
              <a:gd name="connsiteY42" fmla="*/ 452396 h 955271"/>
              <a:gd name="connsiteX43" fmla="*/ 2535387 w 5741575"/>
              <a:gd name="connsiteY43" fmla="*/ 436645 h 955271"/>
              <a:gd name="connsiteX44" fmla="*/ 2601109 w 5741575"/>
              <a:gd name="connsiteY44" fmla="*/ 410678 h 955271"/>
              <a:gd name="connsiteX45" fmla="*/ 2643855 w 5741575"/>
              <a:gd name="connsiteY45" fmla="*/ 374482 h 955271"/>
              <a:gd name="connsiteX46" fmla="*/ 2657726 w 5741575"/>
              <a:gd name="connsiteY46" fmla="*/ 365841 h 955271"/>
              <a:gd name="connsiteX47" fmla="*/ 2687125 w 5741575"/>
              <a:gd name="connsiteY47" fmla="*/ 366820 h 955271"/>
              <a:gd name="connsiteX48" fmla="*/ 2697479 w 5741575"/>
              <a:gd name="connsiteY48" fmla="*/ 361430 h 955271"/>
              <a:gd name="connsiteX49" fmla="*/ 2701547 w 5741575"/>
              <a:gd name="connsiteY49" fmla="*/ 361545 h 955271"/>
              <a:gd name="connsiteX50" fmla="*/ 2711054 w 5741575"/>
              <a:gd name="connsiteY50" fmla="*/ 360597 h 955271"/>
              <a:gd name="connsiteX51" fmla="*/ 2710438 w 5741575"/>
              <a:gd name="connsiteY51" fmla="*/ 366958 h 955271"/>
              <a:gd name="connsiteX52" fmla="*/ 2722936 w 5741575"/>
              <a:gd name="connsiteY52" fmla="*/ 377633 h 955271"/>
              <a:gd name="connsiteX53" fmla="*/ 2777227 w 5741575"/>
              <a:gd name="connsiteY53" fmla="*/ 368972 h 955271"/>
              <a:gd name="connsiteX54" fmla="*/ 2779510 w 5741575"/>
              <a:gd name="connsiteY54" fmla="*/ 361652 h 955271"/>
              <a:gd name="connsiteX55" fmla="*/ 2786278 w 5741575"/>
              <a:gd name="connsiteY55" fmla="*/ 359869 h 955271"/>
              <a:gd name="connsiteX56" fmla="*/ 2792101 w 5741575"/>
              <a:gd name="connsiteY56" fmla="*/ 365927 h 955271"/>
              <a:gd name="connsiteX57" fmla="*/ 2885545 w 5741575"/>
              <a:gd name="connsiteY57" fmla="*/ 372818 h 955271"/>
              <a:gd name="connsiteX58" fmla="*/ 3009558 w 5741575"/>
              <a:gd name="connsiteY58" fmla="*/ 370573 h 955271"/>
              <a:gd name="connsiteX59" fmla="*/ 3095010 w 5741575"/>
              <a:gd name="connsiteY59" fmla="*/ 332454 h 955271"/>
              <a:gd name="connsiteX60" fmla="*/ 3103742 w 5741575"/>
              <a:gd name="connsiteY60" fmla="*/ 337974 h 955271"/>
              <a:gd name="connsiteX61" fmla="*/ 3165093 w 5741575"/>
              <a:gd name="connsiteY61" fmla="*/ 329459 h 955271"/>
              <a:gd name="connsiteX62" fmla="*/ 3373785 w 5741575"/>
              <a:gd name="connsiteY62" fmla="*/ 255680 h 955271"/>
              <a:gd name="connsiteX63" fmla="*/ 3493851 w 5741575"/>
              <a:gd name="connsiteY63" fmla="*/ 240255 h 955271"/>
              <a:gd name="connsiteX64" fmla="*/ 3537470 w 5741575"/>
              <a:gd name="connsiteY64" fmla="*/ 241867 h 955271"/>
              <a:gd name="connsiteX65" fmla="*/ 3610489 w 5741575"/>
              <a:gd name="connsiteY65" fmla="*/ 244128 h 955271"/>
              <a:gd name="connsiteX66" fmla="*/ 3667539 w 5741575"/>
              <a:gd name="connsiteY66" fmla="*/ 263271 h 955271"/>
              <a:gd name="connsiteX67" fmla="*/ 3727614 w 5741575"/>
              <a:gd name="connsiteY67" fmla="*/ 258245 h 955271"/>
              <a:gd name="connsiteX68" fmla="*/ 3738369 w 5741575"/>
              <a:gd name="connsiteY68" fmla="*/ 234506 h 955271"/>
              <a:gd name="connsiteX69" fmla="*/ 3803670 w 5741575"/>
              <a:gd name="connsiteY69" fmla="*/ 236457 h 955271"/>
              <a:gd name="connsiteX70" fmla="*/ 3903080 w 5741575"/>
              <a:gd name="connsiteY70" fmla="*/ 241890 h 955271"/>
              <a:gd name="connsiteX71" fmla="*/ 4114838 w 5741575"/>
              <a:gd name="connsiteY71" fmla="*/ 238165 h 955271"/>
              <a:gd name="connsiteX72" fmla="*/ 4271023 w 5741575"/>
              <a:gd name="connsiteY72" fmla="*/ 241959 h 955271"/>
              <a:gd name="connsiteX73" fmla="*/ 4367397 w 5741575"/>
              <a:gd name="connsiteY73" fmla="*/ 271442 h 955271"/>
              <a:gd name="connsiteX74" fmla="*/ 4495366 w 5741575"/>
              <a:gd name="connsiteY74" fmla="*/ 271618 h 955271"/>
              <a:gd name="connsiteX75" fmla="*/ 4517347 w 5741575"/>
              <a:gd name="connsiteY75" fmla="*/ 275639 h 955271"/>
              <a:gd name="connsiteX76" fmla="*/ 4546116 w 5741575"/>
              <a:gd name="connsiteY76" fmla="*/ 268568 h 955271"/>
              <a:gd name="connsiteX77" fmla="*/ 4661259 w 5741575"/>
              <a:gd name="connsiteY77" fmla="*/ 238966 h 955271"/>
              <a:gd name="connsiteX78" fmla="*/ 4750403 w 5741575"/>
              <a:gd name="connsiteY78" fmla="*/ 204364 h 955271"/>
              <a:gd name="connsiteX79" fmla="*/ 4867614 w 5741575"/>
              <a:gd name="connsiteY79" fmla="*/ 208668 h 955271"/>
              <a:gd name="connsiteX80" fmla="*/ 4937036 w 5741575"/>
              <a:gd name="connsiteY80" fmla="*/ 195446 h 955271"/>
              <a:gd name="connsiteX81" fmla="*/ 5047626 w 5741575"/>
              <a:gd name="connsiteY81" fmla="*/ 149604 h 955271"/>
              <a:gd name="connsiteX82" fmla="*/ 5200247 w 5741575"/>
              <a:gd name="connsiteY82" fmla="*/ 142695 h 955271"/>
              <a:gd name="connsiteX83" fmla="*/ 5235691 w 5741575"/>
              <a:gd name="connsiteY83" fmla="*/ 173330 h 955271"/>
              <a:gd name="connsiteX84" fmla="*/ 5280133 w 5741575"/>
              <a:gd name="connsiteY84" fmla="*/ 189342 h 955271"/>
              <a:gd name="connsiteX85" fmla="*/ 5291963 w 5741575"/>
              <a:gd name="connsiteY85" fmla="*/ 139446 h 955271"/>
              <a:gd name="connsiteX86" fmla="*/ 5418472 w 5741575"/>
              <a:gd name="connsiteY86" fmla="*/ 89163 h 955271"/>
              <a:gd name="connsiteX87" fmla="*/ 5482354 w 5741575"/>
              <a:gd name="connsiteY87" fmla="*/ 69470 h 955271"/>
              <a:gd name="connsiteX88" fmla="*/ 5583280 w 5741575"/>
              <a:gd name="connsiteY88" fmla="*/ 49787 h 955271"/>
              <a:gd name="connsiteX89" fmla="*/ 5613766 w 5741575"/>
              <a:gd name="connsiteY89" fmla="*/ 41855 h 955271"/>
              <a:gd name="connsiteX90" fmla="*/ 5684952 w 5741575"/>
              <a:gd name="connsiteY90" fmla="*/ 26088 h 955271"/>
              <a:gd name="connsiteX91" fmla="*/ 5741575 w 5741575"/>
              <a:gd name="connsiteY91" fmla="*/ 0 h 955271"/>
              <a:gd name="connsiteX0" fmla="*/ 5741575 w 5741575"/>
              <a:gd name="connsiteY0" fmla="*/ 0 h 955271"/>
              <a:gd name="connsiteX1" fmla="*/ 5741575 w 5741575"/>
              <a:gd name="connsiteY1" fmla="*/ 955271 h 955271"/>
              <a:gd name="connsiteX2" fmla="*/ 0 w 5741575"/>
              <a:gd name="connsiteY2" fmla="*/ 955271 h 955271"/>
              <a:gd name="connsiteX3" fmla="*/ 8558 w 5741575"/>
              <a:gd name="connsiteY3" fmla="*/ 953971 h 955271"/>
              <a:gd name="connsiteX4" fmla="*/ 16894 w 5741575"/>
              <a:gd name="connsiteY4" fmla="*/ 953847 h 955271"/>
              <a:gd name="connsiteX5" fmla="*/ 28156 w 5741575"/>
              <a:gd name="connsiteY5" fmla="*/ 951374 h 955271"/>
              <a:gd name="connsiteX6" fmla="*/ 28293 w 5741575"/>
              <a:gd name="connsiteY6" fmla="*/ 950971 h 955271"/>
              <a:gd name="connsiteX7" fmla="*/ 39115 w 5741575"/>
              <a:gd name="connsiteY7" fmla="*/ 949326 h 955271"/>
              <a:gd name="connsiteX8" fmla="*/ 93851 w 5741575"/>
              <a:gd name="connsiteY8" fmla="*/ 945611 h 955271"/>
              <a:gd name="connsiteX9" fmla="*/ 148657 w 5741575"/>
              <a:gd name="connsiteY9" fmla="*/ 898134 h 955271"/>
              <a:gd name="connsiteX10" fmla="*/ 174554 w 5741575"/>
              <a:gd name="connsiteY10" fmla="*/ 886351 h 955271"/>
              <a:gd name="connsiteX11" fmla="*/ 187633 w 5741575"/>
              <a:gd name="connsiteY11" fmla="*/ 878226 h 955271"/>
              <a:gd name="connsiteX12" fmla="*/ 187961 w 5741575"/>
              <a:gd name="connsiteY12" fmla="*/ 876538 h 955271"/>
              <a:gd name="connsiteX13" fmla="*/ 240501 w 5741575"/>
              <a:gd name="connsiteY13" fmla="*/ 873150 h 955271"/>
              <a:gd name="connsiteX14" fmla="*/ 246345 w 5741575"/>
              <a:gd name="connsiteY14" fmla="*/ 869942 h 955271"/>
              <a:gd name="connsiteX15" fmla="*/ 282041 w 5741575"/>
              <a:gd name="connsiteY15" fmla="*/ 871263 h 955271"/>
              <a:gd name="connsiteX16" fmla="*/ 299711 w 5741575"/>
              <a:gd name="connsiteY16" fmla="*/ 870064 h 955271"/>
              <a:gd name="connsiteX17" fmla="*/ 306299 w 5741575"/>
              <a:gd name="connsiteY17" fmla="*/ 873609 h 955271"/>
              <a:gd name="connsiteX18" fmla="*/ 331571 w 5741575"/>
              <a:gd name="connsiteY18" fmla="*/ 869866 h 955271"/>
              <a:gd name="connsiteX19" fmla="*/ 384157 w 5741575"/>
              <a:gd name="connsiteY19" fmla="*/ 867971 h 955271"/>
              <a:gd name="connsiteX20" fmla="*/ 477637 w 5741575"/>
              <a:gd name="connsiteY20" fmla="*/ 870334 h 955271"/>
              <a:gd name="connsiteX21" fmla="*/ 570239 w 5741575"/>
              <a:gd name="connsiteY21" fmla="*/ 829596 h 955271"/>
              <a:gd name="connsiteX22" fmla="*/ 787156 w 5741575"/>
              <a:gd name="connsiteY22" fmla="*/ 838447 h 955271"/>
              <a:gd name="connsiteX23" fmla="*/ 948872 w 5741575"/>
              <a:gd name="connsiteY23" fmla="*/ 772201 h 955271"/>
              <a:gd name="connsiteX24" fmla="*/ 1127089 w 5741575"/>
              <a:gd name="connsiteY24" fmla="*/ 746926 h 955271"/>
              <a:gd name="connsiteX25" fmla="*/ 1220426 w 5741575"/>
              <a:gd name="connsiteY25" fmla="*/ 721810 h 955271"/>
              <a:gd name="connsiteX26" fmla="*/ 1306771 w 5741575"/>
              <a:gd name="connsiteY26" fmla="*/ 717936 h 955271"/>
              <a:gd name="connsiteX27" fmla="*/ 1374314 w 5741575"/>
              <a:gd name="connsiteY27" fmla="*/ 688815 h 955271"/>
              <a:gd name="connsiteX28" fmla="*/ 1378034 w 5741575"/>
              <a:gd name="connsiteY28" fmla="*/ 685842 h 955271"/>
              <a:gd name="connsiteX29" fmla="*/ 1395604 w 5741575"/>
              <a:gd name="connsiteY29" fmla="*/ 680460 h 955271"/>
              <a:gd name="connsiteX30" fmla="*/ 1397206 w 5741575"/>
              <a:gd name="connsiteY30" fmla="*/ 670793 h 955271"/>
              <a:gd name="connsiteX31" fmla="*/ 1421250 w 5741575"/>
              <a:gd name="connsiteY31" fmla="*/ 656855 h 955271"/>
              <a:gd name="connsiteX32" fmla="*/ 1454524 w 5741575"/>
              <a:gd name="connsiteY32" fmla="*/ 649224 h 955271"/>
              <a:gd name="connsiteX33" fmla="*/ 1616217 w 5741575"/>
              <a:gd name="connsiteY33" fmla="*/ 622107 h 955271"/>
              <a:gd name="connsiteX34" fmla="*/ 1710928 w 5741575"/>
              <a:gd name="connsiteY34" fmla="*/ 600666 h 955271"/>
              <a:gd name="connsiteX35" fmla="*/ 1743718 w 5741575"/>
              <a:gd name="connsiteY35" fmla="*/ 584327 h 955271"/>
              <a:gd name="connsiteX36" fmla="*/ 1873778 w 5741575"/>
              <a:gd name="connsiteY36" fmla="*/ 530130 h 955271"/>
              <a:gd name="connsiteX37" fmla="*/ 1988411 w 5741575"/>
              <a:gd name="connsiteY37" fmla="*/ 491599 h 955271"/>
              <a:gd name="connsiteX38" fmla="*/ 2085507 w 5741575"/>
              <a:gd name="connsiteY38" fmla="*/ 498527 h 955271"/>
              <a:gd name="connsiteX39" fmla="*/ 2090767 w 5741575"/>
              <a:gd name="connsiteY39" fmla="*/ 490616 h 955271"/>
              <a:gd name="connsiteX40" fmla="*/ 2151143 w 5741575"/>
              <a:gd name="connsiteY40" fmla="*/ 478332 h 955271"/>
              <a:gd name="connsiteX41" fmla="*/ 2378710 w 5741575"/>
              <a:gd name="connsiteY41" fmla="*/ 477570 h 955271"/>
              <a:gd name="connsiteX42" fmla="*/ 2496256 w 5741575"/>
              <a:gd name="connsiteY42" fmla="*/ 452396 h 955271"/>
              <a:gd name="connsiteX43" fmla="*/ 2535387 w 5741575"/>
              <a:gd name="connsiteY43" fmla="*/ 436645 h 955271"/>
              <a:gd name="connsiteX44" fmla="*/ 2601109 w 5741575"/>
              <a:gd name="connsiteY44" fmla="*/ 410678 h 955271"/>
              <a:gd name="connsiteX45" fmla="*/ 2643855 w 5741575"/>
              <a:gd name="connsiteY45" fmla="*/ 374482 h 955271"/>
              <a:gd name="connsiteX46" fmla="*/ 2657726 w 5741575"/>
              <a:gd name="connsiteY46" fmla="*/ 365841 h 955271"/>
              <a:gd name="connsiteX47" fmla="*/ 2687125 w 5741575"/>
              <a:gd name="connsiteY47" fmla="*/ 366820 h 955271"/>
              <a:gd name="connsiteX48" fmla="*/ 2697479 w 5741575"/>
              <a:gd name="connsiteY48" fmla="*/ 361430 h 955271"/>
              <a:gd name="connsiteX49" fmla="*/ 2701547 w 5741575"/>
              <a:gd name="connsiteY49" fmla="*/ 361545 h 955271"/>
              <a:gd name="connsiteX50" fmla="*/ 2711054 w 5741575"/>
              <a:gd name="connsiteY50" fmla="*/ 360597 h 955271"/>
              <a:gd name="connsiteX51" fmla="*/ 2710438 w 5741575"/>
              <a:gd name="connsiteY51" fmla="*/ 366958 h 955271"/>
              <a:gd name="connsiteX52" fmla="*/ 2722936 w 5741575"/>
              <a:gd name="connsiteY52" fmla="*/ 377633 h 955271"/>
              <a:gd name="connsiteX53" fmla="*/ 2777227 w 5741575"/>
              <a:gd name="connsiteY53" fmla="*/ 368972 h 955271"/>
              <a:gd name="connsiteX54" fmla="*/ 2779510 w 5741575"/>
              <a:gd name="connsiteY54" fmla="*/ 361652 h 955271"/>
              <a:gd name="connsiteX55" fmla="*/ 2786278 w 5741575"/>
              <a:gd name="connsiteY55" fmla="*/ 359869 h 955271"/>
              <a:gd name="connsiteX56" fmla="*/ 2792101 w 5741575"/>
              <a:gd name="connsiteY56" fmla="*/ 365927 h 955271"/>
              <a:gd name="connsiteX57" fmla="*/ 2885545 w 5741575"/>
              <a:gd name="connsiteY57" fmla="*/ 372818 h 955271"/>
              <a:gd name="connsiteX58" fmla="*/ 3009558 w 5741575"/>
              <a:gd name="connsiteY58" fmla="*/ 370573 h 955271"/>
              <a:gd name="connsiteX59" fmla="*/ 3095010 w 5741575"/>
              <a:gd name="connsiteY59" fmla="*/ 332454 h 955271"/>
              <a:gd name="connsiteX60" fmla="*/ 3103742 w 5741575"/>
              <a:gd name="connsiteY60" fmla="*/ 337974 h 955271"/>
              <a:gd name="connsiteX61" fmla="*/ 3165093 w 5741575"/>
              <a:gd name="connsiteY61" fmla="*/ 329459 h 955271"/>
              <a:gd name="connsiteX62" fmla="*/ 3373785 w 5741575"/>
              <a:gd name="connsiteY62" fmla="*/ 255680 h 955271"/>
              <a:gd name="connsiteX63" fmla="*/ 3493851 w 5741575"/>
              <a:gd name="connsiteY63" fmla="*/ 240255 h 955271"/>
              <a:gd name="connsiteX64" fmla="*/ 3537470 w 5741575"/>
              <a:gd name="connsiteY64" fmla="*/ 241867 h 955271"/>
              <a:gd name="connsiteX65" fmla="*/ 3610489 w 5741575"/>
              <a:gd name="connsiteY65" fmla="*/ 244128 h 955271"/>
              <a:gd name="connsiteX66" fmla="*/ 3667539 w 5741575"/>
              <a:gd name="connsiteY66" fmla="*/ 263271 h 955271"/>
              <a:gd name="connsiteX67" fmla="*/ 3727614 w 5741575"/>
              <a:gd name="connsiteY67" fmla="*/ 258245 h 955271"/>
              <a:gd name="connsiteX68" fmla="*/ 3738369 w 5741575"/>
              <a:gd name="connsiteY68" fmla="*/ 234506 h 955271"/>
              <a:gd name="connsiteX69" fmla="*/ 3803670 w 5741575"/>
              <a:gd name="connsiteY69" fmla="*/ 236457 h 955271"/>
              <a:gd name="connsiteX70" fmla="*/ 3903080 w 5741575"/>
              <a:gd name="connsiteY70" fmla="*/ 241890 h 955271"/>
              <a:gd name="connsiteX71" fmla="*/ 4114838 w 5741575"/>
              <a:gd name="connsiteY71" fmla="*/ 238165 h 955271"/>
              <a:gd name="connsiteX72" fmla="*/ 4271023 w 5741575"/>
              <a:gd name="connsiteY72" fmla="*/ 241959 h 955271"/>
              <a:gd name="connsiteX73" fmla="*/ 4367397 w 5741575"/>
              <a:gd name="connsiteY73" fmla="*/ 271442 h 955271"/>
              <a:gd name="connsiteX74" fmla="*/ 4495366 w 5741575"/>
              <a:gd name="connsiteY74" fmla="*/ 271618 h 955271"/>
              <a:gd name="connsiteX75" fmla="*/ 4517347 w 5741575"/>
              <a:gd name="connsiteY75" fmla="*/ 275639 h 955271"/>
              <a:gd name="connsiteX76" fmla="*/ 4546116 w 5741575"/>
              <a:gd name="connsiteY76" fmla="*/ 268568 h 955271"/>
              <a:gd name="connsiteX77" fmla="*/ 4661259 w 5741575"/>
              <a:gd name="connsiteY77" fmla="*/ 238966 h 955271"/>
              <a:gd name="connsiteX78" fmla="*/ 4750403 w 5741575"/>
              <a:gd name="connsiteY78" fmla="*/ 204364 h 955271"/>
              <a:gd name="connsiteX79" fmla="*/ 4867614 w 5741575"/>
              <a:gd name="connsiteY79" fmla="*/ 208668 h 955271"/>
              <a:gd name="connsiteX80" fmla="*/ 4937036 w 5741575"/>
              <a:gd name="connsiteY80" fmla="*/ 195446 h 955271"/>
              <a:gd name="connsiteX81" fmla="*/ 5047626 w 5741575"/>
              <a:gd name="connsiteY81" fmla="*/ 149604 h 955271"/>
              <a:gd name="connsiteX82" fmla="*/ 5200247 w 5741575"/>
              <a:gd name="connsiteY82" fmla="*/ 142695 h 955271"/>
              <a:gd name="connsiteX83" fmla="*/ 5235691 w 5741575"/>
              <a:gd name="connsiteY83" fmla="*/ 173330 h 955271"/>
              <a:gd name="connsiteX84" fmla="*/ 5280133 w 5741575"/>
              <a:gd name="connsiteY84" fmla="*/ 189342 h 955271"/>
              <a:gd name="connsiteX85" fmla="*/ 5291963 w 5741575"/>
              <a:gd name="connsiteY85" fmla="*/ 139446 h 955271"/>
              <a:gd name="connsiteX86" fmla="*/ 5418472 w 5741575"/>
              <a:gd name="connsiteY86" fmla="*/ 89163 h 955271"/>
              <a:gd name="connsiteX87" fmla="*/ 5482354 w 5741575"/>
              <a:gd name="connsiteY87" fmla="*/ 69470 h 955271"/>
              <a:gd name="connsiteX88" fmla="*/ 5583280 w 5741575"/>
              <a:gd name="connsiteY88" fmla="*/ 49787 h 955271"/>
              <a:gd name="connsiteX89" fmla="*/ 5613766 w 5741575"/>
              <a:gd name="connsiteY89" fmla="*/ 41855 h 955271"/>
              <a:gd name="connsiteX90" fmla="*/ 5684952 w 5741575"/>
              <a:gd name="connsiteY90" fmla="*/ 26088 h 955271"/>
              <a:gd name="connsiteX91" fmla="*/ 5741575 w 5741575"/>
              <a:gd name="connsiteY91" fmla="*/ 0 h 955271"/>
              <a:gd name="connsiteX0" fmla="*/ 5741575 w 5741575"/>
              <a:gd name="connsiteY0" fmla="*/ 0 h 955271"/>
              <a:gd name="connsiteX1" fmla="*/ 5741575 w 5741575"/>
              <a:gd name="connsiteY1" fmla="*/ 955271 h 955271"/>
              <a:gd name="connsiteX2" fmla="*/ 0 w 5741575"/>
              <a:gd name="connsiteY2" fmla="*/ 955271 h 955271"/>
              <a:gd name="connsiteX3" fmla="*/ 8558 w 5741575"/>
              <a:gd name="connsiteY3" fmla="*/ 953971 h 955271"/>
              <a:gd name="connsiteX4" fmla="*/ 16894 w 5741575"/>
              <a:gd name="connsiteY4" fmla="*/ 953847 h 955271"/>
              <a:gd name="connsiteX5" fmla="*/ 28156 w 5741575"/>
              <a:gd name="connsiteY5" fmla="*/ 951374 h 955271"/>
              <a:gd name="connsiteX6" fmla="*/ 28293 w 5741575"/>
              <a:gd name="connsiteY6" fmla="*/ 950971 h 955271"/>
              <a:gd name="connsiteX7" fmla="*/ 39115 w 5741575"/>
              <a:gd name="connsiteY7" fmla="*/ 949326 h 955271"/>
              <a:gd name="connsiteX8" fmla="*/ 93851 w 5741575"/>
              <a:gd name="connsiteY8" fmla="*/ 945611 h 955271"/>
              <a:gd name="connsiteX9" fmla="*/ 148657 w 5741575"/>
              <a:gd name="connsiteY9" fmla="*/ 898134 h 955271"/>
              <a:gd name="connsiteX10" fmla="*/ 174554 w 5741575"/>
              <a:gd name="connsiteY10" fmla="*/ 886351 h 955271"/>
              <a:gd name="connsiteX11" fmla="*/ 187633 w 5741575"/>
              <a:gd name="connsiteY11" fmla="*/ 878226 h 955271"/>
              <a:gd name="connsiteX12" fmla="*/ 187961 w 5741575"/>
              <a:gd name="connsiteY12" fmla="*/ 876538 h 955271"/>
              <a:gd name="connsiteX13" fmla="*/ 240501 w 5741575"/>
              <a:gd name="connsiteY13" fmla="*/ 873150 h 955271"/>
              <a:gd name="connsiteX14" fmla="*/ 246345 w 5741575"/>
              <a:gd name="connsiteY14" fmla="*/ 869942 h 955271"/>
              <a:gd name="connsiteX15" fmla="*/ 282041 w 5741575"/>
              <a:gd name="connsiteY15" fmla="*/ 871263 h 955271"/>
              <a:gd name="connsiteX16" fmla="*/ 306299 w 5741575"/>
              <a:gd name="connsiteY16" fmla="*/ 873609 h 955271"/>
              <a:gd name="connsiteX17" fmla="*/ 331571 w 5741575"/>
              <a:gd name="connsiteY17" fmla="*/ 869866 h 955271"/>
              <a:gd name="connsiteX18" fmla="*/ 384157 w 5741575"/>
              <a:gd name="connsiteY18" fmla="*/ 867971 h 955271"/>
              <a:gd name="connsiteX19" fmla="*/ 477637 w 5741575"/>
              <a:gd name="connsiteY19" fmla="*/ 870334 h 955271"/>
              <a:gd name="connsiteX20" fmla="*/ 570239 w 5741575"/>
              <a:gd name="connsiteY20" fmla="*/ 829596 h 955271"/>
              <a:gd name="connsiteX21" fmla="*/ 787156 w 5741575"/>
              <a:gd name="connsiteY21" fmla="*/ 838447 h 955271"/>
              <a:gd name="connsiteX22" fmla="*/ 948872 w 5741575"/>
              <a:gd name="connsiteY22" fmla="*/ 772201 h 955271"/>
              <a:gd name="connsiteX23" fmla="*/ 1127089 w 5741575"/>
              <a:gd name="connsiteY23" fmla="*/ 746926 h 955271"/>
              <a:gd name="connsiteX24" fmla="*/ 1220426 w 5741575"/>
              <a:gd name="connsiteY24" fmla="*/ 721810 h 955271"/>
              <a:gd name="connsiteX25" fmla="*/ 1306771 w 5741575"/>
              <a:gd name="connsiteY25" fmla="*/ 717936 h 955271"/>
              <a:gd name="connsiteX26" fmla="*/ 1374314 w 5741575"/>
              <a:gd name="connsiteY26" fmla="*/ 688815 h 955271"/>
              <a:gd name="connsiteX27" fmla="*/ 1378034 w 5741575"/>
              <a:gd name="connsiteY27" fmla="*/ 685842 h 955271"/>
              <a:gd name="connsiteX28" fmla="*/ 1395604 w 5741575"/>
              <a:gd name="connsiteY28" fmla="*/ 680460 h 955271"/>
              <a:gd name="connsiteX29" fmla="*/ 1397206 w 5741575"/>
              <a:gd name="connsiteY29" fmla="*/ 670793 h 955271"/>
              <a:gd name="connsiteX30" fmla="*/ 1421250 w 5741575"/>
              <a:gd name="connsiteY30" fmla="*/ 656855 h 955271"/>
              <a:gd name="connsiteX31" fmla="*/ 1454524 w 5741575"/>
              <a:gd name="connsiteY31" fmla="*/ 649224 h 955271"/>
              <a:gd name="connsiteX32" fmla="*/ 1616217 w 5741575"/>
              <a:gd name="connsiteY32" fmla="*/ 622107 h 955271"/>
              <a:gd name="connsiteX33" fmla="*/ 1710928 w 5741575"/>
              <a:gd name="connsiteY33" fmla="*/ 600666 h 955271"/>
              <a:gd name="connsiteX34" fmla="*/ 1743718 w 5741575"/>
              <a:gd name="connsiteY34" fmla="*/ 584327 h 955271"/>
              <a:gd name="connsiteX35" fmla="*/ 1873778 w 5741575"/>
              <a:gd name="connsiteY35" fmla="*/ 530130 h 955271"/>
              <a:gd name="connsiteX36" fmla="*/ 1988411 w 5741575"/>
              <a:gd name="connsiteY36" fmla="*/ 491599 h 955271"/>
              <a:gd name="connsiteX37" fmla="*/ 2085507 w 5741575"/>
              <a:gd name="connsiteY37" fmla="*/ 498527 h 955271"/>
              <a:gd name="connsiteX38" fmla="*/ 2090767 w 5741575"/>
              <a:gd name="connsiteY38" fmla="*/ 490616 h 955271"/>
              <a:gd name="connsiteX39" fmla="*/ 2151143 w 5741575"/>
              <a:gd name="connsiteY39" fmla="*/ 478332 h 955271"/>
              <a:gd name="connsiteX40" fmla="*/ 2378710 w 5741575"/>
              <a:gd name="connsiteY40" fmla="*/ 477570 h 955271"/>
              <a:gd name="connsiteX41" fmla="*/ 2496256 w 5741575"/>
              <a:gd name="connsiteY41" fmla="*/ 452396 h 955271"/>
              <a:gd name="connsiteX42" fmla="*/ 2535387 w 5741575"/>
              <a:gd name="connsiteY42" fmla="*/ 436645 h 955271"/>
              <a:gd name="connsiteX43" fmla="*/ 2601109 w 5741575"/>
              <a:gd name="connsiteY43" fmla="*/ 410678 h 955271"/>
              <a:gd name="connsiteX44" fmla="*/ 2643855 w 5741575"/>
              <a:gd name="connsiteY44" fmla="*/ 374482 h 955271"/>
              <a:gd name="connsiteX45" fmla="*/ 2657726 w 5741575"/>
              <a:gd name="connsiteY45" fmla="*/ 365841 h 955271"/>
              <a:gd name="connsiteX46" fmla="*/ 2687125 w 5741575"/>
              <a:gd name="connsiteY46" fmla="*/ 366820 h 955271"/>
              <a:gd name="connsiteX47" fmla="*/ 2697479 w 5741575"/>
              <a:gd name="connsiteY47" fmla="*/ 361430 h 955271"/>
              <a:gd name="connsiteX48" fmla="*/ 2701547 w 5741575"/>
              <a:gd name="connsiteY48" fmla="*/ 361545 h 955271"/>
              <a:gd name="connsiteX49" fmla="*/ 2711054 w 5741575"/>
              <a:gd name="connsiteY49" fmla="*/ 360597 h 955271"/>
              <a:gd name="connsiteX50" fmla="*/ 2710438 w 5741575"/>
              <a:gd name="connsiteY50" fmla="*/ 366958 h 955271"/>
              <a:gd name="connsiteX51" fmla="*/ 2722936 w 5741575"/>
              <a:gd name="connsiteY51" fmla="*/ 377633 h 955271"/>
              <a:gd name="connsiteX52" fmla="*/ 2777227 w 5741575"/>
              <a:gd name="connsiteY52" fmla="*/ 368972 h 955271"/>
              <a:gd name="connsiteX53" fmla="*/ 2779510 w 5741575"/>
              <a:gd name="connsiteY53" fmla="*/ 361652 h 955271"/>
              <a:gd name="connsiteX54" fmla="*/ 2786278 w 5741575"/>
              <a:gd name="connsiteY54" fmla="*/ 359869 h 955271"/>
              <a:gd name="connsiteX55" fmla="*/ 2792101 w 5741575"/>
              <a:gd name="connsiteY55" fmla="*/ 365927 h 955271"/>
              <a:gd name="connsiteX56" fmla="*/ 2885545 w 5741575"/>
              <a:gd name="connsiteY56" fmla="*/ 372818 h 955271"/>
              <a:gd name="connsiteX57" fmla="*/ 3009558 w 5741575"/>
              <a:gd name="connsiteY57" fmla="*/ 370573 h 955271"/>
              <a:gd name="connsiteX58" fmla="*/ 3095010 w 5741575"/>
              <a:gd name="connsiteY58" fmla="*/ 332454 h 955271"/>
              <a:gd name="connsiteX59" fmla="*/ 3103742 w 5741575"/>
              <a:gd name="connsiteY59" fmla="*/ 337974 h 955271"/>
              <a:gd name="connsiteX60" fmla="*/ 3165093 w 5741575"/>
              <a:gd name="connsiteY60" fmla="*/ 329459 h 955271"/>
              <a:gd name="connsiteX61" fmla="*/ 3373785 w 5741575"/>
              <a:gd name="connsiteY61" fmla="*/ 255680 h 955271"/>
              <a:gd name="connsiteX62" fmla="*/ 3493851 w 5741575"/>
              <a:gd name="connsiteY62" fmla="*/ 240255 h 955271"/>
              <a:gd name="connsiteX63" fmla="*/ 3537470 w 5741575"/>
              <a:gd name="connsiteY63" fmla="*/ 241867 h 955271"/>
              <a:gd name="connsiteX64" fmla="*/ 3610489 w 5741575"/>
              <a:gd name="connsiteY64" fmla="*/ 244128 h 955271"/>
              <a:gd name="connsiteX65" fmla="*/ 3667539 w 5741575"/>
              <a:gd name="connsiteY65" fmla="*/ 263271 h 955271"/>
              <a:gd name="connsiteX66" fmla="*/ 3727614 w 5741575"/>
              <a:gd name="connsiteY66" fmla="*/ 258245 h 955271"/>
              <a:gd name="connsiteX67" fmla="*/ 3738369 w 5741575"/>
              <a:gd name="connsiteY67" fmla="*/ 234506 h 955271"/>
              <a:gd name="connsiteX68" fmla="*/ 3803670 w 5741575"/>
              <a:gd name="connsiteY68" fmla="*/ 236457 h 955271"/>
              <a:gd name="connsiteX69" fmla="*/ 3903080 w 5741575"/>
              <a:gd name="connsiteY69" fmla="*/ 241890 h 955271"/>
              <a:gd name="connsiteX70" fmla="*/ 4114838 w 5741575"/>
              <a:gd name="connsiteY70" fmla="*/ 238165 h 955271"/>
              <a:gd name="connsiteX71" fmla="*/ 4271023 w 5741575"/>
              <a:gd name="connsiteY71" fmla="*/ 241959 h 955271"/>
              <a:gd name="connsiteX72" fmla="*/ 4367397 w 5741575"/>
              <a:gd name="connsiteY72" fmla="*/ 271442 h 955271"/>
              <a:gd name="connsiteX73" fmla="*/ 4495366 w 5741575"/>
              <a:gd name="connsiteY73" fmla="*/ 271618 h 955271"/>
              <a:gd name="connsiteX74" fmla="*/ 4517347 w 5741575"/>
              <a:gd name="connsiteY74" fmla="*/ 275639 h 955271"/>
              <a:gd name="connsiteX75" fmla="*/ 4546116 w 5741575"/>
              <a:gd name="connsiteY75" fmla="*/ 268568 h 955271"/>
              <a:gd name="connsiteX76" fmla="*/ 4661259 w 5741575"/>
              <a:gd name="connsiteY76" fmla="*/ 238966 h 955271"/>
              <a:gd name="connsiteX77" fmla="*/ 4750403 w 5741575"/>
              <a:gd name="connsiteY77" fmla="*/ 204364 h 955271"/>
              <a:gd name="connsiteX78" fmla="*/ 4867614 w 5741575"/>
              <a:gd name="connsiteY78" fmla="*/ 208668 h 955271"/>
              <a:gd name="connsiteX79" fmla="*/ 4937036 w 5741575"/>
              <a:gd name="connsiteY79" fmla="*/ 195446 h 955271"/>
              <a:gd name="connsiteX80" fmla="*/ 5047626 w 5741575"/>
              <a:gd name="connsiteY80" fmla="*/ 149604 h 955271"/>
              <a:gd name="connsiteX81" fmla="*/ 5200247 w 5741575"/>
              <a:gd name="connsiteY81" fmla="*/ 142695 h 955271"/>
              <a:gd name="connsiteX82" fmla="*/ 5235691 w 5741575"/>
              <a:gd name="connsiteY82" fmla="*/ 173330 h 955271"/>
              <a:gd name="connsiteX83" fmla="*/ 5280133 w 5741575"/>
              <a:gd name="connsiteY83" fmla="*/ 189342 h 955271"/>
              <a:gd name="connsiteX84" fmla="*/ 5291963 w 5741575"/>
              <a:gd name="connsiteY84" fmla="*/ 139446 h 955271"/>
              <a:gd name="connsiteX85" fmla="*/ 5418472 w 5741575"/>
              <a:gd name="connsiteY85" fmla="*/ 89163 h 955271"/>
              <a:gd name="connsiteX86" fmla="*/ 5482354 w 5741575"/>
              <a:gd name="connsiteY86" fmla="*/ 69470 h 955271"/>
              <a:gd name="connsiteX87" fmla="*/ 5583280 w 5741575"/>
              <a:gd name="connsiteY87" fmla="*/ 49787 h 955271"/>
              <a:gd name="connsiteX88" fmla="*/ 5613766 w 5741575"/>
              <a:gd name="connsiteY88" fmla="*/ 41855 h 955271"/>
              <a:gd name="connsiteX89" fmla="*/ 5684952 w 5741575"/>
              <a:gd name="connsiteY89" fmla="*/ 26088 h 955271"/>
              <a:gd name="connsiteX90" fmla="*/ 5741575 w 5741575"/>
              <a:gd name="connsiteY90" fmla="*/ 0 h 955271"/>
              <a:gd name="connsiteX0" fmla="*/ 5741575 w 5741575"/>
              <a:gd name="connsiteY0" fmla="*/ 0 h 955271"/>
              <a:gd name="connsiteX1" fmla="*/ 5741575 w 5741575"/>
              <a:gd name="connsiteY1" fmla="*/ 955271 h 955271"/>
              <a:gd name="connsiteX2" fmla="*/ 0 w 5741575"/>
              <a:gd name="connsiteY2" fmla="*/ 955271 h 955271"/>
              <a:gd name="connsiteX3" fmla="*/ 8558 w 5741575"/>
              <a:gd name="connsiteY3" fmla="*/ 953971 h 955271"/>
              <a:gd name="connsiteX4" fmla="*/ 16894 w 5741575"/>
              <a:gd name="connsiteY4" fmla="*/ 953847 h 955271"/>
              <a:gd name="connsiteX5" fmla="*/ 28156 w 5741575"/>
              <a:gd name="connsiteY5" fmla="*/ 951374 h 955271"/>
              <a:gd name="connsiteX6" fmla="*/ 28293 w 5741575"/>
              <a:gd name="connsiteY6" fmla="*/ 950971 h 955271"/>
              <a:gd name="connsiteX7" fmla="*/ 39115 w 5741575"/>
              <a:gd name="connsiteY7" fmla="*/ 949326 h 955271"/>
              <a:gd name="connsiteX8" fmla="*/ 93851 w 5741575"/>
              <a:gd name="connsiteY8" fmla="*/ 945611 h 955271"/>
              <a:gd name="connsiteX9" fmla="*/ 148657 w 5741575"/>
              <a:gd name="connsiteY9" fmla="*/ 898134 h 955271"/>
              <a:gd name="connsiteX10" fmla="*/ 174554 w 5741575"/>
              <a:gd name="connsiteY10" fmla="*/ 886351 h 955271"/>
              <a:gd name="connsiteX11" fmla="*/ 187633 w 5741575"/>
              <a:gd name="connsiteY11" fmla="*/ 878226 h 955271"/>
              <a:gd name="connsiteX12" fmla="*/ 187961 w 5741575"/>
              <a:gd name="connsiteY12" fmla="*/ 876538 h 955271"/>
              <a:gd name="connsiteX13" fmla="*/ 240501 w 5741575"/>
              <a:gd name="connsiteY13" fmla="*/ 873150 h 955271"/>
              <a:gd name="connsiteX14" fmla="*/ 246345 w 5741575"/>
              <a:gd name="connsiteY14" fmla="*/ 869942 h 955271"/>
              <a:gd name="connsiteX15" fmla="*/ 306299 w 5741575"/>
              <a:gd name="connsiteY15" fmla="*/ 873609 h 955271"/>
              <a:gd name="connsiteX16" fmla="*/ 331571 w 5741575"/>
              <a:gd name="connsiteY16" fmla="*/ 869866 h 955271"/>
              <a:gd name="connsiteX17" fmla="*/ 384157 w 5741575"/>
              <a:gd name="connsiteY17" fmla="*/ 867971 h 955271"/>
              <a:gd name="connsiteX18" fmla="*/ 477637 w 5741575"/>
              <a:gd name="connsiteY18" fmla="*/ 870334 h 955271"/>
              <a:gd name="connsiteX19" fmla="*/ 570239 w 5741575"/>
              <a:gd name="connsiteY19" fmla="*/ 829596 h 955271"/>
              <a:gd name="connsiteX20" fmla="*/ 787156 w 5741575"/>
              <a:gd name="connsiteY20" fmla="*/ 838447 h 955271"/>
              <a:gd name="connsiteX21" fmla="*/ 948872 w 5741575"/>
              <a:gd name="connsiteY21" fmla="*/ 772201 h 955271"/>
              <a:gd name="connsiteX22" fmla="*/ 1127089 w 5741575"/>
              <a:gd name="connsiteY22" fmla="*/ 746926 h 955271"/>
              <a:gd name="connsiteX23" fmla="*/ 1220426 w 5741575"/>
              <a:gd name="connsiteY23" fmla="*/ 721810 h 955271"/>
              <a:gd name="connsiteX24" fmla="*/ 1306771 w 5741575"/>
              <a:gd name="connsiteY24" fmla="*/ 717936 h 955271"/>
              <a:gd name="connsiteX25" fmla="*/ 1374314 w 5741575"/>
              <a:gd name="connsiteY25" fmla="*/ 688815 h 955271"/>
              <a:gd name="connsiteX26" fmla="*/ 1378034 w 5741575"/>
              <a:gd name="connsiteY26" fmla="*/ 685842 h 955271"/>
              <a:gd name="connsiteX27" fmla="*/ 1395604 w 5741575"/>
              <a:gd name="connsiteY27" fmla="*/ 680460 h 955271"/>
              <a:gd name="connsiteX28" fmla="*/ 1397206 w 5741575"/>
              <a:gd name="connsiteY28" fmla="*/ 670793 h 955271"/>
              <a:gd name="connsiteX29" fmla="*/ 1421250 w 5741575"/>
              <a:gd name="connsiteY29" fmla="*/ 656855 h 955271"/>
              <a:gd name="connsiteX30" fmla="*/ 1454524 w 5741575"/>
              <a:gd name="connsiteY30" fmla="*/ 649224 h 955271"/>
              <a:gd name="connsiteX31" fmla="*/ 1616217 w 5741575"/>
              <a:gd name="connsiteY31" fmla="*/ 622107 h 955271"/>
              <a:gd name="connsiteX32" fmla="*/ 1710928 w 5741575"/>
              <a:gd name="connsiteY32" fmla="*/ 600666 h 955271"/>
              <a:gd name="connsiteX33" fmla="*/ 1743718 w 5741575"/>
              <a:gd name="connsiteY33" fmla="*/ 584327 h 955271"/>
              <a:gd name="connsiteX34" fmla="*/ 1873778 w 5741575"/>
              <a:gd name="connsiteY34" fmla="*/ 530130 h 955271"/>
              <a:gd name="connsiteX35" fmla="*/ 1988411 w 5741575"/>
              <a:gd name="connsiteY35" fmla="*/ 491599 h 955271"/>
              <a:gd name="connsiteX36" fmla="*/ 2085507 w 5741575"/>
              <a:gd name="connsiteY36" fmla="*/ 498527 h 955271"/>
              <a:gd name="connsiteX37" fmla="*/ 2090767 w 5741575"/>
              <a:gd name="connsiteY37" fmla="*/ 490616 h 955271"/>
              <a:gd name="connsiteX38" fmla="*/ 2151143 w 5741575"/>
              <a:gd name="connsiteY38" fmla="*/ 478332 h 955271"/>
              <a:gd name="connsiteX39" fmla="*/ 2378710 w 5741575"/>
              <a:gd name="connsiteY39" fmla="*/ 477570 h 955271"/>
              <a:gd name="connsiteX40" fmla="*/ 2496256 w 5741575"/>
              <a:gd name="connsiteY40" fmla="*/ 452396 h 955271"/>
              <a:gd name="connsiteX41" fmla="*/ 2535387 w 5741575"/>
              <a:gd name="connsiteY41" fmla="*/ 436645 h 955271"/>
              <a:gd name="connsiteX42" fmla="*/ 2601109 w 5741575"/>
              <a:gd name="connsiteY42" fmla="*/ 410678 h 955271"/>
              <a:gd name="connsiteX43" fmla="*/ 2643855 w 5741575"/>
              <a:gd name="connsiteY43" fmla="*/ 374482 h 955271"/>
              <a:gd name="connsiteX44" fmla="*/ 2657726 w 5741575"/>
              <a:gd name="connsiteY44" fmla="*/ 365841 h 955271"/>
              <a:gd name="connsiteX45" fmla="*/ 2687125 w 5741575"/>
              <a:gd name="connsiteY45" fmla="*/ 366820 h 955271"/>
              <a:gd name="connsiteX46" fmla="*/ 2697479 w 5741575"/>
              <a:gd name="connsiteY46" fmla="*/ 361430 h 955271"/>
              <a:gd name="connsiteX47" fmla="*/ 2701547 w 5741575"/>
              <a:gd name="connsiteY47" fmla="*/ 361545 h 955271"/>
              <a:gd name="connsiteX48" fmla="*/ 2711054 w 5741575"/>
              <a:gd name="connsiteY48" fmla="*/ 360597 h 955271"/>
              <a:gd name="connsiteX49" fmla="*/ 2710438 w 5741575"/>
              <a:gd name="connsiteY49" fmla="*/ 366958 h 955271"/>
              <a:gd name="connsiteX50" fmla="*/ 2722936 w 5741575"/>
              <a:gd name="connsiteY50" fmla="*/ 377633 h 955271"/>
              <a:gd name="connsiteX51" fmla="*/ 2777227 w 5741575"/>
              <a:gd name="connsiteY51" fmla="*/ 368972 h 955271"/>
              <a:gd name="connsiteX52" fmla="*/ 2779510 w 5741575"/>
              <a:gd name="connsiteY52" fmla="*/ 361652 h 955271"/>
              <a:gd name="connsiteX53" fmla="*/ 2786278 w 5741575"/>
              <a:gd name="connsiteY53" fmla="*/ 359869 h 955271"/>
              <a:gd name="connsiteX54" fmla="*/ 2792101 w 5741575"/>
              <a:gd name="connsiteY54" fmla="*/ 365927 h 955271"/>
              <a:gd name="connsiteX55" fmla="*/ 2885545 w 5741575"/>
              <a:gd name="connsiteY55" fmla="*/ 372818 h 955271"/>
              <a:gd name="connsiteX56" fmla="*/ 3009558 w 5741575"/>
              <a:gd name="connsiteY56" fmla="*/ 370573 h 955271"/>
              <a:gd name="connsiteX57" fmla="*/ 3095010 w 5741575"/>
              <a:gd name="connsiteY57" fmla="*/ 332454 h 955271"/>
              <a:gd name="connsiteX58" fmla="*/ 3103742 w 5741575"/>
              <a:gd name="connsiteY58" fmla="*/ 337974 h 955271"/>
              <a:gd name="connsiteX59" fmla="*/ 3165093 w 5741575"/>
              <a:gd name="connsiteY59" fmla="*/ 329459 h 955271"/>
              <a:gd name="connsiteX60" fmla="*/ 3373785 w 5741575"/>
              <a:gd name="connsiteY60" fmla="*/ 255680 h 955271"/>
              <a:gd name="connsiteX61" fmla="*/ 3493851 w 5741575"/>
              <a:gd name="connsiteY61" fmla="*/ 240255 h 955271"/>
              <a:gd name="connsiteX62" fmla="*/ 3537470 w 5741575"/>
              <a:gd name="connsiteY62" fmla="*/ 241867 h 955271"/>
              <a:gd name="connsiteX63" fmla="*/ 3610489 w 5741575"/>
              <a:gd name="connsiteY63" fmla="*/ 244128 h 955271"/>
              <a:gd name="connsiteX64" fmla="*/ 3667539 w 5741575"/>
              <a:gd name="connsiteY64" fmla="*/ 263271 h 955271"/>
              <a:gd name="connsiteX65" fmla="*/ 3727614 w 5741575"/>
              <a:gd name="connsiteY65" fmla="*/ 258245 h 955271"/>
              <a:gd name="connsiteX66" fmla="*/ 3738369 w 5741575"/>
              <a:gd name="connsiteY66" fmla="*/ 234506 h 955271"/>
              <a:gd name="connsiteX67" fmla="*/ 3803670 w 5741575"/>
              <a:gd name="connsiteY67" fmla="*/ 236457 h 955271"/>
              <a:gd name="connsiteX68" fmla="*/ 3903080 w 5741575"/>
              <a:gd name="connsiteY68" fmla="*/ 241890 h 955271"/>
              <a:gd name="connsiteX69" fmla="*/ 4114838 w 5741575"/>
              <a:gd name="connsiteY69" fmla="*/ 238165 h 955271"/>
              <a:gd name="connsiteX70" fmla="*/ 4271023 w 5741575"/>
              <a:gd name="connsiteY70" fmla="*/ 241959 h 955271"/>
              <a:gd name="connsiteX71" fmla="*/ 4367397 w 5741575"/>
              <a:gd name="connsiteY71" fmla="*/ 271442 h 955271"/>
              <a:gd name="connsiteX72" fmla="*/ 4495366 w 5741575"/>
              <a:gd name="connsiteY72" fmla="*/ 271618 h 955271"/>
              <a:gd name="connsiteX73" fmla="*/ 4517347 w 5741575"/>
              <a:gd name="connsiteY73" fmla="*/ 275639 h 955271"/>
              <a:gd name="connsiteX74" fmla="*/ 4546116 w 5741575"/>
              <a:gd name="connsiteY74" fmla="*/ 268568 h 955271"/>
              <a:gd name="connsiteX75" fmla="*/ 4661259 w 5741575"/>
              <a:gd name="connsiteY75" fmla="*/ 238966 h 955271"/>
              <a:gd name="connsiteX76" fmla="*/ 4750403 w 5741575"/>
              <a:gd name="connsiteY76" fmla="*/ 204364 h 955271"/>
              <a:gd name="connsiteX77" fmla="*/ 4867614 w 5741575"/>
              <a:gd name="connsiteY77" fmla="*/ 208668 h 955271"/>
              <a:gd name="connsiteX78" fmla="*/ 4937036 w 5741575"/>
              <a:gd name="connsiteY78" fmla="*/ 195446 h 955271"/>
              <a:gd name="connsiteX79" fmla="*/ 5047626 w 5741575"/>
              <a:gd name="connsiteY79" fmla="*/ 149604 h 955271"/>
              <a:gd name="connsiteX80" fmla="*/ 5200247 w 5741575"/>
              <a:gd name="connsiteY80" fmla="*/ 142695 h 955271"/>
              <a:gd name="connsiteX81" fmla="*/ 5235691 w 5741575"/>
              <a:gd name="connsiteY81" fmla="*/ 173330 h 955271"/>
              <a:gd name="connsiteX82" fmla="*/ 5280133 w 5741575"/>
              <a:gd name="connsiteY82" fmla="*/ 189342 h 955271"/>
              <a:gd name="connsiteX83" fmla="*/ 5291963 w 5741575"/>
              <a:gd name="connsiteY83" fmla="*/ 139446 h 955271"/>
              <a:gd name="connsiteX84" fmla="*/ 5418472 w 5741575"/>
              <a:gd name="connsiteY84" fmla="*/ 89163 h 955271"/>
              <a:gd name="connsiteX85" fmla="*/ 5482354 w 5741575"/>
              <a:gd name="connsiteY85" fmla="*/ 69470 h 955271"/>
              <a:gd name="connsiteX86" fmla="*/ 5583280 w 5741575"/>
              <a:gd name="connsiteY86" fmla="*/ 49787 h 955271"/>
              <a:gd name="connsiteX87" fmla="*/ 5613766 w 5741575"/>
              <a:gd name="connsiteY87" fmla="*/ 41855 h 955271"/>
              <a:gd name="connsiteX88" fmla="*/ 5684952 w 5741575"/>
              <a:gd name="connsiteY88" fmla="*/ 26088 h 955271"/>
              <a:gd name="connsiteX89" fmla="*/ 5741575 w 5741575"/>
              <a:gd name="connsiteY89" fmla="*/ 0 h 955271"/>
              <a:gd name="connsiteX0" fmla="*/ 5741575 w 5741575"/>
              <a:gd name="connsiteY0" fmla="*/ 0 h 955271"/>
              <a:gd name="connsiteX1" fmla="*/ 5741575 w 5741575"/>
              <a:gd name="connsiteY1" fmla="*/ 955271 h 955271"/>
              <a:gd name="connsiteX2" fmla="*/ 0 w 5741575"/>
              <a:gd name="connsiteY2" fmla="*/ 955271 h 955271"/>
              <a:gd name="connsiteX3" fmla="*/ 8558 w 5741575"/>
              <a:gd name="connsiteY3" fmla="*/ 953971 h 955271"/>
              <a:gd name="connsiteX4" fmla="*/ 16894 w 5741575"/>
              <a:gd name="connsiteY4" fmla="*/ 953847 h 955271"/>
              <a:gd name="connsiteX5" fmla="*/ 28156 w 5741575"/>
              <a:gd name="connsiteY5" fmla="*/ 951374 h 955271"/>
              <a:gd name="connsiteX6" fmla="*/ 28293 w 5741575"/>
              <a:gd name="connsiteY6" fmla="*/ 950971 h 955271"/>
              <a:gd name="connsiteX7" fmla="*/ 39115 w 5741575"/>
              <a:gd name="connsiteY7" fmla="*/ 949326 h 955271"/>
              <a:gd name="connsiteX8" fmla="*/ 93851 w 5741575"/>
              <a:gd name="connsiteY8" fmla="*/ 922923 h 955271"/>
              <a:gd name="connsiteX9" fmla="*/ 148657 w 5741575"/>
              <a:gd name="connsiteY9" fmla="*/ 898134 h 955271"/>
              <a:gd name="connsiteX10" fmla="*/ 174554 w 5741575"/>
              <a:gd name="connsiteY10" fmla="*/ 886351 h 955271"/>
              <a:gd name="connsiteX11" fmla="*/ 187633 w 5741575"/>
              <a:gd name="connsiteY11" fmla="*/ 878226 h 955271"/>
              <a:gd name="connsiteX12" fmla="*/ 187961 w 5741575"/>
              <a:gd name="connsiteY12" fmla="*/ 876538 h 955271"/>
              <a:gd name="connsiteX13" fmla="*/ 240501 w 5741575"/>
              <a:gd name="connsiteY13" fmla="*/ 873150 h 955271"/>
              <a:gd name="connsiteX14" fmla="*/ 246345 w 5741575"/>
              <a:gd name="connsiteY14" fmla="*/ 869942 h 955271"/>
              <a:gd name="connsiteX15" fmla="*/ 306299 w 5741575"/>
              <a:gd name="connsiteY15" fmla="*/ 873609 h 955271"/>
              <a:gd name="connsiteX16" fmla="*/ 331571 w 5741575"/>
              <a:gd name="connsiteY16" fmla="*/ 869866 h 955271"/>
              <a:gd name="connsiteX17" fmla="*/ 384157 w 5741575"/>
              <a:gd name="connsiteY17" fmla="*/ 867971 h 955271"/>
              <a:gd name="connsiteX18" fmla="*/ 477637 w 5741575"/>
              <a:gd name="connsiteY18" fmla="*/ 870334 h 955271"/>
              <a:gd name="connsiteX19" fmla="*/ 570239 w 5741575"/>
              <a:gd name="connsiteY19" fmla="*/ 829596 h 955271"/>
              <a:gd name="connsiteX20" fmla="*/ 787156 w 5741575"/>
              <a:gd name="connsiteY20" fmla="*/ 838447 h 955271"/>
              <a:gd name="connsiteX21" fmla="*/ 948872 w 5741575"/>
              <a:gd name="connsiteY21" fmla="*/ 772201 h 955271"/>
              <a:gd name="connsiteX22" fmla="*/ 1127089 w 5741575"/>
              <a:gd name="connsiteY22" fmla="*/ 746926 h 955271"/>
              <a:gd name="connsiteX23" fmla="*/ 1220426 w 5741575"/>
              <a:gd name="connsiteY23" fmla="*/ 721810 h 955271"/>
              <a:gd name="connsiteX24" fmla="*/ 1306771 w 5741575"/>
              <a:gd name="connsiteY24" fmla="*/ 717936 h 955271"/>
              <a:gd name="connsiteX25" fmla="*/ 1374314 w 5741575"/>
              <a:gd name="connsiteY25" fmla="*/ 688815 h 955271"/>
              <a:gd name="connsiteX26" fmla="*/ 1378034 w 5741575"/>
              <a:gd name="connsiteY26" fmla="*/ 685842 h 955271"/>
              <a:gd name="connsiteX27" fmla="*/ 1395604 w 5741575"/>
              <a:gd name="connsiteY27" fmla="*/ 680460 h 955271"/>
              <a:gd name="connsiteX28" fmla="*/ 1397206 w 5741575"/>
              <a:gd name="connsiteY28" fmla="*/ 670793 h 955271"/>
              <a:gd name="connsiteX29" fmla="*/ 1421250 w 5741575"/>
              <a:gd name="connsiteY29" fmla="*/ 656855 h 955271"/>
              <a:gd name="connsiteX30" fmla="*/ 1454524 w 5741575"/>
              <a:gd name="connsiteY30" fmla="*/ 649224 h 955271"/>
              <a:gd name="connsiteX31" fmla="*/ 1616217 w 5741575"/>
              <a:gd name="connsiteY31" fmla="*/ 622107 h 955271"/>
              <a:gd name="connsiteX32" fmla="*/ 1710928 w 5741575"/>
              <a:gd name="connsiteY32" fmla="*/ 600666 h 955271"/>
              <a:gd name="connsiteX33" fmla="*/ 1743718 w 5741575"/>
              <a:gd name="connsiteY33" fmla="*/ 584327 h 955271"/>
              <a:gd name="connsiteX34" fmla="*/ 1873778 w 5741575"/>
              <a:gd name="connsiteY34" fmla="*/ 530130 h 955271"/>
              <a:gd name="connsiteX35" fmla="*/ 1988411 w 5741575"/>
              <a:gd name="connsiteY35" fmla="*/ 491599 h 955271"/>
              <a:gd name="connsiteX36" fmla="*/ 2085507 w 5741575"/>
              <a:gd name="connsiteY36" fmla="*/ 498527 h 955271"/>
              <a:gd name="connsiteX37" fmla="*/ 2090767 w 5741575"/>
              <a:gd name="connsiteY37" fmla="*/ 490616 h 955271"/>
              <a:gd name="connsiteX38" fmla="*/ 2151143 w 5741575"/>
              <a:gd name="connsiteY38" fmla="*/ 478332 h 955271"/>
              <a:gd name="connsiteX39" fmla="*/ 2378710 w 5741575"/>
              <a:gd name="connsiteY39" fmla="*/ 477570 h 955271"/>
              <a:gd name="connsiteX40" fmla="*/ 2496256 w 5741575"/>
              <a:gd name="connsiteY40" fmla="*/ 452396 h 955271"/>
              <a:gd name="connsiteX41" fmla="*/ 2535387 w 5741575"/>
              <a:gd name="connsiteY41" fmla="*/ 436645 h 955271"/>
              <a:gd name="connsiteX42" fmla="*/ 2601109 w 5741575"/>
              <a:gd name="connsiteY42" fmla="*/ 410678 h 955271"/>
              <a:gd name="connsiteX43" fmla="*/ 2643855 w 5741575"/>
              <a:gd name="connsiteY43" fmla="*/ 374482 h 955271"/>
              <a:gd name="connsiteX44" fmla="*/ 2657726 w 5741575"/>
              <a:gd name="connsiteY44" fmla="*/ 365841 h 955271"/>
              <a:gd name="connsiteX45" fmla="*/ 2687125 w 5741575"/>
              <a:gd name="connsiteY45" fmla="*/ 366820 h 955271"/>
              <a:gd name="connsiteX46" fmla="*/ 2697479 w 5741575"/>
              <a:gd name="connsiteY46" fmla="*/ 361430 h 955271"/>
              <a:gd name="connsiteX47" fmla="*/ 2701547 w 5741575"/>
              <a:gd name="connsiteY47" fmla="*/ 361545 h 955271"/>
              <a:gd name="connsiteX48" fmla="*/ 2711054 w 5741575"/>
              <a:gd name="connsiteY48" fmla="*/ 360597 h 955271"/>
              <a:gd name="connsiteX49" fmla="*/ 2710438 w 5741575"/>
              <a:gd name="connsiteY49" fmla="*/ 366958 h 955271"/>
              <a:gd name="connsiteX50" fmla="*/ 2722936 w 5741575"/>
              <a:gd name="connsiteY50" fmla="*/ 377633 h 955271"/>
              <a:gd name="connsiteX51" fmla="*/ 2777227 w 5741575"/>
              <a:gd name="connsiteY51" fmla="*/ 368972 h 955271"/>
              <a:gd name="connsiteX52" fmla="*/ 2779510 w 5741575"/>
              <a:gd name="connsiteY52" fmla="*/ 361652 h 955271"/>
              <a:gd name="connsiteX53" fmla="*/ 2786278 w 5741575"/>
              <a:gd name="connsiteY53" fmla="*/ 359869 h 955271"/>
              <a:gd name="connsiteX54" fmla="*/ 2792101 w 5741575"/>
              <a:gd name="connsiteY54" fmla="*/ 365927 h 955271"/>
              <a:gd name="connsiteX55" fmla="*/ 2885545 w 5741575"/>
              <a:gd name="connsiteY55" fmla="*/ 372818 h 955271"/>
              <a:gd name="connsiteX56" fmla="*/ 3009558 w 5741575"/>
              <a:gd name="connsiteY56" fmla="*/ 370573 h 955271"/>
              <a:gd name="connsiteX57" fmla="*/ 3095010 w 5741575"/>
              <a:gd name="connsiteY57" fmla="*/ 332454 h 955271"/>
              <a:gd name="connsiteX58" fmla="*/ 3103742 w 5741575"/>
              <a:gd name="connsiteY58" fmla="*/ 337974 h 955271"/>
              <a:gd name="connsiteX59" fmla="*/ 3165093 w 5741575"/>
              <a:gd name="connsiteY59" fmla="*/ 329459 h 955271"/>
              <a:gd name="connsiteX60" fmla="*/ 3373785 w 5741575"/>
              <a:gd name="connsiteY60" fmla="*/ 255680 h 955271"/>
              <a:gd name="connsiteX61" fmla="*/ 3493851 w 5741575"/>
              <a:gd name="connsiteY61" fmla="*/ 240255 h 955271"/>
              <a:gd name="connsiteX62" fmla="*/ 3537470 w 5741575"/>
              <a:gd name="connsiteY62" fmla="*/ 241867 h 955271"/>
              <a:gd name="connsiteX63" fmla="*/ 3610489 w 5741575"/>
              <a:gd name="connsiteY63" fmla="*/ 244128 h 955271"/>
              <a:gd name="connsiteX64" fmla="*/ 3667539 w 5741575"/>
              <a:gd name="connsiteY64" fmla="*/ 263271 h 955271"/>
              <a:gd name="connsiteX65" fmla="*/ 3727614 w 5741575"/>
              <a:gd name="connsiteY65" fmla="*/ 258245 h 955271"/>
              <a:gd name="connsiteX66" fmla="*/ 3738369 w 5741575"/>
              <a:gd name="connsiteY66" fmla="*/ 234506 h 955271"/>
              <a:gd name="connsiteX67" fmla="*/ 3803670 w 5741575"/>
              <a:gd name="connsiteY67" fmla="*/ 236457 h 955271"/>
              <a:gd name="connsiteX68" fmla="*/ 3903080 w 5741575"/>
              <a:gd name="connsiteY68" fmla="*/ 241890 h 955271"/>
              <a:gd name="connsiteX69" fmla="*/ 4114838 w 5741575"/>
              <a:gd name="connsiteY69" fmla="*/ 238165 h 955271"/>
              <a:gd name="connsiteX70" fmla="*/ 4271023 w 5741575"/>
              <a:gd name="connsiteY70" fmla="*/ 241959 h 955271"/>
              <a:gd name="connsiteX71" fmla="*/ 4367397 w 5741575"/>
              <a:gd name="connsiteY71" fmla="*/ 271442 h 955271"/>
              <a:gd name="connsiteX72" fmla="*/ 4495366 w 5741575"/>
              <a:gd name="connsiteY72" fmla="*/ 271618 h 955271"/>
              <a:gd name="connsiteX73" fmla="*/ 4517347 w 5741575"/>
              <a:gd name="connsiteY73" fmla="*/ 275639 h 955271"/>
              <a:gd name="connsiteX74" fmla="*/ 4546116 w 5741575"/>
              <a:gd name="connsiteY74" fmla="*/ 268568 h 955271"/>
              <a:gd name="connsiteX75" fmla="*/ 4661259 w 5741575"/>
              <a:gd name="connsiteY75" fmla="*/ 238966 h 955271"/>
              <a:gd name="connsiteX76" fmla="*/ 4750403 w 5741575"/>
              <a:gd name="connsiteY76" fmla="*/ 204364 h 955271"/>
              <a:gd name="connsiteX77" fmla="*/ 4867614 w 5741575"/>
              <a:gd name="connsiteY77" fmla="*/ 208668 h 955271"/>
              <a:gd name="connsiteX78" fmla="*/ 4937036 w 5741575"/>
              <a:gd name="connsiteY78" fmla="*/ 195446 h 955271"/>
              <a:gd name="connsiteX79" fmla="*/ 5047626 w 5741575"/>
              <a:gd name="connsiteY79" fmla="*/ 149604 h 955271"/>
              <a:gd name="connsiteX80" fmla="*/ 5200247 w 5741575"/>
              <a:gd name="connsiteY80" fmla="*/ 142695 h 955271"/>
              <a:gd name="connsiteX81" fmla="*/ 5235691 w 5741575"/>
              <a:gd name="connsiteY81" fmla="*/ 173330 h 955271"/>
              <a:gd name="connsiteX82" fmla="*/ 5280133 w 5741575"/>
              <a:gd name="connsiteY82" fmla="*/ 189342 h 955271"/>
              <a:gd name="connsiteX83" fmla="*/ 5291963 w 5741575"/>
              <a:gd name="connsiteY83" fmla="*/ 139446 h 955271"/>
              <a:gd name="connsiteX84" fmla="*/ 5418472 w 5741575"/>
              <a:gd name="connsiteY84" fmla="*/ 89163 h 955271"/>
              <a:gd name="connsiteX85" fmla="*/ 5482354 w 5741575"/>
              <a:gd name="connsiteY85" fmla="*/ 69470 h 955271"/>
              <a:gd name="connsiteX86" fmla="*/ 5583280 w 5741575"/>
              <a:gd name="connsiteY86" fmla="*/ 49787 h 955271"/>
              <a:gd name="connsiteX87" fmla="*/ 5613766 w 5741575"/>
              <a:gd name="connsiteY87" fmla="*/ 41855 h 955271"/>
              <a:gd name="connsiteX88" fmla="*/ 5684952 w 5741575"/>
              <a:gd name="connsiteY88" fmla="*/ 26088 h 955271"/>
              <a:gd name="connsiteX89" fmla="*/ 5741575 w 5741575"/>
              <a:gd name="connsiteY89" fmla="*/ 0 h 955271"/>
              <a:gd name="connsiteX0" fmla="*/ 5741575 w 5741575"/>
              <a:gd name="connsiteY0" fmla="*/ 0 h 955271"/>
              <a:gd name="connsiteX1" fmla="*/ 5741575 w 5741575"/>
              <a:gd name="connsiteY1" fmla="*/ 955271 h 955271"/>
              <a:gd name="connsiteX2" fmla="*/ 0 w 5741575"/>
              <a:gd name="connsiteY2" fmla="*/ 955271 h 955271"/>
              <a:gd name="connsiteX3" fmla="*/ 8558 w 5741575"/>
              <a:gd name="connsiteY3" fmla="*/ 953971 h 955271"/>
              <a:gd name="connsiteX4" fmla="*/ 16894 w 5741575"/>
              <a:gd name="connsiteY4" fmla="*/ 953847 h 955271"/>
              <a:gd name="connsiteX5" fmla="*/ 28156 w 5741575"/>
              <a:gd name="connsiteY5" fmla="*/ 951374 h 955271"/>
              <a:gd name="connsiteX6" fmla="*/ 28293 w 5741575"/>
              <a:gd name="connsiteY6" fmla="*/ 950971 h 955271"/>
              <a:gd name="connsiteX7" fmla="*/ 39115 w 5741575"/>
              <a:gd name="connsiteY7" fmla="*/ 949326 h 955271"/>
              <a:gd name="connsiteX8" fmla="*/ 148657 w 5741575"/>
              <a:gd name="connsiteY8" fmla="*/ 898134 h 955271"/>
              <a:gd name="connsiteX9" fmla="*/ 174554 w 5741575"/>
              <a:gd name="connsiteY9" fmla="*/ 886351 h 955271"/>
              <a:gd name="connsiteX10" fmla="*/ 187633 w 5741575"/>
              <a:gd name="connsiteY10" fmla="*/ 878226 h 955271"/>
              <a:gd name="connsiteX11" fmla="*/ 187961 w 5741575"/>
              <a:gd name="connsiteY11" fmla="*/ 876538 h 955271"/>
              <a:gd name="connsiteX12" fmla="*/ 240501 w 5741575"/>
              <a:gd name="connsiteY12" fmla="*/ 873150 h 955271"/>
              <a:gd name="connsiteX13" fmla="*/ 246345 w 5741575"/>
              <a:gd name="connsiteY13" fmla="*/ 869942 h 955271"/>
              <a:gd name="connsiteX14" fmla="*/ 306299 w 5741575"/>
              <a:gd name="connsiteY14" fmla="*/ 873609 h 955271"/>
              <a:gd name="connsiteX15" fmla="*/ 331571 w 5741575"/>
              <a:gd name="connsiteY15" fmla="*/ 869866 h 955271"/>
              <a:gd name="connsiteX16" fmla="*/ 384157 w 5741575"/>
              <a:gd name="connsiteY16" fmla="*/ 867971 h 955271"/>
              <a:gd name="connsiteX17" fmla="*/ 477637 w 5741575"/>
              <a:gd name="connsiteY17" fmla="*/ 870334 h 955271"/>
              <a:gd name="connsiteX18" fmla="*/ 570239 w 5741575"/>
              <a:gd name="connsiteY18" fmla="*/ 829596 h 955271"/>
              <a:gd name="connsiteX19" fmla="*/ 787156 w 5741575"/>
              <a:gd name="connsiteY19" fmla="*/ 838447 h 955271"/>
              <a:gd name="connsiteX20" fmla="*/ 948872 w 5741575"/>
              <a:gd name="connsiteY20" fmla="*/ 772201 h 955271"/>
              <a:gd name="connsiteX21" fmla="*/ 1127089 w 5741575"/>
              <a:gd name="connsiteY21" fmla="*/ 746926 h 955271"/>
              <a:gd name="connsiteX22" fmla="*/ 1220426 w 5741575"/>
              <a:gd name="connsiteY22" fmla="*/ 721810 h 955271"/>
              <a:gd name="connsiteX23" fmla="*/ 1306771 w 5741575"/>
              <a:gd name="connsiteY23" fmla="*/ 717936 h 955271"/>
              <a:gd name="connsiteX24" fmla="*/ 1374314 w 5741575"/>
              <a:gd name="connsiteY24" fmla="*/ 688815 h 955271"/>
              <a:gd name="connsiteX25" fmla="*/ 1378034 w 5741575"/>
              <a:gd name="connsiteY25" fmla="*/ 685842 h 955271"/>
              <a:gd name="connsiteX26" fmla="*/ 1395604 w 5741575"/>
              <a:gd name="connsiteY26" fmla="*/ 680460 h 955271"/>
              <a:gd name="connsiteX27" fmla="*/ 1397206 w 5741575"/>
              <a:gd name="connsiteY27" fmla="*/ 670793 h 955271"/>
              <a:gd name="connsiteX28" fmla="*/ 1421250 w 5741575"/>
              <a:gd name="connsiteY28" fmla="*/ 656855 h 955271"/>
              <a:gd name="connsiteX29" fmla="*/ 1454524 w 5741575"/>
              <a:gd name="connsiteY29" fmla="*/ 649224 h 955271"/>
              <a:gd name="connsiteX30" fmla="*/ 1616217 w 5741575"/>
              <a:gd name="connsiteY30" fmla="*/ 622107 h 955271"/>
              <a:gd name="connsiteX31" fmla="*/ 1710928 w 5741575"/>
              <a:gd name="connsiteY31" fmla="*/ 600666 h 955271"/>
              <a:gd name="connsiteX32" fmla="*/ 1743718 w 5741575"/>
              <a:gd name="connsiteY32" fmla="*/ 584327 h 955271"/>
              <a:gd name="connsiteX33" fmla="*/ 1873778 w 5741575"/>
              <a:gd name="connsiteY33" fmla="*/ 530130 h 955271"/>
              <a:gd name="connsiteX34" fmla="*/ 1988411 w 5741575"/>
              <a:gd name="connsiteY34" fmla="*/ 491599 h 955271"/>
              <a:gd name="connsiteX35" fmla="*/ 2085507 w 5741575"/>
              <a:gd name="connsiteY35" fmla="*/ 498527 h 955271"/>
              <a:gd name="connsiteX36" fmla="*/ 2090767 w 5741575"/>
              <a:gd name="connsiteY36" fmla="*/ 490616 h 955271"/>
              <a:gd name="connsiteX37" fmla="*/ 2151143 w 5741575"/>
              <a:gd name="connsiteY37" fmla="*/ 478332 h 955271"/>
              <a:gd name="connsiteX38" fmla="*/ 2378710 w 5741575"/>
              <a:gd name="connsiteY38" fmla="*/ 477570 h 955271"/>
              <a:gd name="connsiteX39" fmla="*/ 2496256 w 5741575"/>
              <a:gd name="connsiteY39" fmla="*/ 452396 h 955271"/>
              <a:gd name="connsiteX40" fmla="*/ 2535387 w 5741575"/>
              <a:gd name="connsiteY40" fmla="*/ 436645 h 955271"/>
              <a:gd name="connsiteX41" fmla="*/ 2601109 w 5741575"/>
              <a:gd name="connsiteY41" fmla="*/ 410678 h 955271"/>
              <a:gd name="connsiteX42" fmla="*/ 2643855 w 5741575"/>
              <a:gd name="connsiteY42" fmla="*/ 374482 h 955271"/>
              <a:gd name="connsiteX43" fmla="*/ 2657726 w 5741575"/>
              <a:gd name="connsiteY43" fmla="*/ 365841 h 955271"/>
              <a:gd name="connsiteX44" fmla="*/ 2687125 w 5741575"/>
              <a:gd name="connsiteY44" fmla="*/ 366820 h 955271"/>
              <a:gd name="connsiteX45" fmla="*/ 2697479 w 5741575"/>
              <a:gd name="connsiteY45" fmla="*/ 361430 h 955271"/>
              <a:gd name="connsiteX46" fmla="*/ 2701547 w 5741575"/>
              <a:gd name="connsiteY46" fmla="*/ 361545 h 955271"/>
              <a:gd name="connsiteX47" fmla="*/ 2711054 w 5741575"/>
              <a:gd name="connsiteY47" fmla="*/ 360597 h 955271"/>
              <a:gd name="connsiteX48" fmla="*/ 2710438 w 5741575"/>
              <a:gd name="connsiteY48" fmla="*/ 366958 h 955271"/>
              <a:gd name="connsiteX49" fmla="*/ 2722936 w 5741575"/>
              <a:gd name="connsiteY49" fmla="*/ 377633 h 955271"/>
              <a:gd name="connsiteX50" fmla="*/ 2777227 w 5741575"/>
              <a:gd name="connsiteY50" fmla="*/ 368972 h 955271"/>
              <a:gd name="connsiteX51" fmla="*/ 2779510 w 5741575"/>
              <a:gd name="connsiteY51" fmla="*/ 361652 h 955271"/>
              <a:gd name="connsiteX52" fmla="*/ 2786278 w 5741575"/>
              <a:gd name="connsiteY52" fmla="*/ 359869 h 955271"/>
              <a:gd name="connsiteX53" fmla="*/ 2792101 w 5741575"/>
              <a:gd name="connsiteY53" fmla="*/ 365927 h 955271"/>
              <a:gd name="connsiteX54" fmla="*/ 2885545 w 5741575"/>
              <a:gd name="connsiteY54" fmla="*/ 372818 h 955271"/>
              <a:gd name="connsiteX55" fmla="*/ 3009558 w 5741575"/>
              <a:gd name="connsiteY55" fmla="*/ 370573 h 955271"/>
              <a:gd name="connsiteX56" fmla="*/ 3095010 w 5741575"/>
              <a:gd name="connsiteY56" fmla="*/ 332454 h 955271"/>
              <a:gd name="connsiteX57" fmla="*/ 3103742 w 5741575"/>
              <a:gd name="connsiteY57" fmla="*/ 337974 h 955271"/>
              <a:gd name="connsiteX58" fmla="*/ 3165093 w 5741575"/>
              <a:gd name="connsiteY58" fmla="*/ 329459 h 955271"/>
              <a:gd name="connsiteX59" fmla="*/ 3373785 w 5741575"/>
              <a:gd name="connsiteY59" fmla="*/ 255680 h 955271"/>
              <a:gd name="connsiteX60" fmla="*/ 3493851 w 5741575"/>
              <a:gd name="connsiteY60" fmla="*/ 240255 h 955271"/>
              <a:gd name="connsiteX61" fmla="*/ 3537470 w 5741575"/>
              <a:gd name="connsiteY61" fmla="*/ 241867 h 955271"/>
              <a:gd name="connsiteX62" fmla="*/ 3610489 w 5741575"/>
              <a:gd name="connsiteY62" fmla="*/ 244128 h 955271"/>
              <a:gd name="connsiteX63" fmla="*/ 3667539 w 5741575"/>
              <a:gd name="connsiteY63" fmla="*/ 263271 h 955271"/>
              <a:gd name="connsiteX64" fmla="*/ 3727614 w 5741575"/>
              <a:gd name="connsiteY64" fmla="*/ 258245 h 955271"/>
              <a:gd name="connsiteX65" fmla="*/ 3738369 w 5741575"/>
              <a:gd name="connsiteY65" fmla="*/ 234506 h 955271"/>
              <a:gd name="connsiteX66" fmla="*/ 3803670 w 5741575"/>
              <a:gd name="connsiteY66" fmla="*/ 236457 h 955271"/>
              <a:gd name="connsiteX67" fmla="*/ 3903080 w 5741575"/>
              <a:gd name="connsiteY67" fmla="*/ 241890 h 955271"/>
              <a:gd name="connsiteX68" fmla="*/ 4114838 w 5741575"/>
              <a:gd name="connsiteY68" fmla="*/ 238165 h 955271"/>
              <a:gd name="connsiteX69" fmla="*/ 4271023 w 5741575"/>
              <a:gd name="connsiteY69" fmla="*/ 241959 h 955271"/>
              <a:gd name="connsiteX70" fmla="*/ 4367397 w 5741575"/>
              <a:gd name="connsiteY70" fmla="*/ 271442 h 955271"/>
              <a:gd name="connsiteX71" fmla="*/ 4495366 w 5741575"/>
              <a:gd name="connsiteY71" fmla="*/ 271618 h 955271"/>
              <a:gd name="connsiteX72" fmla="*/ 4517347 w 5741575"/>
              <a:gd name="connsiteY72" fmla="*/ 275639 h 955271"/>
              <a:gd name="connsiteX73" fmla="*/ 4546116 w 5741575"/>
              <a:gd name="connsiteY73" fmla="*/ 268568 h 955271"/>
              <a:gd name="connsiteX74" fmla="*/ 4661259 w 5741575"/>
              <a:gd name="connsiteY74" fmla="*/ 238966 h 955271"/>
              <a:gd name="connsiteX75" fmla="*/ 4750403 w 5741575"/>
              <a:gd name="connsiteY75" fmla="*/ 204364 h 955271"/>
              <a:gd name="connsiteX76" fmla="*/ 4867614 w 5741575"/>
              <a:gd name="connsiteY76" fmla="*/ 208668 h 955271"/>
              <a:gd name="connsiteX77" fmla="*/ 4937036 w 5741575"/>
              <a:gd name="connsiteY77" fmla="*/ 195446 h 955271"/>
              <a:gd name="connsiteX78" fmla="*/ 5047626 w 5741575"/>
              <a:gd name="connsiteY78" fmla="*/ 149604 h 955271"/>
              <a:gd name="connsiteX79" fmla="*/ 5200247 w 5741575"/>
              <a:gd name="connsiteY79" fmla="*/ 142695 h 955271"/>
              <a:gd name="connsiteX80" fmla="*/ 5235691 w 5741575"/>
              <a:gd name="connsiteY80" fmla="*/ 173330 h 955271"/>
              <a:gd name="connsiteX81" fmla="*/ 5280133 w 5741575"/>
              <a:gd name="connsiteY81" fmla="*/ 189342 h 955271"/>
              <a:gd name="connsiteX82" fmla="*/ 5291963 w 5741575"/>
              <a:gd name="connsiteY82" fmla="*/ 139446 h 955271"/>
              <a:gd name="connsiteX83" fmla="*/ 5418472 w 5741575"/>
              <a:gd name="connsiteY83" fmla="*/ 89163 h 955271"/>
              <a:gd name="connsiteX84" fmla="*/ 5482354 w 5741575"/>
              <a:gd name="connsiteY84" fmla="*/ 69470 h 955271"/>
              <a:gd name="connsiteX85" fmla="*/ 5583280 w 5741575"/>
              <a:gd name="connsiteY85" fmla="*/ 49787 h 955271"/>
              <a:gd name="connsiteX86" fmla="*/ 5613766 w 5741575"/>
              <a:gd name="connsiteY86" fmla="*/ 41855 h 955271"/>
              <a:gd name="connsiteX87" fmla="*/ 5684952 w 5741575"/>
              <a:gd name="connsiteY87" fmla="*/ 26088 h 955271"/>
              <a:gd name="connsiteX88" fmla="*/ 5741575 w 5741575"/>
              <a:gd name="connsiteY88" fmla="*/ 0 h 955271"/>
              <a:gd name="connsiteX0" fmla="*/ 5741575 w 5741575"/>
              <a:gd name="connsiteY0" fmla="*/ 0 h 955271"/>
              <a:gd name="connsiteX1" fmla="*/ 5741575 w 5741575"/>
              <a:gd name="connsiteY1" fmla="*/ 955271 h 955271"/>
              <a:gd name="connsiteX2" fmla="*/ 0 w 5741575"/>
              <a:gd name="connsiteY2" fmla="*/ 955271 h 955271"/>
              <a:gd name="connsiteX3" fmla="*/ 8558 w 5741575"/>
              <a:gd name="connsiteY3" fmla="*/ 953971 h 955271"/>
              <a:gd name="connsiteX4" fmla="*/ 16894 w 5741575"/>
              <a:gd name="connsiteY4" fmla="*/ 953847 h 955271"/>
              <a:gd name="connsiteX5" fmla="*/ 28156 w 5741575"/>
              <a:gd name="connsiteY5" fmla="*/ 951374 h 955271"/>
              <a:gd name="connsiteX6" fmla="*/ 28293 w 5741575"/>
              <a:gd name="connsiteY6" fmla="*/ 950971 h 955271"/>
              <a:gd name="connsiteX7" fmla="*/ 59229 w 5741575"/>
              <a:gd name="connsiteY7" fmla="*/ 903950 h 955271"/>
              <a:gd name="connsiteX8" fmla="*/ 148657 w 5741575"/>
              <a:gd name="connsiteY8" fmla="*/ 898134 h 955271"/>
              <a:gd name="connsiteX9" fmla="*/ 174554 w 5741575"/>
              <a:gd name="connsiteY9" fmla="*/ 886351 h 955271"/>
              <a:gd name="connsiteX10" fmla="*/ 187633 w 5741575"/>
              <a:gd name="connsiteY10" fmla="*/ 878226 h 955271"/>
              <a:gd name="connsiteX11" fmla="*/ 187961 w 5741575"/>
              <a:gd name="connsiteY11" fmla="*/ 876538 h 955271"/>
              <a:gd name="connsiteX12" fmla="*/ 240501 w 5741575"/>
              <a:gd name="connsiteY12" fmla="*/ 873150 h 955271"/>
              <a:gd name="connsiteX13" fmla="*/ 246345 w 5741575"/>
              <a:gd name="connsiteY13" fmla="*/ 869942 h 955271"/>
              <a:gd name="connsiteX14" fmla="*/ 306299 w 5741575"/>
              <a:gd name="connsiteY14" fmla="*/ 873609 h 955271"/>
              <a:gd name="connsiteX15" fmla="*/ 331571 w 5741575"/>
              <a:gd name="connsiteY15" fmla="*/ 869866 h 955271"/>
              <a:gd name="connsiteX16" fmla="*/ 384157 w 5741575"/>
              <a:gd name="connsiteY16" fmla="*/ 867971 h 955271"/>
              <a:gd name="connsiteX17" fmla="*/ 477637 w 5741575"/>
              <a:gd name="connsiteY17" fmla="*/ 870334 h 955271"/>
              <a:gd name="connsiteX18" fmla="*/ 570239 w 5741575"/>
              <a:gd name="connsiteY18" fmla="*/ 829596 h 955271"/>
              <a:gd name="connsiteX19" fmla="*/ 787156 w 5741575"/>
              <a:gd name="connsiteY19" fmla="*/ 838447 h 955271"/>
              <a:gd name="connsiteX20" fmla="*/ 948872 w 5741575"/>
              <a:gd name="connsiteY20" fmla="*/ 772201 h 955271"/>
              <a:gd name="connsiteX21" fmla="*/ 1127089 w 5741575"/>
              <a:gd name="connsiteY21" fmla="*/ 746926 h 955271"/>
              <a:gd name="connsiteX22" fmla="*/ 1220426 w 5741575"/>
              <a:gd name="connsiteY22" fmla="*/ 721810 h 955271"/>
              <a:gd name="connsiteX23" fmla="*/ 1306771 w 5741575"/>
              <a:gd name="connsiteY23" fmla="*/ 717936 h 955271"/>
              <a:gd name="connsiteX24" fmla="*/ 1374314 w 5741575"/>
              <a:gd name="connsiteY24" fmla="*/ 688815 h 955271"/>
              <a:gd name="connsiteX25" fmla="*/ 1378034 w 5741575"/>
              <a:gd name="connsiteY25" fmla="*/ 685842 h 955271"/>
              <a:gd name="connsiteX26" fmla="*/ 1395604 w 5741575"/>
              <a:gd name="connsiteY26" fmla="*/ 680460 h 955271"/>
              <a:gd name="connsiteX27" fmla="*/ 1397206 w 5741575"/>
              <a:gd name="connsiteY27" fmla="*/ 670793 h 955271"/>
              <a:gd name="connsiteX28" fmla="*/ 1421250 w 5741575"/>
              <a:gd name="connsiteY28" fmla="*/ 656855 h 955271"/>
              <a:gd name="connsiteX29" fmla="*/ 1454524 w 5741575"/>
              <a:gd name="connsiteY29" fmla="*/ 649224 h 955271"/>
              <a:gd name="connsiteX30" fmla="*/ 1616217 w 5741575"/>
              <a:gd name="connsiteY30" fmla="*/ 622107 h 955271"/>
              <a:gd name="connsiteX31" fmla="*/ 1710928 w 5741575"/>
              <a:gd name="connsiteY31" fmla="*/ 600666 h 955271"/>
              <a:gd name="connsiteX32" fmla="*/ 1743718 w 5741575"/>
              <a:gd name="connsiteY32" fmla="*/ 584327 h 955271"/>
              <a:gd name="connsiteX33" fmla="*/ 1873778 w 5741575"/>
              <a:gd name="connsiteY33" fmla="*/ 530130 h 955271"/>
              <a:gd name="connsiteX34" fmla="*/ 1988411 w 5741575"/>
              <a:gd name="connsiteY34" fmla="*/ 491599 h 955271"/>
              <a:gd name="connsiteX35" fmla="*/ 2085507 w 5741575"/>
              <a:gd name="connsiteY35" fmla="*/ 498527 h 955271"/>
              <a:gd name="connsiteX36" fmla="*/ 2090767 w 5741575"/>
              <a:gd name="connsiteY36" fmla="*/ 490616 h 955271"/>
              <a:gd name="connsiteX37" fmla="*/ 2151143 w 5741575"/>
              <a:gd name="connsiteY37" fmla="*/ 478332 h 955271"/>
              <a:gd name="connsiteX38" fmla="*/ 2378710 w 5741575"/>
              <a:gd name="connsiteY38" fmla="*/ 477570 h 955271"/>
              <a:gd name="connsiteX39" fmla="*/ 2496256 w 5741575"/>
              <a:gd name="connsiteY39" fmla="*/ 452396 h 955271"/>
              <a:gd name="connsiteX40" fmla="*/ 2535387 w 5741575"/>
              <a:gd name="connsiteY40" fmla="*/ 436645 h 955271"/>
              <a:gd name="connsiteX41" fmla="*/ 2601109 w 5741575"/>
              <a:gd name="connsiteY41" fmla="*/ 410678 h 955271"/>
              <a:gd name="connsiteX42" fmla="*/ 2643855 w 5741575"/>
              <a:gd name="connsiteY42" fmla="*/ 374482 h 955271"/>
              <a:gd name="connsiteX43" fmla="*/ 2657726 w 5741575"/>
              <a:gd name="connsiteY43" fmla="*/ 365841 h 955271"/>
              <a:gd name="connsiteX44" fmla="*/ 2687125 w 5741575"/>
              <a:gd name="connsiteY44" fmla="*/ 366820 h 955271"/>
              <a:gd name="connsiteX45" fmla="*/ 2697479 w 5741575"/>
              <a:gd name="connsiteY45" fmla="*/ 361430 h 955271"/>
              <a:gd name="connsiteX46" fmla="*/ 2701547 w 5741575"/>
              <a:gd name="connsiteY46" fmla="*/ 361545 h 955271"/>
              <a:gd name="connsiteX47" fmla="*/ 2711054 w 5741575"/>
              <a:gd name="connsiteY47" fmla="*/ 360597 h 955271"/>
              <a:gd name="connsiteX48" fmla="*/ 2710438 w 5741575"/>
              <a:gd name="connsiteY48" fmla="*/ 366958 h 955271"/>
              <a:gd name="connsiteX49" fmla="*/ 2722936 w 5741575"/>
              <a:gd name="connsiteY49" fmla="*/ 377633 h 955271"/>
              <a:gd name="connsiteX50" fmla="*/ 2777227 w 5741575"/>
              <a:gd name="connsiteY50" fmla="*/ 368972 h 955271"/>
              <a:gd name="connsiteX51" fmla="*/ 2779510 w 5741575"/>
              <a:gd name="connsiteY51" fmla="*/ 361652 h 955271"/>
              <a:gd name="connsiteX52" fmla="*/ 2786278 w 5741575"/>
              <a:gd name="connsiteY52" fmla="*/ 359869 h 955271"/>
              <a:gd name="connsiteX53" fmla="*/ 2792101 w 5741575"/>
              <a:gd name="connsiteY53" fmla="*/ 365927 h 955271"/>
              <a:gd name="connsiteX54" fmla="*/ 2885545 w 5741575"/>
              <a:gd name="connsiteY54" fmla="*/ 372818 h 955271"/>
              <a:gd name="connsiteX55" fmla="*/ 3009558 w 5741575"/>
              <a:gd name="connsiteY55" fmla="*/ 370573 h 955271"/>
              <a:gd name="connsiteX56" fmla="*/ 3095010 w 5741575"/>
              <a:gd name="connsiteY56" fmla="*/ 332454 h 955271"/>
              <a:gd name="connsiteX57" fmla="*/ 3103742 w 5741575"/>
              <a:gd name="connsiteY57" fmla="*/ 337974 h 955271"/>
              <a:gd name="connsiteX58" fmla="*/ 3165093 w 5741575"/>
              <a:gd name="connsiteY58" fmla="*/ 329459 h 955271"/>
              <a:gd name="connsiteX59" fmla="*/ 3373785 w 5741575"/>
              <a:gd name="connsiteY59" fmla="*/ 255680 h 955271"/>
              <a:gd name="connsiteX60" fmla="*/ 3493851 w 5741575"/>
              <a:gd name="connsiteY60" fmla="*/ 240255 h 955271"/>
              <a:gd name="connsiteX61" fmla="*/ 3537470 w 5741575"/>
              <a:gd name="connsiteY61" fmla="*/ 241867 h 955271"/>
              <a:gd name="connsiteX62" fmla="*/ 3610489 w 5741575"/>
              <a:gd name="connsiteY62" fmla="*/ 244128 h 955271"/>
              <a:gd name="connsiteX63" fmla="*/ 3667539 w 5741575"/>
              <a:gd name="connsiteY63" fmla="*/ 263271 h 955271"/>
              <a:gd name="connsiteX64" fmla="*/ 3727614 w 5741575"/>
              <a:gd name="connsiteY64" fmla="*/ 258245 h 955271"/>
              <a:gd name="connsiteX65" fmla="*/ 3738369 w 5741575"/>
              <a:gd name="connsiteY65" fmla="*/ 234506 h 955271"/>
              <a:gd name="connsiteX66" fmla="*/ 3803670 w 5741575"/>
              <a:gd name="connsiteY66" fmla="*/ 236457 h 955271"/>
              <a:gd name="connsiteX67" fmla="*/ 3903080 w 5741575"/>
              <a:gd name="connsiteY67" fmla="*/ 241890 h 955271"/>
              <a:gd name="connsiteX68" fmla="*/ 4114838 w 5741575"/>
              <a:gd name="connsiteY68" fmla="*/ 238165 h 955271"/>
              <a:gd name="connsiteX69" fmla="*/ 4271023 w 5741575"/>
              <a:gd name="connsiteY69" fmla="*/ 241959 h 955271"/>
              <a:gd name="connsiteX70" fmla="*/ 4367397 w 5741575"/>
              <a:gd name="connsiteY70" fmla="*/ 271442 h 955271"/>
              <a:gd name="connsiteX71" fmla="*/ 4495366 w 5741575"/>
              <a:gd name="connsiteY71" fmla="*/ 271618 h 955271"/>
              <a:gd name="connsiteX72" fmla="*/ 4517347 w 5741575"/>
              <a:gd name="connsiteY72" fmla="*/ 275639 h 955271"/>
              <a:gd name="connsiteX73" fmla="*/ 4546116 w 5741575"/>
              <a:gd name="connsiteY73" fmla="*/ 268568 h 955271"/>
              <a:gd name="connsiteX74" fmla="*/ 4661259 w 5741575"/>
              <a:gd name="connsiteY74" fmla="*/ 238966 h 955271"/>
              <a:gd name="connsiteX75" fmla="*/ 4750403 w 5741575"/>
              <a:gd name="connsiteY75" fmla="*/ 204364 h 955271"/>
              <a:gd name="connsiteX76" fmla="*/ 4867614 w 5741575"/>
              <a:gd name="connsiteY76" fmla="*/ 208668 h 955271"/>
              <a:gd name="connsiteX77" fmla="*/ 4937036 w 5741575"/>
              <a:gd name="connsiteY77" fmla="*/ 195446 h 955271"/>
              <a:gd name="connsiteX78" fmla="*/ 5047626 w 5741575"/>
              <a:gd name="connsiteY78" fmla="*/ 149604 h 955271"/>
              <a:gd name="connsiteX79" fmla="*/ 5200247 w 5741575"/>
              <a:gd name="connsiteY79" fmla="*/ 142695 h 955271"/>
              <a:gd name="connsiteX80" fmla="*/ 5235691 w 5741575"/>
              <a:gd name="connsiteY80" fmla="*/ 173330 h 955271"/>
              <a:gd name="connsiteX81" fmla="*/ 5280133 w 5741575"/>
              <a:gd name="connsiteY81" fmla="*/ 189342 h 955271"/>
              <a:gd name="connsiteX82" fmla="*/ 5291963 w 5741575"/>
              <a:gd name="connsiteY82" fmla="*/ 139446 h 955271"/>
              <a:gd name="connsiteX83" fmla="*/ 5418472 w 5741575"/>
              <a:gd name="connsiteY83" fmla="*/ 89163 h 955271"/>
              <a:gd name="connsiteX84" fmla="*/ 5482354 w 5741575"/>
              <a:gd name="connsiteY84" fmla="*/ 69470 h 955271"/>
              <a:gd name="connsiteX85" fmla="*/ 5583280 w 5741575"/>
              <a:gd name="connsiteY85" fmla="*/ 49787 h 955271"/>
              <a:gd name="connsiteX86" fmla="*/ 5613766 w 5741575"/>
              <a:gd name="connsiteY86" fmla="*/ 41855 h 955271"/>
              <a:gd name="connsiteX87" fmla="*/ 5684952 w 5741575"/>
              <a:gd name="connsiteY87" fmla="*/ 26088 h 955271"/>
              <a:gd name="connsiteX88" fmla="*/ 5741575 w 5741575"/>
              <a:gd name="connsiteY88" fmla="*/ 0 h 955271"/>
              <a:gd name="connsiteX0" fmla="*/ 5741575 w 5741575"/>
              <a:gd name="connsiteY0" fmla="*/ 0 h 955271"/>
              <a:gd name="connsiteX1" fmla="*/ 5741575 w 5741575"/>
              <a:gd name="connsiteY1" fmla="*/ 955271 h 955271"/>
              <a:gd name="connsiteX2" fmla="*/ 0 w 5741575"/>
              <a:gd name="connsiteY2" fmla="*/ 955271 h 955271"/>
              <a:gd name="connsiteX3" fmla="*/ 8558 w 5741575"/>
              <a:gd name="connsiteY3" fmla="*/ 953971 h 955271"/>
              <a:gd name="connsiteX4" fmla="*/ 16894 w 5741575"/>
              <a:gd name="connsiteY4" fmla="*/ 953847 h 955271"/>
              <a:gd name="connsiteX5" fmla="*/ 28156 w 5741575"/>
              <a:gd name="connsiteY5" fmla="*/ 951374 h 955271"/>
              <a:gd name="connsiteX6" fmla="*/ 28293 w 5741575"/>
              <a:gd name="connsiteY6" fmla="*/ 950971 h 955271"/>
              <a:gd name="connsiteX7" fmla="*/ 59229 w 5741575"/>
              <a:gd name="connsiteY7" fmla="*/ 903950 h 955271"/>
              <a:gd name="connsiteX8" fmla="*/ 148657 w 5741575"/>
              <a:gd name="connsiteY8" fmla="*/ 898134 h 955271"/>
              <a:gd name="connsiteX9" fmla="*/ 174554 w 5741575"/>
              <a:gd name="connsiteY9" fmla="*/ 886351 h 955271"/>
              <a:gd name="connsiteX10" fmla="*/ 187633 w 5741575"/>
              <a:gd name="connsiteY10" fmla="*/ 878226 h 955271"/>
              <a:gd name="connsiteX11" fmla="*/ 187961 w 5741575"/>
              <a:gd name="connsiteY11" fmla="*/ 876538 h 955271"/>
              <a:gd name="connsiteX12" fmla="*/ 240501 w 5741575"/>
              <a:gd name="connsiteY12" fmla="*/ 873150 h 955271"/>
              <a:gd name="connsiteX13" fmla="*/ 246345 w 5741575"/>
              <a:gd name="connsiteY13" fmla="*/ 869942 h 955271"/>
              <a:gd name="connsiteX14" fmla="*/ 306299 w 5741575"/>
              <a:gd name="connsiteY14" fmla="*/ 873609 h 955271"/>
              <a:gd name="connsiteX15" fmla="*/ 331571 w 5741575"/>
              <a:gd name="connsiteY15" fmla="*/ 869866 h 955271"/>
              <a:gd name="connsiteX16" fmla="*/ 384157 w 5741575"/>
              <a:gd name="connsiteY16" fmla="*/ 867971 h 955271"/>
              <a:gd name="connsiteX17" fmla="*/ 477637 w 5741575"/>
              <a:gd name="connsiteY17" fmla="*/ 870334 h 955271"/>
              <a:gd name="connsiteX18" fmla="*/ 570239 w 5741575"/>
              <a:gd name="connsiteY18" fmla="*/ 829596 h 955271"/>
              <a:gd name="connsiteX19" fmla="*/ 772070 w 5741575"/>
              <a:gd name="connsiteY19" fmla="*/ 820296 h 955271"/>
              <a:gd name="connsiteX20" fmla="*/ 948872 w 5741575"/>
              <a:gd name="connsiteY20" fmla="*/ 772201 h 955271"/>
              <a:gd name="connsiteX21" fmla="*/ 1127089 w 5741575"/>
              <a:gd name="connsiteY21" fmla="*/ 746926 h 955271"/>
              <a:gd name="connsiteX22" fmla="*/ 1220426 w 5741575"/>
              <a:gd name="connsiteY22" fmla="*/ 721810 h 955271"/>
              <a:gd name="connsiteX23" fmla="*/ 1306771 w 5741575"/>
              <a:gd name="connsiteY23" fmla="*/ 717936 h 955271"/>
              <a:gd name="connsiteX24" fmla="*/ 1374314 w 5741575"/>
              <a:gd name="connsiteY24" fmla="*/ 688815 h 955271"/>
              <a:gd name="connsiteX25" fmla="*/ 1378034 w 5741575"/>
              <a:gd name="connsiteY25" fmla="*/ 685842 h 955271"/>
              <a:gd name="connsiteX26" fmla="*/ 1395604 w 5741575"/>
              <a:gd name="connsiteY26" fmla="*/ 680460 h 955271"/>
              <a:gd name="connsiteX27" fmla="*/ 1397206 w 5741575"/>
              <a:gd name="connsiteY27" fmla="*/ 670793 h 955271"/>
              <a:gd name="connsiteX28" fmla="*/ 1421250 w 5741575"/>
              <a:gd name="connsiteY28" fmla="*/ 656855 h 955271"/>
              <a:gd name="connsiteX29" fmla="*/ 1454524 w 5741575"/>
              <a:gd name="connsiteY29" fmla="*/ 649224 h 955271"/>
              <a:gd name="connsiteX30" fmla="*/ 1616217 w 5741575"/>
              <a:gd name="connsiteY30" fmla="*/ 622107 h 955271"/>
              <a:gd name="connsiteX31" fmla="*/ 1710928 w 5741575"/>
              <a:gd name="connsiteY31" fmla="*/ 600666 h 955271"/>
              <a:gd name="connsiteX32" fmla="*/ 1743718 w 5741575"/>
              <a:gd name="connsiteY32" fmla="*/ 584327 h 955271"/>
              <a:gd name="connsiteX33" fmla="*/ 1873778 w 5741575"/>
              <a:gd name="connsiteY33" fmla="*/ 530130 h 955271"/>
              <a:gd name="connsiteX34" fmla="*/ 1988411 w 5741575"/>
              <a:gd name="connsiteY34" fmla="*/ 491599 h 955271"/>
              <a:gd name="connsiteX35" fmla="*/ 2085507 w 5741575"/>
              <a:gd name="connsiteY35" fmla="*/ 498527 h 955271"/>
              <a:gd name="connsiteX36" fmla="*/ 2090767 w 5741575"/>
              <a:gd name="connsiteY36" fmla="*/ 490616 h 955271"/>
              <a:gd name="connsiteX37" fmla="*/ 2151143 w 5741575"/>
              <a:gd name="connsiteY37" fmla="*/ 478332 h 955271"/>
              <a:gd name="connsiteX38" fmla="*/ 2378710 w 5741575"/>
              <a:gd name="connsiteY38" fmla="*/ 477570 h 955271"/>
              <a:gd name="connsiteX39" fmla="*/ 2496256 w 5741575"/>
              <a:gd name="connsiteY39" fmla="*/ 452396 h 955271"/>
              <a:gd name="connsiteX40" fmla="*/ 2535387 w 5741575"/>
              <a:gd name="connsiteY40" fmla="*/ 436645 h 955271"/>
              <a:gd name="connsiteX41" fmla="*/ 2601109 w 5741575"/>
              <a:gd name="connsiteY41" fmla="*/ 410678 h 955271"/>
              <a:gd name="connsiteX42" fmla="*/ 2643855 w 5741575"/>
              <a:gd name="connsiteY42" fmla="*/ 374482 h 955271"/>
              <a:gd name="connsiteX43" fmla="*/ 2657726 w 5741575"/>
              <a:gd name="connsiteY43" fmla="*/ 365841 h 955271"/>
              <a:gd name="connsiteX44" fmla="*/ 2687125 w 5741575"/>
              <a:gd name="connsiteY44" fmla="*/ 366820 h 955271"/>
              <a:gd name="connsiteX45" fmla="*/ 2697479 w 5741575"/>
              <a:gd name="connsiteY45" fmla="*/ 361430 h 955271"/>
              <a:gd name="connsiteX46" fmla="*/ 2701547 w 5741575"/>
              <a:gd name="connsiteY46" fmla="*/ 361545 h 955271"/>
              <a:gd name="connsiteX47" fmla="*/ 2711054 w 5741575"/>
              <a:gd name="connsiteY47" fmla="*/ 360597 h 955271"/>
              <a:gd name="connsiteX48" fmla="*/ 2710438 w 5741575"/>
              <a:gd name="connsiteY48" fmla="*/ 366958 h 955271"/>
              <a:gd name="connsiteX49" fmla="*/ 2722936 w 5741575"/>
              <a:gd name="connsiteY49" fmla="*/ 377633 h 955271"/>
              <a:gd name="connsiteX50" fmla="*/ 2777227 w 5741575"/>
              <a:gd name="connsiteY50" fmla="*/ 368972 h 955271"/>
              <a:gd name="connsiteX51" fmla="*/ 2779510 w 5741575"/>
              <a:gd name="connsiteY51" fmla="*/ 361652 h 955271"/>
              <a:gd name="connsiteX52" fmla="*/ 2786278 w 5741575"/>
              <a:gd name="connsiteY52" fmla="*/ 359869 h 955271"/>
              <a:gd name="connsiteX53" fmla="*/ 2792101 w 5741575"/>
              <a:gd name="connsiteY53" fmla="*/ 365927 h 955271"/>
              <a:gd name="connsiteX54" fmla="*/ 2885545 w 5741575"/>
              <a:gd name="connsiteY54" fmla="*/ 372818 h 955271"/>
              <a:gd name="connsiteX55" fmla="*/ 3009558 w 5741575"/>
              <a:gd name="connsiteY55" fmla="*/ 370573 h 955271"/>
              <a:gd name="connsiteX56" fmla="*/ 3095010 w 5741575"/>
              <a:gd name="connsiteY56" fmla="*/ 332454 h 955271"/>
              <a:gd name="connsiteX57" fmla="*/ 3103742 w 5741575"/>
              <a:gd name="connsiteY57" fmla="*/ 337974 h 955271"/>
              <a:gd name="connsiteX58" fmla="*/ 3165093 w 5741575"/>
              <a:gd name="connsiteY58" fmla="*/ 329459 h 955271"/>
              <a:gd name="connsiteX59" fmla="*/ 3373785 w 5741575"/>
              <a:gd name="connsiteY59" fmla="*/ 255680 h 955271"/>
              <a:gd name="connsiteX60" fmla="*/ 3493851 w 5741575"/>
              <a:gd name="connsiteY60" fmla="*/ 240255 h 955271"/>
              <a:gd name="connsiteX61" fmla="*/ 3537470 w 5741575"/>
              <a:gd name="connsiteY61" fmla="*/ 241867 h 955271"/>
              <a:gd name="connsiteX62" fmla="*/ 3610489 w 5741575"/>
              <a:gd name="connsiteY62" fmla="*/ 244128 h 955271"/>
              <a:gd name="connsiteX63" fmla="*/ 3667539 w 5741575"/>
              <a:gd name="connsiteY63" fmla="*/ 263271 h 955271"/>
              <a:gd name="connsiteX64" fmla="*/ 3727614 w 5741575"/>
              <a:gd name="connsiteY64" fmla="*/ 258245 h 955271"/>
              <a:gd name="connsiteX65" fmla="*/ 3738369 w 5741575"/>
              <a:gd name="connsiteY65" fmla="*/ 234506 h 955271"/>
              <a:gd name="connsiteX66" fmla="*/ 3803670 w 5741575"/>
              <a:gd name="connsiteY66" fmla="*/ 236457 h 955271"/>
              <a:gd name="connsiteX67" fmla="*/ 3903080 w 5741575"/>
              <a:gd name="connsiteY67" fmla="*/ 241890 h 955271"/>
              <a:gd name="connsiteX68" fmla="*/ 4114838 w 5741575"/>
              <a:gd name="connsiteY68" fmla="*/ 238165 h 955271"/>
              <a:gd name="connsiteX69" fmla="*/ 4271023 w 5741575"/>
              <a:gd name="connsiteY69" fmla="*/ 241959 h 955271"/>
              <a:gd name="connsiteX70" fmla="*/ 4367397 w 5741575"/>
              <a:gd name="connsiteY70" fmla="*/ 271442 h 955271"/>
              <a:gd name="connsiteX71" fmla="*/ 4495366 w 5741575"/>
              <a:gd name="connsiteY71" fmla="*/ 271618 h 955271"/>
              <a:gd name="connsiteX72" fmla="*/ 4517347 w 5741575"/>
              <a:gd name="connsiteY72" fmla="*/ 275639 h 955271"/>
              <a:gd name="connsiteX73" fmla="*/ 4546116 w 5741575"/>
              <a:gd name="connsiteY73" fmla="*/ 268568 h 955271"/>
              <a:gd name="connsiteX74" fmla="*/ 4661259 w 5741575"/>
              <a:gd name="connsiteY74" fmla="*/ 238966 h 955271"/>
              <a:gd name="connsiteX75" fmla="*/ 4750403 w 5741575"/>
              <a:gd name="connsiteY75" fmla="*/ 204364 h 955271"/>
              <a:gd name="connsiteX76" fmla="*/ 4867614 w 5741575"/>
              <a:gd name="connsiteY76" fmla="*/ 208668 h 955271"/>
              <a:gd name="connsiteX77" fmla="*/ 4937036 w 5741575"/>
              <a:gd name="connsiteY77" fmla="*/ 195446 h 955271"/>
              <a:gd name="connsiteX78" fmla="*/ 5047626 w 5741575"/>
              <a:gd name="connsiteY78" fmla="*/ 149604 h 955271"/>
              <a:gd name="connsiteX79" fmla="*/ 5200247 w 5741575"/>
              <a:gd name="connsiteY79" fmla="*/ 142695 h 955271"/>
              <a:gd name="connsiteX80" fmla="*/ 5235691 w 5741575"/>
              <a:gd name="connsiteY80" fmla="*/ 173330 h 955271"/>
              <a:gd name="connsiteX81" fmla="*/ 5280133 w 5741575"/>
              <a:gd name="connsiteY81" fmla="*/ 189342 h 955271"/>
              <a:gd name="connsiteX82" fmla="*/ 5291963 w 5741575"/>
              <a:gd name="connsiteY82" fmla="*/ 139446 h 955271"/>
              <a:gd name="connsiteX83" fmla="*/ 5418472 w 5741575"/>
              <a:gd name="connsiteY83" fmla="*/ 89163 h 955271"/>
              <a:gd name="connsiteX84" fmla="*/ 5482354 w 5741575"/>
              <a:gd name="connsiteY84" fmla="*/ 69470 h 955271"/>
              <a:gd name="connsiteX85" fmla="*/ 5583280 w 5741575"/>
              <a:gd name="connsiteY85" fmla="*/ 49787 h 955271"/>
              <a:gd name="connsiteX86" fmla="*/ 5613766 w 5741575"/>
              <a:gd name="connsiteY86" fmla="*/ 41855 h 955271"/>
              <a:gd name="connsiteX87" fmla="*/ 5684952 w 5741575"/>
              <a:gd name="connsiteY87" fmla="*/ 26088 h 955271"/>
              <a:gd name="connsiteX88" fmla="*/ 5741575 w 5741575"/>
              <a:gd name="connsiteY88" fmla="*/ 0 h 955271"/>
              <a:gd name="connsiteX0" fmla="*/ 5741575 w 5741575"/>
              <a:gd name="connsiteY0" fmla="*/ 0 h 955271"/>
              <a:gd name="connsiteX1" fmla="*/ 5741575 w 5741575"/>
              <a:gd name="connsiteY1" fmla="*/ 955271 h 955271"/>
              <a:gd name="connsiteX2" fmla="*/ 0 w 5741575"/>
              <a:gd name="connsiteY2" fmla="*/ 955271 h 955271"/>
              <a:gd name="connsiteX3" fmla="*/ 8558 w 5741575"/>
              <a:gd name="connsiteY3" fmla="*/ 953971 h 955271"/>
              <a:gd name="connsiteX4" fmla="*/ 16894 w 5741575"/>
              <a:gd name="connsiteY4" fmla="*/ 953847 h 955271"/>
              <a:gd name="connsiteX5" fmla="*/ 28156 w 5741575"/>
              <a:gd name="connsiteY5" fmla="*/ 951374 h 955271"/>
              <a:gd name="connsiteX6" fmla="*/ 28293 w 5741575"/>
              <a:gd name="connsiteY6" fmla="*/ 950971 h 955271"/>
              <a:gd name="connsiteX7" fmla="*/ 59229 w 5741575"/>
              <a:gd name="connsiteY7" fmla="*/ 903950 h 955271"/>
              <a:gd name="connsiteX8" fmla="*/ 148657 w 5741575"/>
              <a:gd name="connsiteY8" fmla="*/ 898134 h 955271"/>
              <a:gd name="connsiteX9" fmla="*/ 174554 w 5741575"/>
              <a:gd name="connsiteY9" fmla="*/ 886351 h 955271"/>
              <a:gd name="connsiteX10" fmla="*/ 187633 w 5741575"/>
              <a:gd name="connsiteY10" fmla="*/ 878226 h 955271"/>
              <a:gd name="connsiteX11" fmla="*/ 187961 w 5741575"/>
              <a:gd name="connsiteY11" fmla="*/ 876538 h 955271"/>
              <a:gd name="connsiteX12" fmla="*/ 240501 w 5741575"/>
              <a:gd name="connsiteY12" fmla="*/ 873150 h 955271"/>
              <a:gd name="connsiteX13" fmla="*/ 246345 w 5741575"/>
              <a:gd name="connsiteY13" fmla="*/ 869942 h 955271"/>
              <a:gd name="connsiteX14" fmla="*/ 306299 w 5741575"/>
              <a:gd name="connsiteY14" fmla="*/ 873609 h 955271"/>
              <a:gd name="connsiteX15" fmla="*/ 331571 w 5741575"/>
              <a:gd name="connsiteY15" fmla="*/ 869866 h 955271"/>
              <a:gd name="connsiteX16" fmla="*/ 384157 w 5741575"/>
              <a:gd name="connsiteY16" fmla="*/ 867971 h 955271"/>
              <a:gd name="connsiteX17" fmla="*/ 477637 w 5741575"/>
              <a:gd name="connsiteY17" fmla="*/ 870334 h 955271"/>
              <a:gd name="connsiteX18" fmla="*/ 570239 w 5741575"/>
              <a:gd name="connsiteY18" fmla="*/ 829596 h 955271"/>
              <a:gd name="connsiteX19" fmla="*/ 772070 w 5741575"/>
              <a:gd name="connsiteY19" fmla="*/ 820296 h 955271"/>
              <a:gd name="connsiteX20" fmla="*/ 948872 w 5741575"/>
              <a:gd name="connsiteY20" fmla="*/ 772201 h 955271"/>
              <a:gd name="connsiteX21" fmla="*/ 1127089 w 5741575"/>
              <a:gd name="connsiteY21" fmla="*/ 746926 h 955271"/>
              <a:gd name="connsiteX22" fmla="*/ 1220426 w 5741575"/>
              <a:gd name="connsiteY22" fmla="*/ 721810 h 955271"/>
              <a:gd name="connsiteX23" fmla="*/ 1306771 w 5741575"/>
              <a:gd name="connsiteY23" fmla="*/ 717936 h 955271"/>
              <a:gd name="connsiteX24" fmla="*/ 1374314 w 5741575"/>
              <a:gd name="connsiteY24" fmla="*/ 688815 h 955271"/>
              <a:gd name="connsiteX25" fmla="*/ 1378034 w 5741575"/>
              <a:gd name="connsiteY25" fmla="*/ 685842 h 955271"/>
              <a:gd name="connsiteX26" fmla="*/ 1395604 w 5741575"/>
              <a:gd name="connsiteY26" fmla="*/ 680460 h 955271"/>
              <a:gd name="connsiteX27" fmla="*/ 1397206 w 5741575"/>
              <a:gd name="connsiteY27" fmla="*/ 670793 h 955271"/>
              <a:gd name="connsiteX28" fmla="*/ 1421250 w 5741575"/>
              <a:gd name="connsiteY28" fmla="*/ 656855 h 955271"/>
              <a:gd name="connsiteX29" fmla="*/ 1454524 w 5741575"/>
              <a:gd name="connsiteY29" fmla="*/ 649224 h 955271"/>
              <a:gd name="connsiteX30" fmla="*/ 1616217 w 5741575"/>
              <a:gd name="connsiteY30" fmla="*/ 622107 h 955271"/>
              <a:gd name="connsiteX31" fmla="*/ 1710928 w 5741575"/>
              <a:gd name="connsiteY31" fmla="*/ 600666 h 955271"/>
              <a:gd name="connsiteX32" fmla="*/ 1743718 w 5741575"/>
              <a:gd name="connsiteY32" fmla="*/ 584327 h 955271"/>
              <a:gd name="connsiteX33" fmla="*/ 1873778 w 5741575"/>
              <a:gd name="connsiteY33" fmla="*/ 530130 h 955271"/>
              <a:gd name="connsiteX34" fmla="*/ 1988411 w 5741575"/>
              <a:gd name="connsiteY34" fmla="*/ 491599 h 955271"/>
              <a:gd name="connsiteX35" fmla="*/ 2085507 w 5741575"/>
              <a:gd name="connsiteY35" fmla="*/ 498527 h 955271"/>
              <a:gd name="connsiteX36" fmla="*/ 2090767 w 5741575"/>
              <a:gd name="connsiteY36" fmla="*/ 490616 h 955271"/>
              <a:gd name="connsiteX37" fmla="*/ 2151143 w 5741575"/>
              <a:gd name="connsiteY37" fmla="*/ 478332 h 955271"/>
              <a:gd name="connsiteX38" fmla="*/ 2378710 w 5741575"/>
              <a:gd name="connsiteY38" fmla="*/ 477570 h 955271"/>
              <a:gd name="connsiteX39" fmla="*/ 2496256 w 5741575"/>
              <a:gd name="connsiteY39" fmla="*/ 452396 h 955271"/>
              <a:gd name="connsiteX40" fmla="*/ 2535387 w 5741575"/>
              <a:gd name="connsiteY40" fmla="*/ 436645 h 955271"/>
              <a:gd name="connsiteX41" fmla="*/ 2601109 w 5741575"/>
              <a:gd name="connsiteY41" fmla="*/ 410678 h 955271"/>
              <a:gd name="connsiteX42" fmla="*/ 2643855 w 5741575"/>
              <a:gd name="connsiteY42" fmla="*/ 374482 h 955271"/>
              <a:gd name="connsiteX43" fmla="*/ 2657726 w 5741575"/>
              <a:gd name="connsiteY43" fmla="*/ 365841 h 955271"/>
              <a:gd name="connsiteX44" fmla="*/ 2687125 w 5741575"/>
              <a:gd name="connsiteY44" fmla="*/ 366820 h 955271"/>
              <a:gd name="connsiteX45" fmla="*/ 2697479 w 5741575"/>
              <a:gd name="connsiteY45" fmla="*/ 361430 h 955271"/>
              <a:gd name="connsiteX46" fmla="*/ 2701547 w 5741575"/>
              <a:gd name="connsiteY46" fmla="*/ 361545 h 955271"/>
              <a:gd name="connsiteX47" fmla="*/ 2711054 w 5741575"/>
              <a:gd name="connsiteY47" fmla="*/ 360597 h 955271"/>
              <a:gd name="connsiteX48" fmla="*/ 2710438 w 5741575"/>
              <a:gd name="connsiteY48" fmla="*/ 366958 h 955271"/>
              <a:gd name="connsiteX49" fmla="*/ 2722936 w 5741575"/>
              <a:gd name="connsiteY49" fmla="*/ 377633 h 955271"/>
              <a:gd name="connsiteX50" fmla="*/ 2777227 w 5741575"/>
              <a:gd name="connsiteY50" fmla="*/ 368972 h 955271"/>
              <a:gd name="connsiteX51" fmla="*/ 2779510 w 5741575"/>
              <a:gd name="connsiteY51" fmla="*/ 361652 h 955271"/>
              <a:gd name="connsiteX52" fmla="*/ 2786278 w 5741575"/>
              <a:gd name="connsiteY52" fmla="*/ 359869 h 955271"/>
              <a:gd name="connsiteX53" fmla="*/ 2792101 w 5741575"/>
              <a:gd name="connsiteY53" fmla="*/ 365927 h 955271"/>
              <a:gd name="connsiteX54" fmla="*/ 2885545 w 5741575"/>
              <a:gd name="connsiteY54" fmla="*/ 372818 h 955271"/>
              <a:gd name="connsiteX55" fmla="*/ 3009558 w 5741575"/>
              <a:gd name="connsiteY55" fmla="*/ 370573 h 955271"/>
              <a:gd name="connsiteX56" fmla="*/ 3095010 w 5741575"/>
              <a:gd name="connsiteY56" fmla="*/ 332454 h 955271"/>
              <a:gd name="connsiteX57" fmla="*/ 3103742 w 5741575"/>
              <a:gd name="connsiteY57" fmla="*/ 337974 h 955271"/>
              <a:gd name="connsiteX58" fmla="*/ 3165093 w 5741575"/>
              <a:gd name="connsiteY58" fmla="*/ 329459 h 955271"/>
              <a:gd name="connsiteX59" fmla="*/ 3373785 w 5741575"/>
              <a:gd name="connsiteY59" fmla="*/ 255680 h 955271"/>
              <a:gd name="connsiteX60" fmla="*/ 3493851 w 5741575"/>
              <a:gd name="connsiteY60" fmla="*/ 240255 h 955271"/>
              <a:gd name="connsiteX61" fmla="*/ 3537470 w 5741575"/>
              <a:gd name="connsiteY61" fmla="*/ 241867 h 955271"/>
              <a:gd name="connsiteX62" fmla="*/ 3610489 w 5741575"/>
              <a:gd name="connsiteY62" fmla="*/ 244128 h 955271"/>
              <a:gd name="connsiteX63" fmla="*/ 3667539 w 5741575"/>
              <a:gd name="connsiteY63" fmla="*/ 263271 h 955271"/>
              <a:gd name="connsiteX64" fmla="*/ 3727614 w 5741575"/>
              <a:gd name="connsiteY64" fmla="*/ 258245 h 955271"/>
              <a:gd name="connsiteX65" fmla="*/ 3738369 w 5741575"/>
              <a:gd name="connsiteY65" fmla="*/ 234506 h 955271"/>
              <a:gd name="connsiteX66" fmla="*/ 3803670 w 5741575"/>
              <a:gd name="connsiteY66" fmla="*/ 236457 h 955271"/>
              <a:gd name="connsiteX67" fmla="*/ 3903080 w 5741575"/>
              <a:gd name="connsiteY67" fmla="*/ 241890 h 955271"/>
              <a:gd name="connsiteX68" fmla="*/ 4114838 w 5741575"/>
              <a:gd name="connsiteY68" fmla="*/ 238165 h 955271"/>
              <a:gd name="connsiteX69" fmla="*/ 4271023 w 5741575"/>
              <a:gd name="connsiteY69" fmla="*/ 241959 h 955271"/>
              <a:gd name="connsiteX70" fmla="*/ 4367397 w 5741575"/>
              <a:gd name="connsiteY70" fmla="*/ 271442 h 955271"/>
              <a:gd name="connsiteX71" fmla="*/ 4495366 w 5741575"/>
              <a:gd name="connsiteY71" fmla="*/ 271618 h 955271"/>
              <a:gd name="connsiteX72" fmla="*/ 4517347 w 5741575"/>
              <a:gd name="connsiteY72" fmla="*/ 275639 h 955271"/>
              <a:gd name="connsiteX73" fmla="*/ 4546116 w 5741575"/>
              <a:gd name="connsiteY73" fmla="*/ 268568 h 955271"/>
              <a:gd name="connsiteX74" fmla="*/ 4661259 w 5741575"/>
              <a:gd name="connsiteY74" fmla="*/ 238966 h 955271"/>
              <a:gd name="connsiteX75" fmla="*/ 4750403 w 5741575"/>
              <a:gd name="connsiteY75" fmla="*/ 204364 h 955271"/>
              <a:gd name="connsiteX76" fmla="*/ 4867614 w 5741575"/>
              <a:gd name="connsiteY76" fmla="*/ 208668 h 955271"/>
              <a:gd name="connsiteX77" fmla="*/ 4937036 w 5741575"/>
              <a:gd name="connsiteY77" fmla="*/ 195446 h 955271"/>
              <a:gd name="connsiteX78" fmla="*/ 5047626 w 5741575"/>
              <a:gd name="connsiteY78" fmla="*/ 149604 h 955271"/>
              <a:gd name="connsiteX79" fmla="*/ 5200247 w 5741575"/>
              <a:gd name="connsiteY79" fmla="*/ 142695 h 955271"/>
              <a:gd name="connsiteX80" fmla="*/ 5235691 w 5741575"/>
              <a:gd name="connsiteY80" fmla="*/ 173330 h 955271"/>
              <a:gd name="connsiteX81" fmla="*/ 5280133 w 5741575"/>
              <a:gd name="connsiteY81" fmla="*/ 189342 h 955271"/>
              <a:gd name="connsiteX82" fmla="*/ 5291963 w 5741575"/>
              <a:gd name="connsiteY82" fmla="*/ 139446 h 955271"/>
              <a:gd name="connsiteX83" fmla="*/ 5418472 w 5741575"/>
              <a:gd name="connsiteY83" fmla="*/ 89163 h 955271"/>
              <a:gd name="connsiteX84" fmla="*/ 5482354 w 5741575"/>
              <a:gd name="connsiteY84" fmla="*/ 69470 h 955271"/>
              <a:gd name="connsiteX85" fmla="*/ 5583280 w 5741575"/>
              <a:gd name="connsiteY85" fmla="*/ 49787 h 955271"/>
              <a:gd name="connsiteX86" fmla="*/ 5613766 w 5741575"/>
              <a:gd name="connsiteY86" fmla="*/ 41855 h 955271"/>
              <a:gd name="connsiteX87" fmla="*/ 5684952 w 5741575"/>
              <a:gd name="connsiteY87" fmla="*/ 26088 h 955271"/>
              <a:gd name="connsiteX88" fmla="*/ 5741575 w 5741575"/>
              <a:gd name="connsiteY88" fmla="*/ 0 h 955271"/>
              <a:gd name="connsiteX0" fmla="*/ 5741575 w 5741575"/>
              <a:gd name="connsiteY0" fmla="*/ 0 h 955271"/>
              <a:gd name="connsiteX1" fmla="*/ 5741575 w 5741575"/>
              <a:gd name="connsiteY1" fmla="*/ 955271 h 955271"/>
              <a:gd name="connsiteX2" fmla="*/ 0 w 5741575"/>
              <a:gd name="connsiteY2" fmla="*/ 955271 h 955271"/>
              <a:gd name="connsiteX3" fmla="*/ 8558 w 5741575"/>
              <a:gd name="connsiteY3" fmla="*/ 953971 h 955271"/>
              <a:gd name="connsiteX4" fmla="*/ 16894 w 5741575"/>
              <a:gd name="connsiteY4" fmla="*/ 953847 h 955271"/>
              <a:gd name="connsiteX5" fmla="*/ 28156 w 5741575"/>
              <a:gd name="connsiteY5" fmla="*/ 951374 h 955271"/>
              <a:gd name="connsiteX6" fmla="*/ 28293 w 5741575"/>
              <a:gd name="connsiteY6" fmla="*/ 950971 h 955271"/>
              <a:gd name="connsiteX7" fmla="*/ 59229 w 5741575"/>
              <a:gd name="connsiteY7" fmla="*/ 903950 h 955271"/>
              <a:gd name="connsiteX8" fmla="*/ 148657 w 5741575"/>
              <a:gd name="connsiteY8" fmla="*/ 898134 h 955271"/>
              <a:gd name="connsiteX9" fmla="*/ 174554 w 5741575"/>
              <a:gd name="connsiteY9" fmla="*/ 886351 h 955271"/>
              <a:gd name="connsiteX10" fmla="*/ 187633 w 5741575"/>
              <a:gd name="connsiteY10" fmla="*/ 878226 h 955271"/>
              <a:gd name="connsiteX11" fmla="*/ 187961 w 5741575"/>
              <a:gd name="connsiteY11" fmla="*/ 876538 h 955271"/>
              <a:gd name="connsiteX12" fmla="*/ 240501 w 5741575"/>
              <a:gd name="connsiteY12" fmla="*/ 873150 h 955271"/>
              <a:gd name="connsiteX13" fmla="*/ 246345 w 5741575"/>
              <a:gd name="connsiteY13" fmla="*/ 869942 h 955271"/>
              <a:gd name="connsiteX14" fmla="*/ 306299 w 5741575"/>
              <a:gd name="connsiteY14" fmla="*/ 873609 h 955271"/>
              <a:gd name="connsiteX15" fmla="*/ 331571 w 5741575"/>
              <a:gd name="connsiteY15" fmla="*/ 869866 h 955271"/>
              <a:gd name="connsiteX16" fmla="*/ 384157 w 5741575"/>
              <a:gd name="connsiteY16" fmla="*/ 867971 h 955271"/>
              <a:gd name="connsiteX17" fmla="*/ 477637 w 5741575"/>
              <a:gd name="connsiteY17" fmla="*/ 870334 h 955271"/>
              <a:gd name="connsiteX18" fmla="*/ 570239 w 5741575"/>
              <a:gd name="connsiteY18" fmla="*/ 829596 h 955271"/>
              <a:gd name="connsiteX19" fmla="*/ 772070 w 5741575"/>
              <a:gd name="connsiteY19" fmla="*/ 820296 h 955271"/>
              <a:gd name="connsiteX20" fmla="*/ 948872 w 5741575"/>
              <a:gd name="connsiteY20" fmla="*/ 772201 h 955271"/>
              <a:gd name="connsiteX21" fmla="*/ 1127089 w 5741575"/>
              <a:gd name="connsiteY21" fmla="*/ 746926 h 955271"/>
              <a:gd name="connsiteX22" fmla="*/ 1220426 w 5741575"/>
              <a:gd name="connsiteY22" fmla="*/ 721810 h 955271"/>
              <a:gd name="connsiteX23" fmla="*/ 1306771 w 5741575"/>
              <a:gd name="connsiteY23" fmla="*/ 717936 h 955271"/>
              <a:gd name="connsiteX24" fmla="*/ 1374314 w 5741575"/>
              <a:gd name="connsiteY24" fmla="*/ 688815 h 955271"/>
              <a:gd name="connsiteX25" fmla="*/ 1378034 w 5741575"/>
              <a:gd name="connsiteY25" fmla="*/ 685842 h 955271"/>
              <a:gd name="connsiteX26" fmla="*/ 1395604 w 5741575"/>
              <a:gd name="connsiteY26" fmla="*/ 680460 h 955271"/>
              <a:gd name="connsiteX27" fmla="*/ 1397206 w 5741575"/>
              <a:gd name="connsiteY27" fmla="*/ 670793 h 955271"/>
              <a:gd name="connsiteX28" fmla="*/ 1421250 w 5741575"/>
              <a:gd name="connsiteY28" fmla="*/ 656855 h 955271"/>
              <a:gd name="connsiteX29" fmla="*/ 1494753 w 5741575"/>
              <a:gd name="connsiteY29" fmla="*/ 644686 h 955271"/>
              <a:gd name="connsiteX30" fmla="*/ 1616217 w 5741575"/>
              <a:gd name="connsiteY30" fmla="*/ 622107 h 955271"/>
              <a:gd name="connsiteX31" fmla="*/ 1710928 w 5741575"/>
              <a:gd name="connsiteY31" fmla="*/ 600666 h 955271"/>
              <a:gd name="connsiteX32" fmla="*/ 1743718 w 5741575"/>
              <a:gd name="connsiteY32" fmla="*/ 584327 h 955271"/>
              <a:gd name="connsiteX33" fmla="*/ 1873778 w 5741575"/>
              <a:gd name="connsiteY33" fmla="*/ 530130 h 955271"/>
              <a:gd name="connsiteX34" fmla="*/ 1988411 w 5741575"/>
              <a:gd name="connsiteY34" fmla="*/ 491599 h 955271"/>
              <a:gd name="connsiteX35" fmla="*/ 2085507 w 5741575"/>
              <a:gd name="connsiteY35" fmla="*/ 498527 h 955271"/>
              <a:gd name="connsiteX36" fmla="*/ 2090767 w 5741575"/>
              <a:gd name="connsiteY36" fmla="*/ 490616 h 955271"/>
              <a:gd name="connsiteX37" fmla="*/ 2151143 w 5741575"/>
              <a:gd name="connsiteY37" fmla="*/ 478332 h 955271"/>
              <a:gd name="connsiteX38" fmla="*/ 2378710 w 5741575"/>
              <a:gd name="connsiteY38" fmla="*/ 477570 h 955271"/>
              <a:gd name="connsiteX39" fmla="*/ 2496256 w 5741575"/>
              <a:gd name="connsiteY39" fmla="*/ 452396 h 955271"/>
              <a:gd name="connsiteX40" fmla="*/ 2535387 w 5741575"/>
              <a:gd name="connsiteY40" fmla="*/ 436645 h 955271"/>
              <a:gd name="connsiteX41" fmla="*/ 2601109 w 5741575"/>
              <a:gd name="connsiteY41" fmla="*/ 410678 h 955271"/>
              <a:gd name="connsiteX42" fmla="*/ 2643855 w 5741575"/>
              <a:gd name="connsiteY42" fmla="*/ 374482 h 955271"/>
              <a:gd name="connsiteX43" fmla="*/ 2657726 w 5741575"/>
              <a:gd name="connsiteY43" fmla="*/ 365841 h 955271"/>
              <a:gd name="connsiteX44" fmla="*/ 2687125 w 5741575"/>
              <a:gd name="connsiteY44" fmla="*/ 366820 h 955271"/>
              <a:gd name="connsiteX45" fmla="*/ 2697479 w 5741575"/>
              <a:gd name="connsiteY45" fmla="*/ 361430 h 955271"/>
              <a:gd name="connsiteX46" fmla="*/ 2701547 w 5741575"/>
              <a:gd name="connsiteY46" fmla="*/ 361545 h 955271"/>
              <a:gd name="connsiteX47" fmla="*/ 2711054 w 5741575"/>
              <a:gd name="connsiteY47" fmla="*/ 360597 h 955271"/>
              <a:gd name="connsiteX48" fmla="*/ 2710438 w 5741575"/>
              <a:gd name="connsiteY48" fmla="*/ 366958 h 955271"/>
              <a:gd name="connsiteX49" fmla="*/ 2722936 w 5741575"/>
              <a:gd name="connsiteY49" fmla="*/ 377633 h 955271"/>
              <a:gd name="connsiteX50" fmla="*/ 2777227 w 5741575"/>
              <a:gd name="connsiteY50" fmla="*/ 368972 h 955271"/>
              <a:gd name="connsiteX51" fmla="*/ 2779510 w 5741575"/>
              <a:gd name="connsiteY51" fmla="*/ 361652 h 955271"/>
              <a:gd name="connsiteX52" fmla="*/ 2786278 w 5741575"/>
              <a:gd name="connsiteY52" fmla="*/ 359869 h 955271"/>
              <a:gd name="connsiteX53" fmla="*/ 2792101 w 5741575"/>
              <a:gd name="connsiteY53" fmla="*/ 365927 h 955271"/>
              <a:gd name="connsiteX54" fmla="*/ 2885545 w 5741575"/>
              <a:gd name="connsiteY54" fmla="*/ 372818 h 955271"/>
              <a:gd name="connsiteX55" fmla="*/ 3009558 w 5741575"/>
              <a:gd name="connsiteY55" fmla="*/ 370573 h 955271"/>
              <a:gd name="connsiteX56" fmla="*/ 3095010 w 5741575"/>
              <a:gd name="connsiteY56" fmla="*/ 332454 h 955271"/>
              <a:gd name="connsiteX57" fmla="*/ 3103742 w 5741575"/>
              <a:gd name="connsiteY57" fmla="*/ 337974 h 955271"/>
              <a:gd name="connsiteX58" fmla="*/ 3165093 w 5741575"/>
              <a:gd name="connsiteY58" fmla="*/ 329459 h 955271"/>
              <a:gd name="connsiteX59" fmla="*/ 3373785 w 5741575"/>
              <a:gd name="connsiteY59" fmla="*/ 255680 h 955271"/>
              <a:gd name="connsiteX60" fmla="*/ 3493851 w 5741575"/>
              <a:gd name="connsiteY60" fmla="*/ 240255 h 955271"/>
              <a:gd name="connsiteX61" fmla="*/ 3537470 w 5741575"/>
              <a:gd name="connsiteY61" fmla="*/ 241867 h 955271"/>
              <a:gd name="connsiteX62" fmla="*/ 3610489 w 5741575"/>
              <a:gd name="connsiteY62" fmla="*/ 244128 h 955271"/>
              <a:gd name="connsiteX63" fmla="*/ 3667539 w 5741575"/>
              <a:gd name="connsiteY63" fmla="*/ 263271 h 955271"/>
              <a:gd name="connsiteX64" fmla="*/ 3727614 w 5741575"/>
              <a:gd name="connsiteY64" fmla="*/ 258245 h 955271"/>
              <a:gd name="connsiteX65" fmla="*/ 3738369 w 5741575"/>
              <a:gd name="connsiteY65" fmla="*/ 234506 h 955271"/>
              <a:gd name="connsiteX66" fmla="*/ 3803670 w 5741575"/>
              <a:gd name="connsiteY66" fmla="*/ 236457 h 955271"/>
              <a:gd name="connsiteX67" fmla="*/ 3903080 w 5741575"/>
              <a:gd name="connsiteY67" fmla="*/ 241890 h 955271"/>
              <a:gd name="connsiteX68" fmla="*/ 4114838 w 5741575"/>
              <a:gd name="connsiteY68" fmla="*/ 238165 h 955271"/>
              <a:gd name="connsiteX69" fmla="*/ 4271023 w 5741575"/>
              <a:gd name="connsiteY69" fmla="*/ 241959 h 955271"/>
              <a:gd name="connsiteX70" fmla="*/ 4367397 w 5741575"/>
              <a:gd name="connsiteY70" fmla="*/ 271442 h 955271"/>
              <a:gd name="connsiteX71" fmla="*/ 4495366 w 5741575"/>
              <a:gd name="connsiteY71" fmla="*/ 271618 h 955271"/>
              <a:gd name="connsiteX72" fmla="*/ 4517347 w 5741575"/>
              <a:gd name="connsiteY72" fmla="*/ 275639 h 955271"/>
              <a:gd name="connsiteX73" fmla="*/ 4546116 w 5741575"/>
              <a:gd name="connsiteY73" fmla="*/ 268568 h 955271"/>
              <a:gd name="connsiteX74" fmla="*/ 4661259 w 5741575"/>
              <a:gd name="connsiteY74" fmla="*/ 238966 h 955271"/>
              <a:gd name="connsiteX75" fmla="*/ 4750403 w 5741575"/>
              <a:gd name="connsiteY75" fmla="*/ 204364 h 955271"/>
              <a:gd name="connsiteX76" fmla="*/ 4867614 w 5741575"/>
              <a:gd name="connsiteY76" fmla="*/ 208668 h 955271"/>
              <a:gd name="connsiteX77" fmla="*/ 4937036 w 5741575"/>
              <a:gd name="connsiteY77" fmla="*/ 195446 h 955271"/>
              <a:gd name="connsiteX78" fmla="*/ 5047626 w 5741575"/>
              <a:gd name="connsiteY78" fmla="*/ 149604 h 955271"/>
              <a:gd name="connsiteX79" fmla="*/ 5200247 w 5741575"/>
              <a:gd name="connsiteY79" fmla="*/ 142695 h 955271"/>
              <a:gd name="connsiteX80" fmla="*/ 5235691 w 5741575"/>
              <a:gd name="connsiteY80" fmla="*/ 173330 h 955271"/>
              <a:gd name="connsiteX81" fmla="*/ 5280133 w 5741575"/>
              <a:gd name="connsiteY81" fmla="*/ 189342 h 955271"/>
              <a:gd name="connsiteX82" fmla="*/ 5291963 w 5741575"/>
              <a:gd name="connsiteY82" fmla="*/ 139446 h 955271"/>
              <a:gd name="connsiteX83" fmla="*/ 5418472 w 5741575"/>
              <a:gd name="connsiteY83" fmla="*/ 89163 h 955271"/>
              <a:gd name="connsiteX84" fmla="*/ 5482354 w 5741575"/>
              <a:gd name="connsiteY84" fmla="*/ 69470 h 955271"/>
              <a:gd name="connsiteX85" fmla="*/ 5583280 w 5741575"/>
              <a:gd name="connsiteY85" fmla="*/ 49787 h 955271"/>
              <a:gd name="connsiteX86" fmla="*/ 5613766 w 5741575"/>
              <a:gd name="connsiteY86" fmla="*/ 41855 h 955271"/>
              <a:gd name="connsiteX87" fmla="*/ 5684952 w 5741575"/>
              <a:gd name="connsiteY87" fmla="*/ 26088 h 955271"/>
              <a:gd name="connsiteX88" fmla="*/ 5741575 w 5741575"/>
              <a:gd name="connsiteY88" fmla="*/ 0 h 955271"/>
              <a:gd name="connsiteX0" fmla="*/ 5741575 w 5741575"/>
              <a:gd name="connsiteY0" fmla="*/ 0 h 955271"/>
              <a:gd name="connsiteX1" fmla="*/ 5741575 w 5741575"/>
              <a:gd name="connsiteY1" fmla="*/ 955271 h 955271"/>
              <a:gd name="connsiteX2" fmla="*/ 0 w 5741575"/>
              <a:gd name="connsiteY2" fmla="*/ 955271 h 955271"/>
              <a:gd name="connsiteX3" fmla="*/ 8558 w 5741575"/>
              <a:gd name="connsiteY3" fmla="*/ 953971 h 955271"/>
              <a:gd name="connsiteX4" fmla="*/ 16894 w 5741575"/>
              <a:gd name="connsiteY4" fmla="*/ 953847 h 955271"/>
              <a:gd name="connsiteX5" fmla="*/ 28156 w 5741575"/>
              <a:gd name="connsiteY5" fmla="*/ 951374 h 955271"/>
              <a:gd name="connsiteX6" fmla="*/ 28293 w 5741575"/>
              <a:gd name="connsiteY6" fmla="*/ 950971 h 955271"/>
              <a:gd name="connsiteX7" fmla="*/ 59229 w 5741575"/>
              <a:gd name="connsiteY7" fmla="*/ 903950 h 955271"/>
              <a:gd name="connsiteX8" fmla="*/ 148657 w 5741575"/>
              <a:gd name="connsiteY8" fmla="*/ 898134 h 955271"/>
              <a:gd name="connsiteX9" fmla="*/ 174554 w 5741575"/>
              <a:gd name="connsiteY9" fmla="*/ 886351 h 955271"/>
              <a:gd name="connsiteX10" fmla="*/ 187633 w 5741575"/>
              <a:gd name="connsiteY10" fmla="*/ 878226 h 955271"/>
              <a:gd name="connsiteX11" fmla="*/ 187961 w 5741575"/>
              <a:gd name="connsiteY11" fmla="*/ 876538 h 955271"/>
              <a:gd name="connsiteX12" fmla="*/ 240501 w 5741575"/>
              <a:gd name="connsiteY12" fmla="*/ 873150 h 955271"/>
              <a:gd name="connsiteX13" fmla="*/ 246345 w 5741575"/>
              <a:gd name="connsiteY13" fmla="*/ 869942 h 955271"/>
              <a:gd name="connsiteX14" fmla="*/ 306299 w 5741575"/>
              <a:gd name="connsiteY14" fmla="*/ 873609 h 955271"/>
              <a:gd name="connsiteX15" fmla="*/ 331571 w 5741575"/>
              <a:gd name="connsiteY15" fmla="*/ 869866 h 955271"/>
              <a:gd name="connsiteX16" fmla="*/ 384157 w 5741575"/>
              <a:gd name="connsiteY16" fmla="*/ 867971 h 955271"/>
              <a:gd name="connsiteX17" fmla="*/ 477637 w 5741575"/>
              <a:gd name="connsiteY17" fmla="*/ 870334 h 955271"/>
              <a:gd name="connsiteX18" fmla="*/ 570239 w 5741575"/>
              <a:gd name="connsiteY18" fmla="*/ 829596 h 955271"/>
              <a:gd name="connsiteX19" fmla="*/ 772070 w 5741575"/>
              <a:gd name="connsiteY19" fmla="*/ 820296 h 955271"/>
              <a:gd name="connsiteX20" fmla="*/ 948872 w 5741575"/>
              <a:gd name="connsiteY20" fmla="*/ 772201 h 955271"/>
              <a:gd name="connsiteX21" fmla="*/ 1127089 w 5741575"/>
              <a:gd name="connsiteY21" fmla="*/ 746926 h 955271"/>
              <a:gd name="connsiteX22" fmla="*/ 1220426 w 5741575"/>
              <a:gd name="connsiteY22" fmla="*/ 721810 h 955271"/>
              <a:gd name="connsiteX23" fmla="*/ 1306771 w 5741575"/>
              <a:gd name="connsiteY23" fmla="*/ 717936 h 955271"/>
              <a:gd name="connsiteX24" fmla="*/ 1374314 w 5741575"/>
              <a:gd name="connsiteY24" fmla="*/ 688815 h 955271"/>
              <a:gd name="connsiteX25" fmla="*/ 1378034 w 5741575"/>
              <a:gd name="connsiteY25" fmla="*/ 685842 h 955271"/>
              <a:gd name="connsiteX26" fmla="*/ 1395604 w 5741575"/>
              <a:gd name="connsiteY26" fmla="*/ 680460 h 955271"/>
              <a:gd name="connsiteX27" fmla="*/ 1397206 w 5741575"/>
              <a:gd name="connsiteY27" fmla="*/ 670793 h 955271"/>
              <a:gd name="connsiteX28" fmla="*/ 1441364 w 5741575"/>
              <a:gd name="connsiteY28" fmla="*/ 661393 h 955271"/>
              <a:gd name="connsiteX29" fmla="*/ 1494753 w 5741575"/>
              <a:gd name="connsiteY29" fmla="*/ 644686 h 955271"/>
              <a:gd name="connsiteX30" fmla="*/ 1616217 w 5741575"/>
              <a:gd name="connsiteY30" fmla="*/ 622107 h 955271"/>
              <a:gd name="connsiteX31" fmla="*/ 1710928 w 5741575"/>
              <a:gd name="connsiteY31" fmla="*/ 600666 h 955271"/>
              <a:gd name="connsiteX32" fmla="*/ 1743718 w 5741575"/>
              <a:gd name="connsiteY32" fmla="*/ 584327 h 955271"/>
              <a:gd name="connsiteX33" fmla="*/ 1873778 w 5741575"/>
              <a:gd name="connsiteY33" fmla="*/ 530130 h 955271"/>
              <a:gd name="connsiteX34" fmla="*/ 1988411 w 5741575"/>
              <a:gd name="connsiteY34" fmla="*/ 491599 h 955271"/>
              <a:gd name="connsiteX35" fmla="*/ 2085507 w 5741575"/>
              <a:gd name="connsiteY35" fmla="*/ 498527 h 955271"/>
              <a:gd name="connsiteX36" fmla="*/ 2090767 w 5741575"/>
              <a:gd name="connsiteY36" fmla="*/ 490616 h 955271"/>
              <a:gd name="connsiteX37" fmla="*/ 2151143 w 5741575"/>
              <a:gd name="connsiteY37" fmla="*/ 478332 h 955271"/>
              <a:gd name="connsiteX38" fmla="*/ 2378710 w 5741575"/>
              <a:gd name="connsiteY38" fmla="*/ 477570 h 955271"/>
              <a:gd name="connsiteX39" fmla="*/ 2496256 w 5741575"/>
              <a:gd name="connsiteY39" fmla="*/ 452396 h 955271"/>
              <a:gd name="connsiteX40" fmla="*/ 2535387 w 5741575"/>
              <a:gd name="connsiteY40" fmla="*/ 436645 h 955271"/>
              <a:gd name="connsiteX41" fmla="*/ 2601109 w 5741575"/>
              <a:gd name="connsiteY41" fmla="*/ 410678 h 955271"/>
              <a:gd name="connsiteX42" fmla="*/ 2643855 w 5741575"/>
              <a:gd name="connsiteY42" fmla="*/ 374482 h 955271"/>
              <a:gd name="connsiteX43" fmla="*/ 2657726 w 5741575"/>
              <a:gd name="connsiteY43" fmla="*/ 365841 h 955271"/>
              <a:gd name="connsiteX44" fmla="*/ 2687125 w 5741575"/>
              <a:gd name="connsiteY44" fmla="*/ 366820 h 955271"/>
              <a:gd name="connsiteX45" fmla="*/ 2697479 w 5741575"/>
              <a:gd name="connsiteY45" fmla="*/ 361430 h 955271"/>
              <a:gd name="connsiteX46" fmla="*/ 2701547 w 5741575"/>
              <a:gd name="connsiteY46" fmla="*/ 361545 h 955271"/>
              <a:gd name="connsiteX47" fmla="*/ 2711054 w 5741575"/>
              <a:gd name="connsiteY47" fmla="*/ 360597 h 955271"/>
              <a:gd name="connsiteX48" fmla="*/ 2710438 w 5741575"/>
              <a:gd name="connsiteY48" fmla="*/ 366958 h 955271"/>
              <a:gd name="connsiteX49" fmla="*/ 2722936 w 5741575"/>
              <a:gd name="connsiteY49" fmla="*/ 377633 h 955271"/>
              <a:gd name="connsiteX50" fmla="*/ 2777227 w 5741575"/>
              <a:gd name="connsiteY50" fmla="*/ 368972 h 955271"/>
              <a:gd name="connsiteX51" fmla="*/ 2779510 w 5741575"/>
              <a:gd name="connsiteY51" fmla="*/ 361652 h 955271"/>
              <a:gd name="connsiteX52" fmla="*/ 2786278 w 5741575"/>
              <a:gd name="connsiteY52" fmla="*/ 359869 h 955271"/>
              <a:gd name="connsiteX53" fmla="*/ 2792101 w 5741575"/>
              <a:gd name="connsiteY53" fmla="*/ 365927 h 955271"/>
              <a:gd name="connsiteX54" fmla="*/ 2885545 w 5741575"/>
              <a:gd name="connsiteY54" fmla="*/ 372818 h 955271"/>
              <a:gd name="connsiteX55" fmla="*/ 3009558 w 5741575"/>
              <a:gd name="connsiteY55" fmla="*/ 370573 h 955271"/>
              <a:gd name="connsiteX56" fmla="*/ 3095010 w 5741575"/>
              <a:gd name="connsiteY56" fmla="*/ 332454 h 955271"/>
              <a:gd name="connsiteX57" fmla="*/ 3103742 w 5741575"/>
              <a:gd name="connsiteY57" fmla="*/ 337974 h 955271"/>
              <a:gd name="connsiteX58" fmla="*/ 3165093 w 5741575"/>
              <a:gd name="connsiteY58" fmla="*/ 329459 h 955271"/>
              <a:gd name="connsiteX59" fmla="*/ 3373785 w 5741575"/>
              <a:gd name="connsiteY59" fmla="*/ 255680 h 955271"/>
              <a:gd name="connsiteX60" fmla="*/ 3493851 w 5741575"/>
              <a:gd name="connsiteY60" fmla="*/ 240255 h 955271"/>
              <a:gd name="connsiteX61" fmla="*/ 3537470 w 5741575"/>
              <a:gd name="connsiteY61" fmla="*/ 241867 h 955271"/>
              <a:gd name="connsiteX62" fmla="*/ 3610489 w 5741575"/>
              <a:gd name="connsiteY62" fmla="*/ 244128 h 955271"/>
              <a:gd name="connsiteX63" fmla="*/ 3667539 w 5741575"/>
              <a:gd name="connsiteY63" fmla="*/ 263271 h 955271"/>
              <a:gd name="connsiteX64" fmla="*/ 3727614 w 5741575"/>
              <a:gd name="connsiteY64" fmla="*/ 258245 h 955271"/>
              <a:gd name="connsiteX65" fmla="*/ 3738369 w 5741575"/>
              <a:gd name="connsiteY65" fmla="*/ 234506 h 955271"/>
              <a:gd name="connsiteX66" fmla="*/ 3803670 w 5741575"/>
              <a:gd name="connsiteY66" fmla="*/ 236457 h 955271"/>
              <a:gd name="connsiteX67" fmla="*/ 3903080 w 5741575"/>
              <a:gd name="connsiteY67" fmla="*/ 241890 h 955271"/>
              <a:gd name="connsiteX68" fmla="*/ 4114838 w 5741575"/>
              <a:gd name="connsiteY68" fmla="*/ 238165 h 955271"/>
              <a:gd name="connsiteX69" fmla="*/ 4271023 w 5741575"/>
              <a:gd name="connsiteY69" fmla="*/ 241959 h 955271"/>
              <a:gd name="connsiteX70" fmla="*/ 4367397 w 5741575"/>
              <a:gd name="connsiteY70" fmla="*/ 271442 h 955271"/>
              <a:gd name="connsiteX71" fmla="*/ 4495366 w 5741575"/>
              <a:gd name="connsiteY71" fmla="*/ 271618 h 955271"/>
              <a:gd name="connsiteX72" fmla="*/ 4517347 w 5741575"/>
              <a:gd name="connsiteY72" fmla="*/ 275639 h 955271"/>
              <a:gd name="connsiteX73" fmla="*/ 4546116 w 5741575"/>
              <a:gd name="connsiteY73" fmla="*/ 268568 h 955271"/>
              <a:gd name="connsiteX74" fmla="*/ 4661259 w 5741575"/>
              <a:gd name="connsiteY74" fmla="*/ 238966 h 955271"/>
              <a:gd name="connsiteX75" fmla="*/ 4750403 w 5741575"/>
              <a:gd name="connsiteY75" fmla="*/ 204364 h 955271"/>
              <a:gd name="connsiteX76" fmla="*/ 4867614 w 5741575"/>
              <a:gd name="connsiteY76" fmla="*/ 208668 h 955271"/>
              <a:gd name="connsiteX77" fmla="*/ 4937036 w 5741575"/>
              <a:gd name="connsiteY77" fmla="*/ 195446 h 955271"/>
              <a:gd name="connsiteX78" fmla="*/ 5047626 w 5741575"/>
              <a:gd name="connsiteY78" fmla="*/ 149604 h 955271"/>
              <a:gd name="connsiteX79" fmla="*/ 5200247 w 5741575"/>
              <a:gd name="connsiteY79" fmla="*/ 142695 h 955271"/>
              <a:gd name="connsiteX80" fmla="*/ 5235691 w 5741575"/>
              <a:gd name="connsiteY80" fmla="*/ 173330 h 955271"/>
              <a:gd name="connsiteX81" fmla="*/ 5280133 w 5741575"/>
              <a:gd name="connsiteY81" fmla="*/ 189342 h 955271"/>
              <a:gd name="connsiteX82" fmla="*/ 5291963 w 5741575"/>
              <a:gd name="connsiteY82" fmla="*/ 139446 h 955271"/>
              <a:gd name="connsiteX83" fmla="*/ 5418472 w 5741575"/>
              <a:gd name="connsiteY83" fmla="*/ 89163 h 955271"/>
              <a:gd name="connsiteX84" fmla="*/ 5482354 w 5741575"/>
              <a:gd name="connsiteY84" fmla="*/ 69470 h 955271"/>
              <a:gd name="connsiteX85" fmla="*/ 5583280 w 5741575"/>
              <a:gd name="connsiteY85" fmla="*/ 49787 h 955271"/>
              <a:gd name="connsiteX86" fmla="*/ 5613766 w 5741575"/>
              <a:gd name="connsiteY86" fmla="*/ 41855 h 955271"/>
              <a:gd name="connsiteX87" fmla="*/ 5684952 w 5741575"/>
              <a:gd name="connsiteY87" fmla="*/ 26088 h 955271"/>
              <a:gd name="connsiteX88" fmla="*/ 5741575 w 5741575"/>
              <a:gd name="connsiteY88" fmla="*/ 0 h 955271"/>
              <a:gd name="connsiteX0" fmla="*/ 5741575 w 5741575"/>
              <a:gd name="connsiteY0" fmla="*/ 0 h 955271"/>
              <a:gd name="connsiteX1" fmla="*/ 5741575 w 5741575"/>
              <a:gd name="connsiteY1" fmla="*/ 955271 h 955271"/>
              <a:gd name="connsiteX2" fmla="*/ 0 w 5741575"/>
              <a:gd name="connsiteY2" fmla="*/ 955271 h 955271"/>
              <a:gd name="connsiteX3" fmla="*/ 8558 w 5741575"/>
              <a:gd name="connsiteY3" fmla="*/ 953971 h 955271"/>
              <a:gd name="connsiteX4" fmla="*/ 16894 w 5741575"/>
              <a:gd name="connsiteY4" fmla="*/ 953847 h 955271"/>
              <a:gd name="connsiteX5" fmla="*/ 28156 w 5741575"/>
              <a:gd name="connsiteY5" fmla="*/ 951374 h 955271"/>
              <a:gd name="connsiteX6" fmla="*/ 28293 w 5741575"/>
              <a:gd name="connsiteY6" fmla="*/ 950971 h 955271"/>
              <a:gd name="connsiteX7" fmla="*/ 59229 w 5741575"/>
              <a:gd name="connsiteY7" fmla="*/ 903950 h 955271"/>
              <a:gd name="connsiteX8" fmla="*/ 148657 w 5741575"/>
              <a:gd name="connsiteY8" fmla="*/ 898134 h 955271"/>
              <a:gd name="connsiteX9" fmla="*/ 174554 w 5741575"/>
              <a:gd name="connsiteY9" fmla="*/ 886351 h 955271"/>
              <a:gd name="connsiteX10" fmla="*/ 187633 w 5741575"/>
              <a:gd name="connsiteY10" fmla="*/ 878226 h 955271"/>
              <a:gd name="connsiteX11" fmla="*/ 187961 w 5741575"/>
              <a:gd name="connsiteY11" fmla="*/ 876538 h 955271"/>
              <a:gd name="connsiteX12" fmla="*/ 240501 w 5741575"/>
              <a:gd name="connsiteY12" fmla="*/ 873150 h 955271"/>
              <a:gd name="connsiteX13" fmla="*/ 246345 w 5741575"/>
              <a:gd name="connsiteY13" fmla="*/ 869942 h 955271"/>
              <a:gd name="connsiteX14" fmla="*/ 306299 w 5741575"/>
              <a:gd name="connsiteY14" fmla="*/ 873609 h 955271"/>
              <a:gd name="connsiteX15" fmla="*/ 331571 w 5741575"/>
              <a:gd name="connsiteY15" fmla="*/ 869866 h 955271"/>
              <a:gd name="connsiteX16" fmla="*/ 384157 w 5741575"/>
              <a:gd name="connsiteY16" fmla="*/ 867971 h 955271"/>
              <a:gd name="connsiteX17" fmla="*/ 477637 w 5741575"/>
              <a:gd name="connsiteY17" fmla="*/ 870334 h 955271"/>
              <a:gd name="connsiteX18" fmla="*/ 570239 w 5741575"/>
              <a:gd name="connsiteY18" fmla="*/ 829596 h 955271"/>
              <a:gd name="connsiteX19" fmla="*/ 772070 w 5741575"/>
              <a:gd name="connsiteY19" fmla="*/ 820296 h 955271"/>
              <a:gd name="connsiteX20" fmla="*/ 948872 w 5741575"/>
              <a:gd name="connsiteY20" fmla="*/ 772201 h 955271"/>
              <a:gd name="connsiteX21" fmla="*/ 1127089 w 5741575"/>
              <a:gd name="connsiteY21" fmla="*/ 746926 h 955271"/>
              <a:gd name="connsiteX22" fmla="*/ 1220426 w 5741575"/>
              <a:gd name="connsiteY22" fmla="*/ 721810 h 955271"/>
              <a:gd name="connsiteX23" fmla="*/ 1306771 w 5741575"/>
              <a:gd name="connsiteY23" fmla="*/ 717936 h 955271"/>
              <a:gd name="connsiteX24" fmla="*/ 1374314 w 5741575"/>
              <a:gd name="connsiteY24" fmla="*/ 688815 h 955271"/>
              <a:gd name="connsiteX25" fmla="*/ 1378034 w 5741575"/>
              <a:gd name="connsiteY25" fmla="*/ 685842 h 955271"/>
              <a:gd name="connsiteX26" fmla="*/ 1395604 w 5741575"/>
              <a:gd name="connsiteY26" fmla="*/ 680460 h 955271"/>
              <a:gd name="connsiteX27" fmla="*/ 1397206 w 5741575"/>
              <a:gd name="connsiteY27" fmla="*/ 670793 h 955271"/>
              <a:gd name="connsiteX28" fmla="*/ 1494753 w 5741575"/>
              <a:gd name="connsiteY28" fmla="*/ 644686 h 955271"/>
              <a:gd name="connsiteX29" fmla="*/ 1616217 w 5741575"/>
              <a:gd name="connsiteY29" fmla="*/ 622107 h 955271"/>
              <a:gd name="connsiteX30" fmla="*/ 1710928 w 5741575"/>
              <a:gd name="connsiteY30" fmla="*/ 600666 h 955271"/>
              <a:gd name="connsiteX31" fmla="*/ 1743718 w 5741575"/>
              <a:gd name="connsiteY31" fmla="*/ 584327 h 955271"/>
              <a:gd name="connsiteX32" fmla="*/ 1873778 w 5741575"/>
              <a:gd name="connsiteY32" fmla="*/ 530130 h 955271"/>
              <a:gd name="connsiteX33" fmla="*/ 1988411 w 5741575"/>
              <a:gd name="connsiteY33" fmla="*/ 491599 h 955271"/>
              <a:gd name="connsiteX34" fmla="*/ 2085507 w 5741575"/>
              <a:gd name="connsiteY34" fmla="*/ 498527 h 955271"/>
              <a:gd name="connsiteX35" fmla="*/ 2090767 w 5741575"/>
              <a:gd name="connsiteY35" fmla="*/ 490616 h 955271"/>
              <a:gd name="connsiteX36" fmla="*/ 2151143 w 5741575"/>
              <a:gd name="connsiteY36" fmla="*/ 478332 h 955271"/>
              <a:gd name="connsiteX37" fmla="*/ 2378710 w 5741575"/>
              <a:gd name="connsiteY37" fmla="*/ 477570 h 955271"/>
              <a:gd name="connsiteX38" fmla="*/ 2496256 w 5741575"/>
              <a:gd name="connsiteY38" fmla="*/ 452396 h 955271"/>
              <a:gd name="connsiteX39" fmla="*/ 2535387 w 5741575"/>
              <a:gd name="connsiteY39" fmla="*/ 436645 h 955271"/>
              <a:gd name="connsiteX40" fmla="*/ 2601109 w 5741575"/>
              <a:gd name="connsiteY40" fmla="*/ 410678 h 955271"/>
              <a:gd name="connsiteX41" fmla="*/ 2643855 w 5741575"/>
              <a:gd name="connsiteY41" fmla="*/ 374482 h 955271"/>
              <a:gd name="connsiteX42" fmla="*/ 2657726 w 5741575"/>
              <a:gd name="connsiteY42" fmla="*/ 365841 h 955271"/>
              <a:gd name="connsiteX43" fmla="*/ 2687125 w 5741575"/>
              <a:gd name="connsiteY43" fmla="*/ 366820 h 955271"/>
              <a:gd name="connsiteX44" fmla="*/ 2697479 w 5741575"/>
              <a:gd name="connsiteY44" fmla="*/ 361430 h 955271"/>
              <a:gd name="connsiteX45" fmla="*/ 2701547 w 5741575"/>
              <a:gd name="connsiteY45" fmla="*/ 361545 h 955271"/>
              <a:gd name="connsiteX46" fmla="*/ 2711054 w 5741575"/>
              <a:gd name="connsiteY46" fmla="*/ 360597 h 955271"/>
              <a:gd name="connsiteX47" fmla="*/ 2710438 w 5741575"/>
              <a:gd name="connsiteY47" fmla="*/ 366958 h 955271"/>
              <a:gd name="connsiteX48" fmla="*/ 2722936 w 5741575"/>
              <a:gd name="connsiteY48" fmla="*/ 377633 h 955271"/>
              <a:gd name="connsiteX49" fmla="*/ 2777227 w 5741575"/>
              <a:gd name="connsiteY49" fmla="*/ 368972 h 955271"/>
              <a:gd name="connsiteX50" fmla="*/ 2779510 w 5741575"/>
              <a:gd name="connsiteY50" fmla="*/ 361652 h 955271"/>
              <a:gd name="connsiteX51" fmla="*/ 2786278 w 5741575"/>
              <a:gd name="connsiteY51" fmla="*/ 359869 h 955271"/>
              <a:gd name="connsiteX52" fmla="*/ 2792101 w 5741575"/>
              <a:gd name="connsiteY52" fmla="*/ 365927 h 955271"/>
              <a:gd name="connsiteX53" fmla="*/ 2885545 w 5741575"/>
              <a:gd name="connsiteY53" fmla="*/ 372818 h 955271"/>
              <a:gd name="connsiteX54" fmla="*/ 3009558 w 5741575"/>
              <a:gd name="connsiteY54" fmla="*/ 370573 h 955271"/>
              <a:gd name="connsiteX55" fmla="*/ 3095010 w 5741575"/>
              <a:gd name="connsiteY55" fmla="*/ 332454 h 955271"/>
              <a:gd name="connsiteX56" fmla="*/ 3103742 w 5741575"/>
              <a:gd name="connsiteY56" fmla="*/ 337974 h 955271"/>
              <a:gd name="connsiteX57" fmla="*/ 3165093 w 5741575"/>
              <a:gd name="connsiteY57" fmla="*/ 329459 h 955271"/>
              <a:gd name="connsiteX58" fmla="*/ 3373785 w 5741575"/>
              <a:gd name="connsiteY58" fmla="*/ 255680 h 955271"/>
              <a:gd name="connsiteX59" fmla="*/ 3493851 w 5741575"/>
              <a:gd name="connsiteY59" fmla="*/ 240255 h 955271"/>
              <a:gd name="connsiteX60" fmla="*/ 3537470 w 5741575"/>
              <a:gd name="connsiteY60" fmla="*/ 241867 h 955271"/>
              <a:gd name="connsiteX61" fmla="*/ 3610489 w 5741575"/>
              <a:gd name="connsiteY61" fmla="*/ 244128 h 955271"/>
              <a:gd name="connsiteX62" fmla="*/ 3667539 w 5741575"/>
              <a:gd name="connsiteY62" fmla="*/ 263271 h 955271"/>
              <a:gd name="connsiteX63" fmla="*/ 3727614 w 5741575"/>
              <a:gd name="connsiteY63" fmla="*/ 258245 h 955271"/>
              <a:gd name="connsiteX64" fmla="*/ 3738369 w 5741575"/>
              <a:gd name="connsiteY64" fmla="*/ 234506 h 955271"/>
              <a:gd name="connsiteX65" fmla="*/ 3803670 w 5741575"/>
              <a:gd name="connsiteY65" fmla="*/ 236457 h 955271"/>
              <a:gd name="connsiteX66" fmla="*/ 3903080 w 5741575"/>
              <a:gd name="connsiteY66" fmla="*/ 241890 h 955271"/>
              <a:gd name="connsiteX67" fmla="*/ 4114838 w 5741575"/>
              <a:gd name="connsiteY67" fmla="*/ 238165 h 955271"/>
              <a:gd name="connsiteX68" fmla="*/ 4271023 w 5741575"/>
              <a:gd name="connsiteY68" fmla="*/ 241959 h 955271"/>
              <a:gd name="connsiteX69" fmla="*/ 4367397 w 5741575"/>
              <a:gd name="connsiteY69" fmla="*/ 271442 h 955271"/>
              <a:gd name="connsiteX70" fmla="*/ 4495366 w 5741575"/>
              <a:gd name="connsiteY70" fmla="*/ 271618 h 955271"/>
              <a:gd name="connsiteX71" fmla="*/ 4517347 w 5741575"/>
              <a:gd name="connsiteY71" fmla="*/ 275639 h 955271"/>
              <a:gd name="connsiteX72" fmla="*/ 4546116 w 5741575"/>
              <a:gd name="connsiteY72" fmla="*/ 268568 h 955271"/>
              <a:gd name="connsiteX73" fmla="*/ 4661259 w 5741575"/>
              <a:gd name="connsiteY73" fmla="*/ 238966 h 955271"/>
              <a:gd name="connsiteX74" fmla="*/ 4750403 w 5741575"/>
              <a:gd name="connsiteY74" fmla="*/ 204364 h 955271"/>
              <a:gd name="connsiteX75" fmla="*/ 4867614 w 5741575"/>
              <a:gd name="connsiteY75" fmla="*/ 208668 h 955271"/>
              <a:gd name="connsiteX76" fmla="*/ 4937036 w 5741575"/>
              <a:gd name="connsiteY76" fmla="*/ 195446 h 955271"/>
              <a:gd name="connsiteX77" fmla="*/ 5047626 w 5741575"/>
              <a:gd name="connsiteY77" fmla="*/ 149604 h 955271"/>
              <a:gd name="connsiteX78" fmla="*/ 5200247 w 5741575"/>
              <a:gd name="connsiteY78" fmla="*/ 142695 h 955271"/>
              <a:gd name="connsiteX79" fmla="*/ 5235691 w 5741575"/>
              <a:gd name="connsiteY79" fmla="*/ 173330 h 955271"/>
              <a:gd name="connsiteX80" fmla="*/ 5280133 w 5741575"/>
              <a:gd name="connsiteY80" fmla="*/ 189342 h 955271"/>
              <a:gd name="connsiteX81" fmla="*/ 5291963 w 5741575"/>
              <a:gd name="connsiteY81" fmla="*/ 139446 h 955271"/>
              <a:gd name="connsiteX82" fmla="*/ 5418472 w 5741575"/>
              <a:gd name="connsiteY82" fmla="*/ 89163 h 955271"/>
              <a:gd name="connsiteX83" fmla="*/ 5482354 w 5741575"/>
              <a:gd name="connsiteY83" fmla="*/ 69470 h 955271"/>
              <a:gd name="connsiteX84" fmla="*/ 5583280 w 5741575"/>
              <a:gd name="connsiteY84" fmla="*/ 49787 h 955271"/>
              <a:gd name="connsiteX85" fmla="*/ 5613766 w 5741575"/>
              <a:gd name="connsiteY85" fmla="*/ 41855 h 955271"/>
              <a:gd name="connsiteX86" fmla="*/ 5684952 w 5741575"/>
              <a:gd name="connsiteY86" fmla="*/ 26088 h 955271"/>
              <a:gd name="connsiteX87" fmla="*/ 5741575 w 5741575"/>
              <a:gd name="connsiteY87" fmla="*/ 0 h 955271"/>
              <a:gd name="connsiteX0" fmla="*/ 5741575 w 5741575"/>
              <a:gd name="connsiteY0" fmla="*/ 0 h 955271"/>
              <a:gd name="connsiteX1" fmla="*/ 5741575 w 5741575"/>
              <a:gd name="connsiteY1" fmla="*/ 955271 h 955271"/>
              <a:gd name="connsiteX2" fmla="*/ 0 w 5741575"/>
              <a:gd name="connsiteY2" fmla="*/ 955271 h 955271"/>
              <a:gd name="connsiteX3" fmla="*/ 8558 w 5741575"/>
              <a:gd name="connsiteY3" fmla="*/ 953971 h 955271"/>
              <a:gd name="connsiteX4" fmla="*/ 16894 w 5741575"/>
              <a:gd name="connsiteY4" fmla="*/ 953847 h 955271"/>
              <a:gd name="connsiteX5" fmla="*/ 28156 w 5741575"/>
              <a:gd name="connsiteY5" fmla="*/ 951374 h 955271"/>
              <a:gd name="connsiteX6" fmla="*/ 28293 w 5741575"/>
              <a:gd name="connsiteY6" fmla="*/ 950971 h 955271"/>
              <a:gd name="connsiteX7" fmla="*/ 59229 w 5741575"/>
              <a:gd name="connsiteY7" fmla="*/ 903950 h 955271"/>
              <a:gd name="connsiteX8" fmla="*/ 148657 w 5741575"/>
              <a:gd name="connsiteY8" fmla="*/ 898134 h 955271"/>
              <a:gd name="connsiteX9" fmla="*/ 174554 w 5741575"/>
              <a:gd name="connsiteY9" fmla="*/ 886351 h 955271"/>
              <a:gd name="connsiteX10" fmla="*/ 187633 w 5741575"/>
              <a:gd name="connsiteY10" fmla="*/ 878226 h 955271"/>
              <a:gd name="connsiteX11" fmla="*/ 187961 w 5741575"/>
              <a:gd name="connsiteY11" fmla="*/ 876538 h 955271"/>
              <a:gd name="connsiteX12" fmla="*/ 240501 w 5741575"/>
              <a:gd name="connsiteY12" fmla="*/ 873150 h 955271"/>
              <a:gd name="connsiteX13" fmla="*/ 246345 w 5741575"/>
              <a:gd name="connsiteY13" fmla="*/ 869942 h 955271"/>
              <a:gd name="connsiteX14" fmla="*/ 306299 w 5741575"/>
              <a:gd name="connsiteY14" fmla="*/ 873609 h 955271"/>
              <a:gd name="connsiteX15" fmla="*/ 331571 w 5741575"/>
              <a:gd name="connsiteY15" fmla="*/ 869866 h 955271"/>
              <a:gd name="connsiteX16" fmla="*/ 384157 w 5741575"/>
              <a:gd name="connsiteY16" fmla="*/ 867971 h 955271"/>
              <a:gd name="connsiteX17" fmla="*/ 477637 w 5741575"/>
              <a:gd name="connsiteY17" fmla="*/ 870334 h 955271"/>
              <a:gd name="connsiteX18" fmla="*/ 570239 w 5741575"/>
              <a:gd name="connsiteY18" fmla="*/ 829596 h 955271"/>
              <a:gd name="connsiteX19" fmla="*/ 772070 w 5741575"/>
              <a:gd name="connsiteY19" fmla="*/ 820296 h 955271"/>
              <a:gd name="connsiteX20" fmla="*/ 948872 w 5741575"/>
              <a:gd name="connsiteY20" fmla="*/ 772201 h 955271"/>
              <a:gd name="connsiteX21" fmla="*/ 1127089 w 5741575"/>
              <a:gd name="connsiteY21" fmla="*/ 746926 h 955271"/>
              <a:gd name="connsiteX22" fmla="*/ 1306771 w 5741575"/>
              <a:gd name="connsiteY22" fmla="*/ 717936 h 955271"/>
              <a:gd name="connsiteX23" fmla="*/ 1374314 w 5741575"/>
              <a:gd name="connsiteY23" fmla="*/ 688815 h 955271"/>
              <a:gd name="connsiteX24" fmla="*/ 1378034 w 5741575"/>
              <a:gd name="connsiteY24" fmla="*/ 685842 h 955271"/>
              <a:gd name="connsiteX25" fmla="*/ 1395604 w 5741575"/>
              <a:gd name="connsiteY25" fmla="*/ 680460 h 955271"/>
              <a:gd name="connsiteX26" fmla="*/ 1397206 w 5741575"/>
              <a:gd name="connsiteY26" fmla="*/ 670793 h 955271"/>
              <a:gd name="connsiteX27" fmla="*/ 1494753 w 5741575"/>
              <a:gd name="connsiteY27" fmla="*/ 644686 h 955271"/>
              <a:gd name="connsiteX28" fmla="*/ 1616217 w 5741575"/>
              <a:gd name="connsiteY28" fmla="*/ 622107 h 955271"/>
              <a:gd name="connsiteX29" fmla="*/ 1710928 w 5741575"/>
              <a:gd name="connsiteY29" fmla="*/ 600666 h 955271"/>
              <a:gd name="connsiteX30" fmla="*/ 1743718 w 5741575"/>
              <a:gd name="connsiteY30" fmla="*/ 584327 h 955271"/>
              <a:gd name="connsiteX31" fmla="*/ 1873778 w 5741575"/>
              <a:gd name="connsiteY31" fmla="*/ 530130 h 955271"/>
              <a:gd name="connsiteX32" fmla="*/ 1988411 w 5741575"/>
              <a:gd name="connsiteY32" fmla="*/ 491599 h 955271"/>
              <a:gd name="connsiteX33" fmla="*/ 2085507 w 5741575"/>
              <a:gd name="connsiteY33" fmla="*/ 498527 h 955271"/>
              <a:gd name="connsiteX34" fmla="*/ 2090767 w 5741575"/>
              <a:gd name="connsiteY34" fmla="*/ 490616 h 955271"/>
              <a:gd name="connsiteX35" fmla="*/ 2151143 w 5741575"/>
              <a:gd name="connsiteY35" fmla="*/ 478332 h 955271"/>
              <a:gd name="connsiteX36" fmla="*/ 2378710 w 5741575"/>
              <a:gd name="connsiteY36" fmla="*/ 477570 h 955271"/>
              <a:gd name="connsiteX37" fmla="*/ 2496256 w 5741575"/>
              <a:gd name="connsiteY37" fmla="*/ 452396 h 955271"/>
              <a:gd name="connsiteX38" fmla="*/ 2535387 w 5741575"/>
              <a:gd name="connsiteY38" fmla="*/ 436645 h 955271"/>
              <a:gd name="connsiteX39" fmla="*/ 2601109 w 5741575"/>
              <a:gd name="connsiteY39" fmla="*/ 410678 h 955271"/>
              <a:gd name="connsiteX40" fmla="*/ 2643855 w 5741575"/>
              <a:gd name="connsiteY40" fmla="*/ 374482 h 955271"/>
              <a:gd name="connsiteX41" fmla="*/ 2657726 w 5741575"/>
              <a:gd name="connsiteY41" fmla="*/ 365841 h 955271"/>
              <a:gd name="connsiteX42" fmla="*/ 2687125 w 5741575"/>
              <a:gd name="connsiteY42" fmla="*/ 366820 h 955271"/>
              <a:gd name="connsiteX43" fmla="*/ 2697479 w 5741575"/>
              <a:gd name="connsiteY43" fmla="*/ 361430 h 955271"/>
              <a:gd name="connsiteX44" fmla="*/ 2701547 w 5741575"/>
              <a:gd name="connsiteY44" fmla="*/ 361545 h 955271"/>
              <a:gd name="connsiteX45" fmla="*/ 2711054 w 5741575"/>
              <a:gd name="connsiteY45" fmla="*/ 360597 h 955271"/>
              <a:gd name="connsiteX46" fmla="*/ 2710438 w 5741575"/>
              <a:gd name="connsiteY46" fmla="*/ 366958 h 955271"/>
              <a:gd name="connsiteX47" fmla="*/ 2722936 w 5741575"/>
              <a:gd name="connsiteY47" fmla="*/ 377633 h 955271"/>
              <a:gd name="connsiteX48" fmla="*/ 2777227 w 5741575"/>
              <a:gd name="connsiteY48" fmla="*/ 368972 h 955271"/>
              <a:gd name="connsiteX49" fmla="*/ 2779510 w 5741575"/>
              <a:gd name="connsiteY49" fmla="*/ 361652 h 955271"/>
              <a:gd name="connsiteX50" fmla="*/ 2786278 w 5741575"/>
              <a:gd name="connsiteY50" fmla="*/ 359869 h 955271"/>
              <a:gd name="connsiteX51" fmla="*/ 2792101 w 5741575"/>
              <a:gd name="connsiteY51" fmla="*/ 365927 h 955271"/>
              <a:gd name="connsiteX52" fmla="*/ 2885545 w 5741575"/>
              <a:gd name="connsiteY52" fmla="*/ 372818 h 955271"/>
              <a:gd name="connsiteX53" fmla="*/ 3009558 w 5741575"/>
              <a:gd name="connsiteY53" fmla="*/ 370573 h 955271"/>
              <a:gd name="connsiteX54" fmla="*/ 3095010 w 5741575"/>
              <a:gd name="connsiteY54" fmla="*/ 332454 h 955271"/>
              <a:gd name="connsiteX55" fmla="*/ 3103742 w 5741575"/>
              <a:gd name="connsiteY55" fmla="*/ 337974 h 955271"/>
              <a:gd name="connsiteX56" fmla="*/ 3165093 w 5741575"/>
              <a:gd name="connsiteY56" fmla="*/ 329459 h 955271"/>
              <a:gd name="connsiteX57" fmla="*/ 3373785 w 5741575"/>
              <a:gd name="connsiteY57" fmla="*/ 255680 h 955271"/>
              <a:gd name="connsiteX58" fmla="*/ 3493851 w 5741575"/>
              <a:gd name="connsiteY58" fmla="*/ 240255 h 955271"/>
              <a:gd name="connsiteX59" fmla="*/ 3537470 w 5741575"/>
              <a:gd name="connsiteY59" fmla="*/ 241867 h 955271"/>
              <a:gd name="connsiteX60" fmla="*/ 3610489 w 5741575"/>
              <a:gd name="connsiteY60" fmla="*/ 244128 h 955271"/>
              <a:gd name="connsiteX61" fmla="*/ 3667539 w 5741575"/>
              <a:gd name="connsiteY61" fmla="*/ 263271 h 955271"/>
              <a:gd name="connsiteX62" fmla="*/ 3727614 w 5741575"/>
              <a:gd name="connsiteY62" fmla="*/ 258245 h 955271"/>
              <a:gd name="connsiteX63" fmla="*/ 3738369 w 5741575"/>
              <a:gd name="connsiteY63" fmla="*/ 234506 h 955271"/>
              <a:gd name="connsiteX64" fmla="*/ 3803670 w 5741575"/>
              <a:gd name="connsiteY64" fmla="*/ 236457 h 955271"/>
              <a:gd name="connsiteX65" fmla="*/ 3903080 w 5741575"/>
              <a:gd name="connsiteY65" fmla="*/ 241890 h 955271"/>
              <a:gd name="connsiteX66" fmla="*/ 4114838 w 5741575"/>
              <a:gd name="connsiteY66" fmla="*/ 238165 h 955271"/>
              <a:gd name="connsiteX67" fmla="*/ 4271023 w 5741575"/>
              <a:gd name="connsiteY67" fmla="*/ 241959 h 955271"/>
              <a:gd name="connsiteX68" fmla="*/ 4367397 w 5741575"/>
              <a:gd name="connsiteY68" fmla="*/ 271442 h 955271"/>
              <a:gd name="connsiteX69" fmla="*/ 4495366 w 5741575"/>
              <a:gd name="connsiteY69" fmla="*/ 271618 h 955271"/>
              <a:gd name="connsiteX70" fmla="*/ 4517347 w 5741575"/>
              <a:gd name="connsiteY70" fmla="*/ 275639 h 955271"/>
              <a:gd name="connsiteX71" fmla="*/ 4546116 w 5741575"/>
              <a:gd name="connsiteY71" fmla="*/ 268568 h 955271"/>
              <a:gd name="connsiteX72" fmla="*/ 4661259 w 5741575"/>
              <a:gd name="connsiteY72" fmla="*/ 238966 h 955271"/>
              <a:gd name="connsiteX73" fmla="*/ 4750403 w 5741575"/>
              <a:gd name="connsiteY73" fmla="*/ 204364 h 955271"/>
              <a:gd name="connsiteX74" fmla="*/ 4867614 w 5741575"/>
              <a:gd name="connsiteY74" fmla="*/ 208668 h 955271"/>
              <a:gd name="connsiteX75" fmla="*/ 4937036 w 5741575"/>
              <a:gd name="connsiteY75" fmla="*/ 195446 h 955271"/>
              <a:gd name="connsiteX76" fmla="*/ 5047626 w 5741575"/>
              <a:gd name="connsiteY76" fmla="*/ 149604 h 955271"/>
              <a:gd name="connsiteX77" fmla="*/ 5200247 w 5741575"/>
              <a:gd name="connsiteY77" fmla="*/ 142695 h 955271"/>
              <a:gd name="connsiteX78" fmla="*/ 5235691 w 5741575"/>
              <a:gd name="connsiteY78" fmla="*/ 173330 h 955271"/>
              <a:gd name="connsiteX79" fmla="*/ 5280133 w 5741575"/>
              <a:gd name="connsiteY79" fmla="*/ 189342 h 955271"/>
              <a:gd name="connsiteX80" fmla="*/ 5291963 w 5741575"/>
              <a:gd name="connsiteY80" fmla="*/ 139446 h 955271"/>
              <a:gd name="connsiteX81" fmla="*/ 5418472 w 5741575"/>
              <a:gd name="connsiteY81" fmla="*/ 89163 h 955271"/>
              <a:gd name="connsiteX82" fmla="*/ 5482354 w 5741575"/>
              <a:gd name="connsiteY82" fmla="*/ 69470 h 955271"/>
              <a:gd name="connsiteX83" fmla="*/ 5583280 w 5741575"/>
              <a:gd name="connsiteY83" fmla="*/ 49787 h 955271"/>
              <a:gd name="connsiteX84" fmla="*/ 5613766 w 5741575"/>
              <a:gd name="connsiteY84" fmla="*/ 41855 h 955271"/>
              <a:gd name="connsiteX85" fmla="*/ 5684952 w 5741575"/>
              <a:gd name="connsiteY85" fmla="*/ 26088 h 955271"/>
              <a:gd name="connsiteX86" fmla="*/ 5741575 w 5741575"/>
              <a:gd name="connsiteY86" fmla="*/ 0 h 955271"/>
              <a:gd name="connsiteX0" fmla="*/ 5741575 w 5741575"/>
              <a:gd name="connsiteY0" fmla="*/ 0 h 955271"/>
              <a:gd name="connsiteX1" fmla="*/ 5741575 w 5741575"/>
              <a:gd name="connsiteY1" fmla="*/ 955271 h 955271"/>
              <a:gd name="connsiteX2" fmla="*/ 0 w 5741575"/>
              <a:gd name="connsiteY2" fmla="*/ 955271 h 955271"/>
              <a:gd name="connsiteX3" fmla="*/ 8558 w 5741575"/>
              <a:gd name="connsiteY3" fmla="*/ 953971 h 955271"/>
              <a:gd name="connsiteX4" fmla="*/ 16894 w 5741575"/>
              <a:gd name="connsiteY4" fmla="*/ 953847 h 955271"/>
              <a:gd name="connsiteX5" fmla="*/ 28156 w 5741575"/>
              <a:gd name="connsiteY5" fmla="*/ 951374 h 955271"/>
              <a:gd name="connsiteX6" fmla="*/ 28293 w 5741575"/>
              <a:gd name="connsiteY6" fmla="*/ 950971 h 955271"/>
              <a:gd name="connsiteX7" fmla="*/ 59229 w 5741575"/>
              <a:gd name="connsiteY7" fmla="*/ 903950 h 955271"/>
              <a:gd name="connsiteX8" fmla="*/ 148657 w 5741575"/>
              <a:gd name="connsiteY8" fmla="*/ 898134 h 955271"/>
              <a:gd name="connsiteX9" fmla="*/ 174554 w 5741575"/>
              <a:gd name="connsiteY9" fmla="*/ 886351 h 955271"/>
              <a:gd name="connsiteX10" fmla="*/ 187633 w 5741575"/>
              <a:gd name="connsiteY10" fmla="*/ 878226 h 955271"/>
              <a:gd name="connsiteX11" fmla="*/ 187961 w 5741575"/>
              <a:gd name="connsiteY11" fmla="*/ 876538 h 955271"/>
              <a:gd name="connsiteX12" fmla="*/ 240501 w 5741575"/>
              <a:gd name="connsiteY12" fmla="*/ 873150 h 955271"/>
              <a:gd name="connsiteX13" fmla="*/ 246345 w 5741575"/>
              <a:gd name="connsiteY13" fmla="*/ 869942 h 955271"/>
              <a:gd name="connsiteX14" fmla="*/ 306299 w 5741575"/>
              <a:gd name="connsiteY14" fmla="*/ 873609 h 955271"/>
              <a:gd name="connsiteX15" fmla="*/ 331571 w 5741575"/>
              <a:gd name="connsiteY15" fmla="*/ 869866 h 955271"/>
              <a:gd name="connsiteX16" fmla="*/ 384157 w 5741575"/>
              <a:gd name="connsiteY16" fmla="*/ 867971 h 955271"/>
              <a:gd name="connsiteX17" fmla="*/ 477637 w 5741575"/>
              <a:gd name="connsiteY17" fmla="*/ 870334 h 955271"/>
              <a:gd name="connsiteX18" fmla="*/ 570239 w 5741575"/>
              <a:gd name="connsiteY18" fmla="*/ 829596 h 955271"/>
              <a:gd name="connsiteX19" fmla="*/ 772070 w 5741575"/>
              <a:gd name="connsiteY19" fmla="*/ 820296 h 955271"/>
              <a:gd name="connsiteX20" fmla="*/ 948872 w 5741575"/>
              <a:gd name="connsiteY20" fmla="*/ 772201 h 955271"/>
              <a:gd name="connsiteX21" fmla="*/ 1127089 w 5741575"/>
              <a:gd name="connsiteY21" fmla="*/ 746926 h 955271"/>
              <a:gd name="connsiteX22" fmla="*/ 1226314 w 5741575"/>
              <a:gd name="connsiteY22" fmla="*/ 722473 h 955271"/>
              <a:gd name="connsiteX23" fmla="*/ 1374314 w 5741575"/>
              <a:gd name="connsiteY23" fmla="*/ 688815 h 955271"/>
              <a:gd name="connsiteX24" fmla="*/ 1378034 w 5741575"/>
              <a:gd name="connsiteY24" fmla="*/ 685842 h 955271"/>
              <a:gd name="connsiteX25" fmla="*/ 1395604 w 5741575"/>
              <a:gd name="connsiteY25" fmla="*/ 680460 h 955271"/>
              <a:gd name="connsiteX26" fmla="*/ 1397206 w 5741575"/>
              <a:gd name="connsiteY26" fmla="*/ 670793 h 955271"/>
              <a:gd name="connsiteX27" fmla="*/ 1494753 w 5741575"/>
              <a:gd name="connsiteY27" fmla="*/ 644686 h 955271"/>
              <a:gd name="connsiteX28" fmla="*/ 1616217 w 5741575"/>
              <a:gd name="connsiteY28" fmla="*/ 622107 h 955271"/>
              <a:gd name="connsiteX29" fmla="*/ 1710928 w 5741575"/>
              <a:gd name="connsiteY29" fmla="*/ 600666 h 955271"/>
              <a:gd name="connsiteX30" fmla="*/ 1743718 w 5741575"/>
              <a:gd name="connsiteY30" fmla="*/ 584327 h 955271"/>
              <a:gd name="connsiteX31" fmla="*/ 1873778 w 5741575"/>
              <a:gd name="connsiteY31" fmla="*/ 530130 h 955271"/>
              <a:gd name="connsiteX32" fmla="*/ 1988411 w 5741575"/>
              <a:gd name="connsiteY32" fmla="*/ 491599 h 955271"/>
              <a:gd name="connsiteX33" fmla="*/ 2085507 w 5741575"/>
              <a:gd name="connsiteY33" fmla="*/ 498527 h 955271"/>
              <a:gd name="connsiteX34" fmla="*/ 2090767 w 5741575"/>
              <a:gd name="connsiteY34" fmla="*/ 490616 h 955271"/>
              <a:gd name="connsiteX35" fmla="*/ 2151143 w 5741575"/>
              <a:gd name="connsiteY35" fmla="*/ 478332 h 955271"/>
              <a:gd name="connsiteX36" fmla="*/ 2378710 w 5741575"/>
              <a:gd name="connsiteY36" fmla="*/ 477570 h 955271"/>
              <a:gd name="connsiteX37" fmla="*/ 2496256 w 5741575"/>
              <a:gd name="connsiteY37" fmla="*/ 452396 h 955271"/>
              <a:gd name="connsiteX38" fmla="*/ 2535387 w 5741575"/>
              <a:gd name="connsiteY38" fmla="*/ 436645 h 955271"/>
              <a:gd name="connsiteX39" fmla="*/ 2601109 w 5741575"/>
              <a:gd name="connsiteY39" fmla="*/ 410678 h 955271"/>
              <a:gd name="connsiteX40" fmla="*/ 2643855 w 5741575"/>
              <a:gd name="connsiteY40" fmla="*/ 374482 h 955271"/>
              <a:gd name="connsiteX41" fmla="*/ 2657726 w 5741575"/>
              <a:gd name="connsiteY41" fmla="*/ 365841 h 955271"/>
              <a:gd name="connsiteX42" fmla="*/ 2687125 w 5741575"/>
              <a:gd name="connsiteY42" fmla="*/ 366820 h 955271"/>
              <a:gd name="connsiteX43" fmla="*/ 2697479 w 5741575"/>
              <a:gd name="connsiteY43" fmla="*/ 361430 h 955271"/>
              <a:gd name="connsiteX44" fmla="*/ 2701547 w 5741575"/>
              <a:gd name="connsiteY44" fmla="*/ 361545 h 955271"/>
              <a:gd name="connsiteX45" fmla="*/ 2711054 w 5741575"/>
              <a:gd name="connsiteY45" fmla="*/ 360597 h 955271"/>
              <a:gd name="connsiteX46" fmla="*/ 2710438 w 5741575"/>
              <a:gd name="connsiteY46" fmla="*/ 366958 h 955271"/>
              <a:gd name="connsiteX47" fmla="*/ 2722936 w 5741575"/>
              <a:gd name="connsiteY47" fmla="*/ 377633 h 955271"/>
              <a:gd name="connsiteX48" fmla="*/ 2777227 w 5741575"/>
              <a:gd name="connsiteY48" fmla="*/ 368972 h 955271"/>
              <a:gd name="connsiteX49" fmla="*/ 2779510 w 5741575"/>
              <a:gd name="connsiteY49" fmla="*/ 361652 h 955271"/>
              <a:gd name="connsiteX50" fmla="*/ 2786278 w 5741575"/>
              <a:gd name="connsiteY50" fmla="*/ 359869 h 955271"/>
              <a:gd name="connsiteX51" fmla="*/ 2792101 w 5741575"/>
              <a:gd name="connsiteY51" fmla="*/ 365927 h 955271"/>
              <a:gd name="connsiteX52" fmla="*/ 2885545 w 5741575"/>
              <a:gd name="connsiteY52" fmla="*/ 372818 h 955271"/>
              <a:gd name="connsiteX53" fmla="*/ 3009558 w 5741575"/>
              <a:gd name="connsiteY53" fmla="*/ 370573 h 955271"/>
              <a:gd name="connsiteX54" fmla="*/ 3095010 w 5741575"/>
              <a:gd name="connsiteY54" fmla="*/ 332454 h 955271"/>
              <a:gd name="connsiteX55" fmla="*/ 3103742 w 5741575"/>
              <a:gd name="connsiteY55" fmla="*/ 337974 h 955271"/>
              <a:gd name="connsiteX56" fmla="*/ 3165093 w 5741575"/>
              <a:gd name="connsiteY56" fmla="*/ 329459 h 955271"/>
              <a:gd name="connsiteX57" fmla="*/ 3373785 w 5741575"/>
              <a:gd name="connsiteY57" fmla="*/ 255680 h 955271"/>
              <a:gd name="connsiteX58" fmla="*/ 3493851 w 5741575"/>
              <a:gd name="connsiteY58" fmla="*/ 240255 h 955271"/>
              <a:gd name="connsiteX59" fmla="*/ 3537470 w 5741575"/>
              <a:gd name="connsiteY59" fmla="*/ 241867 h 955271"/>
              <a:gd name="connsiteX60" fmla="*/ 3610489 w 5741575"/>
              <a:gd name="connsiteY60" fmla="*/ 244128 h 955271"/>
              <a:gd name="connsiteX61" fmla="*/ 3667539 w 5741575"/>
              <a:gd name="connsiteY61" fmla="*/ 263271 h 955271"/>
              <a:gd name="connsiteX62" fmla="*/ 3727614 w 5741575"/>
              <a:gd name="connsiteY62" fmla="*/ 258245 h 955271"/>
              <a:gd name="connsiteX63" fmla="*/ 3738369 w 5741575"/>
              <a:gd name="connsiteY63" fmla="*/ 234506 h 955271"/>
              <a:gd name="connsiteX64" fmla="*/ 3803670 w 5741575"/>
              <a:gd name="connsiteY64" fmla="*/ 236457 h 955271"/>
              <a:gd name="connsiteX65" fmla="*/ 3903080 w 5741575"/>
              <a:gd name="connsiteY65" fmla="*/ 241890 h 955271"/>
              <a:gd name="connsiteX66" fmla="*/ 4114838 w 5741575"/>
              <a:gd name="connsiteY66" fmla="*/ 238165 h 955271"/>
              <a:gd name="connsiteX67" fmla="*/ 4271023 w 5741575"/>
              <a:gd name="connsiteY67" fmla="*/ 241959 h 955271"/>
              <a:gd name="connsiteX68" fmla="*/ 4367397 w 5741575"/>
              <a:gd name="connsiteY68" fmla="*/ 271442 h 955271"/>
              <a:gd name="connsiteX69" fmla="*/ 4495366 w 5741575"/>
              <a:gd name="connsiteY69" fmla="*/ 271618 h 955271"/>
              <a:gd name="connsiteX70" fmla="*/ 4517347 w 5741575"/>
              <a:gd name="connsiteY70" fmla="*/ 275639 h 955271"/>
              <a:gd name="connsiteX71" fmla="*/ 4546116 w 5741575"/>
              <a:gd name="connsiteY71" fmla="*/ 268568 h 955271"/>
              <a:gd name="connsiteX72" fmla="*/ 4661259 w 5741575"/>
              <a:gd name="connsiteY72" fmla="*/ 238966 h 955271"/>
              <a:gd name="connsiteX73" fmla="*/ 4750403 w 5741575"/>
              <a:gd name="connsiteY73" fmla="*/ 204364 h 955271"/>
              <a:gd name="connsiteX74" fmla="*/ 4867614 w 5741575"/>
              <a:gd name="connsiteY74" fmla="*/ 208668 h 955271"/>
              <a:gd name="connsiteX75" fmla="*/ 4937036 w 5741575"/>
              <a:gd name="connsiteY75" fmla="*/ 195446 h 955271"/>
              <a:gd name="connsiteX76" fmla="*/ 5047626 w 5741575"/>
              <a:gd name="connsiteY76" fmla="*/ 149604 h 955271"/>
              <a:gd name="connsiteX77" fmla="*/ 5200247 w 5741575"/>
              <a:gd name="connsiteY77" fmla="*/ 142695 h 955271"/>
              <a:gd name="connsiteX78" fmla="*/ 5235691 w 5741575"/>
              <a:gd name="connsiteY78" fmla="*/ 173330 h 955271"/>
              <a:gd name="connsiteX79" fmla="*/ 5280133 w 5741575"/>
              <a:gd name="connsiteY79" fmla="*/ 189342 h 955271"/>
              <a:gd name="connsiteX80" fmla="*/ 5291963 w 5741575"/>
              <a:gd name="connsiteY80" fmla="*/ 139446 h 955271"/>
              <a:gd name="connsiteX81" fmla="*/ 5418472 w 5741575"/>
              <a:gd name="connsiteY81" fmla="*/ 89163 h 955271"/>
              <a:gd name="connsiteX82" fmla="*/ 5482354 w 5741575"/>
              <a:gd name="connsiteY82" fmla="*/ 69470 h 955271"/>
              <a:gd name="connsiteX83" fmla="*/ 5583280 w 5741575"/>
              <a:gd name="connsiteY83" fmla="*/ 49787 h 955271"/>
              <a:gd name="connsiteX84" fmla="*/ 5613766 w 5741575"/>
              <a:gd name="connsiteY84" fmla="*/ 41855 h 955271"/>
              <a:gd name="connsiteX85" fmla="*/ 5684952 w 5741575"/>
              <a:gd name="connsiteY85" fmla="*/ 26088 h 955271"/>
              <a:gd name="connsiteX86" fmla="*/ 5741575 w 5741575"/>
              <a:gd name="connsiteY86" fmla="*/ 0 h 955271"/>
              <a:gd name="connsiteX0" fmla="*/ 5741575 w 5741575"/>
              <a:gd name="connsiteY0" fmla="*/ 0 h 955271"/>
              <a:gd name="connsiteX1" fmla="*/ 5741575 w 5741575"/>
              <a:gd name="connsiteY1" fmla="*/ 955271 h 955271"/>
              <a:gd name="connsiteX2" fmla="*/ 0 w 5741575"/>
              <a:gd name="connsiteY2" fmla="*/ 955271 h 955271"/>
              <a:gd name="connsiteX3" fmla="*/ 8558 w 5741575"/>
              <a:gd name="connsiteY3" fmla="*/ 953971 h 955271"/>
              <a:gd name="connsiteX4" fmla="*/ 16894 w 5741575"/>
              <a:gd name="connsiteY4" fmla="*/ 953847 h 955271"/>
              <a:gd name="connsiteX5" fmla="*/ 28156 w 5741575"/>
              <a:gd name="connsiteY5" fmla="*/ 951374 h 955271"/>
              <a:gd name="connsiteX6" fmla="*/ 28293 w 5741575"/>
              <a:gd name="connsiteY6" fmla="*/ 950971 h 955271"/>
              <a:gd name="connsiteX7" fmla="*/ 59229 w 5741575"/>
              <a:gd name="connsiteY7" fmla="*/ 903950 h 955271"/>
              <a:gd name="connsiteX8" fmla="*/ 148657 w 5741575"/>
              <a:gd name="connsiteY8" fmla="*/ 898134 h 955271"/>
              <a:gd name="connsiteX9" fmla="*/ 174554 w 5741575"/>
              <a:gd name="connsiteY9" fmla="*/ 886351 h 955271"/>
              <a:gd name="connsiteX10" fmla="*/ 187633 w 5741575"/>
              <a:gd name="connsiteY10" fmla="*/ 878226 h 955271"/>
              <a:gd name="connsiteX11" fmla="*/ 187961 w 5741575"/>
              <a:gd name="connsiteY11" fmla="*/ 876538 h 955271"/>
              <a:gd name="connsiteX12" fmla="*/ 240501 w 5741575"/>
              <a:gd name="connsiteY12" fmla="*/ 873150 h 955271"/>
              <a:gd name="connsiteX13" fmla="*/ 246345 w 5741575"/>
              <a:gd name="connsiteY13" fmla="*/ 869942 h 955271"/>
              <a:gd name="connsiteX14" fmla="*/ 306299 w 5741575"/>
              <a:gd name="connsiteY14" fmla="*/ 873609 h 955271"/>
              <a:gd name="connsiteX15" fmla="*/ 331571 w 5741575"/>
              <a:gd name="connsiteY15" fmla="*/ 869866 h 955271"/>
              <a:gd name="connsiteX16" fmla="*/ 384157 w 5741575"/>
              <a:gd name="connsiteY16" fmla="*/ 867971 h 955271"/>
              <a:gd name="connsiteX17" fmla="*/ 477637 w 5741575"/>
              <a:gd name="connsiteY17" fmla="*/ 870334 h 955271"/>
              <a:gd name="connsiteX18" fmla="*/ 570239 w 5741575"/>
              <a:gd name="connsiteY18" fmla="*/ 829596 h 955271"/>
              <a:gd name="connsiteX19" fmla="*/ 772070 w 5741575"/>
              <a:gd name="connsiteY19" fmla="*/ 820296 h 955271"/>
              <a:gd name="connsiteX20" fmla="*/ 948872 w 5741575"/>
              <a:gd name="connsiteY20" fmla="*/ 772201 h 955271"/>
              <a:gd name="connsiteX21" fmla="*/ 1127089 w 5741575"/>
              <a:gd name="connsiteY21" fmla="*/ 746926 h 955271"/>
              <a:gd name="connsiteX22" fmla="*/ 1226314 w 5741575"/>
              <a:gd name="connsiteY22" fmla="*/ 722473 h 955271"/>
              <a:gd name="connsiteX23" fmla="*/ 1374314 w 5741575"/>
              <a:gd name="connsiteY23" fmla="*/ 688815 h 955271"/>
              <a:gd name="connsiteX24" fmla="*/ 1378034 w 5741575"/>
              <a:gd name="connsiteY24" fmla="*/ 685842 h 955271"/>
              <a:gd name="connsiteX25" fmla="*/ 1395604 w 5741575"/>
              <a:gd name="connsiteY25" fmla="*/ 680460 h 955271"/>
              <a:gd name="connsiteX26" fmla="*/ 1412292 w 5741575"/>
              <a:gd name="connsiteY26" fmla="*/ 670793 h 955271"/>
              <a:gd name="connsiteX27" fmla="*/ 1494753 w 5741575"/>
              <a:gd name="connsiteY27" fmla="*/ 644686 h 955271"/>
              <a:gd name="connsiteX28" fmla="*/ 1616217 w 5741575"/>
              <a:gd name="connsiteY28" fmla="*/ 622107 h 955271"/>
              <a:gd name="connsiteX29" fmla="*/ 1710928 w 5741575"/>
              <a:gd name="connsiteY29" fmla="*/ 600666 h 955271"/>
              <a:gd name="connsiteX30" fmla="*/ 1743718 w 5741575"/>
              <a:gd name="connsiteY30" fmla="*/ 584327 h 955271"/>
              <a:gd name="connsiteX31" fmla="*/ 1873778 w 5741575"/>
              <a:gd name="connsiteY31" fmla="*/ 530130 h 955271"/>
              <a:gd name="connsiteX32" fmla="*/ 1988411 w 5741575"/>
              <a:gd name="connsiteY32" fmla="*/ 491599 h 955271"/>
              <a:gd name="connsiteX33" fmla="*/ 2085507 w 5741575"/>
              <a:gd name="connsiteY33" fmla="*/ 498527 h 955271"/>
              <a:gd name="connsiteX34" fmla="*/ 2090767 w 5741575"/>
              <a:gd name="connsiteY34" fmla="*/ 490616 h 955271"/>
              <a:gd name="connsiteX35" fmla="*/ 2151143 w 5741575"/>
              <a:gd name="connsiteY35" fmla="*/ 478332 h 955271"/>
              <a:gd name="connsiteX36" fmla="*/ 2378710 w 5741575"/>
              <a:gd name="connsiteY36" fmla="*/ 477570 h 955271"/>
              <a:gd name="connsiteX37" fmla="*/ 2496256 w 5741575"/>
              <a:gd name="connsiteY37" fmla="*/ 452396 h 955271"/>
              <a:gd name="connsiteX38" fmla="*/ 2535387 w 5741575"/>
              <a:gd name="connsiteY38" fmla="*/ 436645 h 955271"/>
              <a:gd name="connsiteX39" fmla="*/ 2601109 w 5741575"/>
              <a:gd name="connsiteY39" fmla="*/ 410678 h 955271"/>
              <a:gd name="connsiteX40" fmla="*/ 2643855 w 5741575"/>
              <a:gd name="connsiteY40" fmla="*/ 374482 h 955271"/>
              <a:gd name="connsiteX41" fmla="*/ 2657726 w 5741575"/>
              <a:gd name="connsiteY41" fmla="*/ 365841 h 955271"/>
              <a:gd name="connsiteX42" fmla="*/ 2687125 w 5741575"/>
              <a:gd name="connsiteY42" fmla="*/ 366820 h 955271"/>
              <a:gd name="connsiteX43" fmla="*/ 2697479 w 5741575"/>
              <a:gd name="connsiteY43" fmla="*/ 361430 h 955271"/>
              <a:gd name="connsiteX44" fmla="*/ 2701547 w 5741575"/>
              <a:gd name="connsiteY44" fmla="*/ 361545 h 955271"/>
              <a:gd name="connsiteX45" fmla="*/ 2711054 w 5741575"/>
              <a:gd name="connsiteY45" fmla="*/ 360597 h 955271"/>
              <a:gd name="connsiteX46" fmla="*/ 2710438 w 5741575"/>
              <a:gd name="connsiteY46" fmla="*/ 366958 h 955271"/>
              <a:gd name="connsiteX47" fmla="*/ 2722936 w 5741575"/>
              <a:gd name="connsiteY47" fmla="*/ 377633 h 955271"/>
              <a:gd name="connsiteX48" fmla="*/ 2777227 w 5741575"/>
              <a:gd name="connsiteY48" fmla="*/ 368972 h 955271"/>
              <a:gd name="connsiteX49" fmla="*/ 2779510 w 5741575"/>
              <a:gd name="connsiteY49" fmla="*/ 361652 h 955271"/>
              <a:gd name="connsiteX50" fmla="*/ 2786278 w 5741575"/>
              <a:gd name="connsiteY50" fmla="*/ 359869 h 955271"/>
              <a:gd name="connsiteX51" fmla="*/ 2792101 w 5741575"/>
              <a:gd name="connsiteY51" fmla="*/ 365927 h 955271"/>
              <a:gd name="connsiteX52" fmla="*/ 2885545 w 5741575"/>
              <a:gd name="connsiteY52" fmla="*/ 372818 h 955271"/>
              <a:gd name="connsiteX53" fmla="*/ 3009558 w 5741575"/>
              <a:gd name="connsiteY53" fmla="*/ 370573 h 955271"/>
              <a:gd name="connsiteX54" fmla="*/ 3095010 w 5741575"/>
              <a:gd name="connsiteY54" fmla="*/ 332454 h 955271"/>
              <a:gd name="connsiteX55" fmla="*/ 3103742 w 5741575"/>
              <a:gd name="connsiteY55" fmla="*/ 337974 h 955271"/>
              <a:gd name="connsiteX56" fmla="*/ 3165093 w 5741575"/>
              <a:gd name="connsiteY56" fmla="*/ 329459 h 955271"/>
              <a:gd name="connsiteX57" fmla="*/ 3373785 w 5741575"/>
              <a:gd name="connsiteY57" fmla="*/ 255680 h 955271"/>
              <a:gd name="connsiteX58" fmla="*/ 3493851 w 5741575"/>
              <a:gd name="connsiteY58" fmla="*/ 240255 h 955271"/>
              <a:gd name="connsiteX59" fmla="*/ 3537470 w 5741575"/>
              <a:gd name="connsiteY59" fmla="*/ 241867 h 955271"/>
              <a:gd name="connsiteX60" fmla="*/ 3610489 w 5741575"/>
              <a:gd name="connsiteY60" fmla="*/ 244128 h 955271"/>
              <a:gd name="connsiteX61" fmla="*/ 3667539 w 5741575"/>
              <a:gd name="connsiteY61" fmla="*/ 263271 h 955271"/>
              <a:gd name="connsiteX62" fmla="*/ 3727614 w 5741575"/>
              <a:gd name="connsiteY62" fmla="*/ 258245 h 955271"/>
              <a:gd name="connsiteX63" fmla="*/ 3738369 w 5741575"/>
              <a:gd name="connsiteY63" fmla="*/ 234506 h 955271"/>
              <a:gd name="connsiteX64" fmla="*/ 3803670 w 5741575"/>
              <a:gd name="connsiteY64" fmla="*/ 236457 h 955271"/>
              <a:gd name="connsiteX65" fmla="*/ 3903080 w 5741575"/>
              <a:gd name="connsiteY65" fmla="*/ 241890 h 955271"/>
              <a:gd name="connsiteX66" fmla="*/ 4114838 w 5741575"/>
              <a:gd name="connsiteY66" fmla="*/ 238165 h 955271"/>
              <a:gd name="connsiteX67" fmla="*/ 4271023 w 5741575"/>
              <a:gd name="connsiteY67" fmla="*/ 241959 h 955271"/>
              <a:gd name="connsiteX68" fmla="*/ 4367397 w 5741575"/>
              <a:gd name="connsiteY68" fmla="*/ 271442 h 955271"/>
              <a:gd name="connsiteX69" fmla="*/ 4495366 w 5741575"/>
              <a:gd name="connsiteY69" fmla="*/ 271618 h 955271"/>
              <a:gd name="connsiteX70" fmla="*/ 4517347 w 5741575"/>
              <a:gd name="connsiteY70" fmla="*/ 275639 h 955271"/>
              <a:gd name="connsiteX71" fmla="*/ 4546116 w 5741575"/>
              <a:gd name="connsiteY71" fmla="*/ 268568 h 955271"/>
              <a:gd name="connsiteX72" fmla="*/ 4661259 w 5741575"/>
              <a:gd name="connsiteY72" fmla="*/ 238966 h 955271"/>
              <a:gd name="connsiteX73" fmla="*/ 4750403 w 5741575"/>
              <a:gd name="connsiteY73" fmla="*/ 204364 h 955271"/>
              <a:gd name="connsiteX74" fmla="*/ 4867614 w 5741575"/>
              <a:gd name="connsiteY74" fmla="*/ 208668 h 955271"/>
              <a:gd name="connsiteX75" fmla="*/ 4937036 w 5741575"/>
              <a:gd name="connsiteY75" fmla="*/ 195446 h 955271"/>
              <a:gd name="connsiteX76" fmla="*/ 5047626 w 5741575"/>
              <a:gd name="connsiteY76" fmla="*/ 149604 h 955271"/>
              <a:gd name="connsiteX77" fmla="*/ 5200247 w 5741575"/>
              <a:gd name="connsiteY77" fmla="*/ 142695 h 955271"/>
              <a:gd name="connsiteX78" fmla="*/ 5235691 w 5741575"/>
              <a:gd name="connsiteY78" fmla="*/ 173330 h 955271"/>
              <a:gd name="connsiteX79" fmla="*/ 5280133 w 5741575"/>
              <a:gd name="connsiteY79" fmla="*/ 189342 h 955271"/>
              <a:gd name="connsiteX80" fmla="*/ 5291963 w 5741575"/>
              <a:gd name="connsiteY80" fmla="*/ 139446 h 955271"/>
              <a:gd name="connsiteX81" fmla="*/ 5418472 w 5741575"/>
              <a:gd name="connsiteY81" fmla="*/ 89163 h 955271"/>
              <a:gd name="connsiteX82" fmla="*/ 5482354 w 5741575"/>
              <a:gd name="connsiteY82" fmla="*/ 69470 h 955271"/>
              <a:gd name="connsiteX83" fmla="*/ 5583280 w 5741575"/>
              <a:gd name="connsiteY83" fmla="*/ 49787 h 955271"/>
              <a:gd name="connsiteX84" fmla="*/ 5613766 w 5741575"/>
              <a:gd name="connsiteY84" fmla="*/ 41855 h 955271"/>
              <a:gd name="connsiteX85" fmla="*/ 5684952 w 5741575"/>
              <a:gd name="connsiteY85" fmla="*/ 26088 h 955271"/>
              <a:gd name="connsiteX86" fmla="*/ 5741575 w 5741575"/>
              <a:gd name="connsiteY86" fmla="*/ 0 h 955271"/>
              <a:gd name="connsiteX0" fmla="*/ 5741575 w 5741575"/>
              <a:gd name="connsiteY0" fmla="*/ 0 h 955271"/>
              <a:gd name="connsiteX1" fmla="*/ 5741575 w 5741575"/>
              <a:gd name="connsiteY1" fmla="*/ 955271 h 955271"/>
              <a:gd name="connsiteX2" fmla="*/ 0 w 5741575"/>
              <a:gd name="connsiteY2" fmla="*/ 955271 h 955271"/>
              <a:gd name="connsiteX3" fmla="*/ 8558 w 5741575"/>
              <a:gd name="connsiteY3" fmla="*/ 953971 h 955271"/>
              <a:gd name="connsiteX4" fmla="*/ 16894 w 5741575"/>
              <a:gd name="connsiteY4" fmla="*/ 953847 h 955271"/>
              <a:gd name="connsiteX5" fmla="*/ 28156 w 5741575"/>
              <a:gd name="connsiteY5" fmla="*/ 951374 h 955271"/>
              <a:gd name="connsiteX6" fmla="*/ 28293 w 5741575"/>
              <a:gd name="connsiteY6" fmla="*/ 950971 h 955271"/>
              <a:gd name="connsiteX7" fmla="*/ 59229 w 5741575"/>
              <a:gd name="connsiteY7" fmla="*/ 903950 h 955271"/>
              <a:gd name="connsiteX8" fmla="*/ 148657 w 5741575"/>
              <a:gd name="connsiteY8" fmla="*/ 898134 h 955271"/>
              <a:gd name="connsiteX9" fmla="*/ 174554 w 5741575"/>
              <a:gd name="connsiteY9" fmla="*/ 886351 h 955271"/>
              <a:gd name="connsiteX10" fmla="*/ 187633 w 5741575"/>
              <a:gd name="connsiteY10" fmla="*/ 878226 h 955271"/>
              <a:gd name="connsiteX11" fmla="*/ 187961 w 5741575"/>
              <a:gd name="connsiteY11" fmla="*/ 876538 h 955271"/>
              <a:gd name="connsiteX12" fmla="*/ 240501 w 5741575"/>
              <a:gd name="connsiteY12" fmla="*/ 873150 h 955271"/>
              <a:gd name="connsiteX13" fmla="*/ 246345 w 5741575"/>
              <a:gd name="connsiteY13" fmla="*/ 869942 h 955271"/>
              <a:gd name="connsiteX14" fmla="*/ 306299 w 5741575"/>
              <a:gd name="connsiteY14" fmla="*/ 873609 h 955271"/>
              <a:gd name="connsiteX15" fmla="*/ 331571 w 5741575"/>
              <a:gd name="connsiteY15" fmla="*/ 869866 h 955271"/>
              <a:gd name="connsiteX16" fmla="*/ 384157 w 5741575"/>
              <a:gd name="connsiteY16" fmla="*/ 867971 h 955271"/>
              <a:gd name="connsiteX17" fmla="*/ 477637 w 5741575"/>
              <a:gd name="connsiteY17" fmla="*/ 870334 h 955271"/>
              <a:gd name="connsiteX18" fmla="*/ 570239 w 5741575"/>
              <a:gd name="connsiteY18" fmla="*/ 829596 h 955271"/>
              <a:gd name="connsiteX19" fmla="*/ 772070 w 5741575"/>
              <a:gd name="connsiteY19" fmla="*/ 820296 h 955271"/>
              <a:gd name="connsiteX20" fmla="*/ 948872 w 5741575"/>
              <a:gd name="connsiteY20" fmla="*/ 772201 h 955271"/>
              <a:gd name="connsiteX21" fmla="*/ 1127089 w 5741575"/>
              <a:gd name="connsiteY21" fmla="*/ 746926 h 955271"/>
              <a:gd name="connsiteX22" fmla="*/ 1226314 w 5741575"/>
              <a:gd name="connsiteY22" fmla="*/ 722473 h 955271"/>
              <a:gd name="connsiteX23" fmla="*/ 1374314 w 5741575"/>
              <a:gd name="connsiteY23" fmla="*/ 688815 h 955271"/>
              <a:gd name="connsiteX24" fmla="*/ 1378034 w 5741575"/>
              <a:gd name="connsiteY24" fmla="*/ 685842 h 955271"/>
              <a:gd name="connsiteX25" fmla="*/ 1435833 w 5741575"/>
              <a:gd name="connsiteY25" fmla="*/ 857427 h 955271"/>
              <a:gd name="connsiteX26" fmla="*/ 1412292 w 5741575"/>
              <a:gd name="connsiteY26" fmla="*/ 670793 h 955271"/>
              <a:gd name="connsiteX27" fmla="*/ 1494753 w 5741575"/>
              <a:gd name="connsiteY27" fmla="*/ 644686 h 955271"/>
              <a:gd name="connsiteX28" fmla="*/ 1616217 w 5741575"/>
              <a:gd name="connsiteY28" fmla="*/ 622107 h 955271"/>
              <a:gd name="connsiteX29" fmla="*/ 1710928 w 5741575"/>
              <a:gd name="connsiteY29" fmla="*/ 600666 h 955271"/>
              <a:gd name="connsiteX30" fmla="*/ 1743718 w 5741575"/>
              <a:gd name="connsiteY30" fmla="*/ 584327 h 955271"/>
              <a:gd name="connsiteX31" fmla="*/ 1873778 w 5741575"/>
              <a:gd name="connsiteY31" fmla="*/ 530130 h 955271"/>
              <a:gd name="connsiteX32" fmla="*/ 1988411 w 5741575"/>
              <a:gd name="connsiteY32" fmla="*/ 491599 h 955271"/>
              <a:gd name="connsiteX33" fmla="*/ 2085507 w 5741575"/>
              <a:gd name="connsiteY33" fmla="*/ 498527 h 955271"/>
              <a:gd name="connsiteX34" fmla="*/ 2090767 w 5741575"/>
              <a:gd name="connsiteY34" fmla="*/ 490616 h 955271"/>
              <a:gd name="connsiteX35" fmla="*/ 2151143 w 5741575"/>
              <a:gd name="connsiteY35" fmla="*/ 478332 h 955271"/>
              <a:gd name="connsiteX36" fmla="*/ 2378710 w 5741575"/>
              <a:gd name="connsiteY36" fmla="*/ 477570 h 955271"/>
              <a:gd name="connsiteX37" fmla="*/ 2496256 w 5741575"/>
              <a:gd name="connsiteY37" fmla="*/ 452396 h 955271"/>
              <a:gd name="connsiteX38" fmla="*/ 2535387 w 5741575"/>
              <a:gd name="connsiteY38" fmla="*/ 436645 h 955271"/>
              <a:gd name="connsiteX39" fmla="*/ 2601109 w 5741575"/>
              <a:gd name="connsiteY39" fmla="*/ 410678 h 955271"/>
              <a:gd name="connsiteX40" fmla="*/ 2643855 w 5741575"/>
              <a:gd name="connsiteY40" fmla="*/ 374482 h 955271"/>
              <a:gd name="connsiteX41" fmla="*/ 2657726 w 5741575"/>
              <a:gd name="connsiteY41" fmla="*/ 365841 h 955271"/>
              <a:gd name="connsiteX42" fmla="*/ 2687125 w 5741575"/>
              <a:gd name="connsiteY42" fmla="*/ 366820 h 955271"/>
              <a:gd name="connsiteX43" fmla="*/ 2697479 w 5741575"/>
              <a:gd name="connsiteY43" fmla="*/ 361430 h 955271"/>
              <a:gd name="connsiteX44" fmla="*/ 2701547 w 5741575"/>
              <a:gd name="connsiteY44" fmla="*/ 361545 h 955271"/>
              <a:gd name="connsiteX45" fmla="*/ 2711054 w 5741575"/>
              <a:gd name="connsiteY45" fmla="*/ 360597 h 955271"/>
              <a:gd name="connsiteX46" fmla="*/ 2710438 w 5741575"/>
              <a:gd name="connsiteY46" fmla="*/ 366958 h 955271"/>
              <a:gd name="connsiteX47" fmla="*/ 2722936 w 5741575"/>
              <a:gd name="connsiteY47" fmla="*/ 377633 h 955271"/>
              <a:gd name="connsiteX48" fmla="*/ 2777227 w 5741575"/>
              <a:gd name="connsiteY48" fmla="*/ 368972 h 955271"/>
              <a:gd name="connsiteX49" fmla="*/ 2779510 w 5741575"/>
              <a:gd name="connsiteY49" fmla="*/ 361652 h 955271"/>
              <a:gd name="connsiteX50" fmla="*/ 2786278 w 5741575"/>
              <a:gd name="connsiteY50" fmla="*/ 359869 h 955271"/>
              <a:gd name="connsiteX51" fmla="*/ 2792101 w 5741575"/>
              <a:gd name="connsiteY51" fmla="*/ 365927 h 955271"/>
              <a:gd name="connsiteX52" fmla="*/ 2885545 w 5741575"/>
              <a:gd name="connsiteY52" fmla="*/ 372818 h 955271"/>
              <a:gd name="connsiteX53" fmla="*/ 3009558 w 5741575"/>
              <a:gd name="connsiteY53" fmla="*/ 370573 h 955271"/>
              <a:gd name="connsiteX54" fmla="*/ 3095010 w 5741575"/>
              <a:gd name="connsiteY54" fmla="*/ 332454 h 955271"/>
              <a:gd name="connsiteX55" fmla="*/ 3103742 w 5741575"/>
              <a:gd name="connsiteY55" fmla="*/ 337974 h 955271"/>
              <a:gd name="connsiteX56" fmla="*/ 3165093 w 5741575"/>
              <a:gd name="connsiteY56" fmla="*/ 329459 h 955271"/>
              <a:gd name="connsiteX57" fmla="*/ 3373785 w 5741575"/>
              <a:gd name="connsiteY57" fmla="*/ 255680 h 955271"/>
              <a:gd name="connsiteX58" fmla="*/ 3493851 w 5741575"/>
              <a:gd name="connsiteY58" fmla="*/ 240255 h 955271"/>
              <a:gd name="connsiteX59" fmla="*/ 3537470 w 5741575"/>
              <a:gd name="connsiteY59" fmla="*/ 241867 h 955271"/>
              <a:gd name="connsiteX60" fmla="*/ 3610489 w 5741575"/>
              <a:gd name="connsiteY60" fmla="*/ 244128 h 955271"/>
              <a:gd name="connsiteX61" fmla="*/ 3667539 w 5741575"/>
              <a:gd name="connsiteY61" fmla="*/ 263271 h 955271"/>
              <a:gd name="connsiteX62" fmla="*/ 3727614 w 5741575"/>
              <a:gd name="connsiteY62" fmla="*/ 258245 h 955271"/>
              <a:gd name="connsiteX63" fmla="*/ 3738369 w 5741575"/>
              <a:gd name="connsiteY63" fmla="*/ 234506 h 955271"/>
              <a:gd name="connsiteX64" fmla="*/ 3803670 w 5741575"/>
              <a:gd name="connsiteY64" fmla="*/ 236457 h 955271"/>
              <a:gd name="connsiteX65" fmla="*/ 3903080 w 5741575"/>
              <a:gd name="connsiteY65" fmla="*/ 241890 h 955271"/>
              <a:gd name="connsiteX66" fmla="*/ 4114838 w 5741575"/>
              <a:gd name="connsiteY66" fmla="*/ 238165 h 955271"/>
              <a:gd name="connsiteX67" fmla="*/ 4271023 w 5741575"/>
              <a:gd name="connsiteY67" fmla="*/ 241959 h 955271"/>
              <a:gd name="connsiteX68" fmla="*/ 4367397 w 5741575"/>
              <a:gd name="connsiteY68" fmla="*/ 271442 h 955271"/>
              <a:gd name="connsiteX69" fmla="*/ 4495366 w 5741575"/>
              <a:gd name="connsiteY69" fmla="*/ 271618 h 955271"/>
              <a:gd name="connsiteX70" fmla="*/ 4517347 w 5741575"/>
              <a:gd name="connsiteY70" fmla="*/ 275639 h 955271"/>
              <a:gd name="connsiteX71" fmla="*/ 4546116 w 5741575"/>
              <a:gd name="connsiteY71" fmla="*/ 268568 h 955271"/>
              <a:gd name="connsiteX72" fmla="*/ 4661259 w 5741575"/>
              <a:gd name="connsiteY72" fmla="*/ 238966 h 955271"/>
              <a:gd name="connsiteX73" fmla="*/ 4750403 w 5741575"/>
              <a:gd name="connsiteY73" fmla="*/ 204364 h 955271"/>
              <a:gd name="connsiteX74" fmla="*/ 4867614 w 5741575"/>
              <a:gd name="connsiteY74" fmla="*/ 208668 h 955271"/>
              <a:gd name="connsiteX75" fmla="*/ 4937036 w 5741575"/>
              <a:gd name="connsiteY75" fmla="*/ 195446 h 955271"/>
              <a:gd name="connsiteX76" fmla="*/ 5047626 w 5741575"/>
              <a:gd name="connsiteY76" fmla="*/ 149604 h 955271"/>
              <a:gd name="connsiteX77" fmla="*/ 5200247 w 5741575"/>
              <a:gd name="connsiteY77" fmla="*/ 142695 h 955271"/>
              <a:gd name="connsiteX78" fmla="*/ 5235691 w 5741575"/>
              <a:gd name="connsiteY78" fmla="*/ 173330 h 955271"/>
              <a:gd name="connsiteX79" fmla="*/ 5280133 w 5741575"/>
              <a:gd name="connsiteY79" fmla="*/ 189342 h 955271"/>
              <a:gd name="connsiteX80" fmla="*/ 5291963 w 5741575"/>
              <a:gd name="connsiteY80" fmla="*/ 139446 h 955271"/>
              <a:gd name="connsiteX81" fmla="*/ 5418472 w 5741575"/>
              <a:gd name="connsiteY81" fmla="*/ 89163 h 955271"/>
              <a:gd name="connsiteX82" fmla="*/ 5482354 w 5741575"/>
              <a:gd name="connsiteY82" fmla="*/ 69470 h 955271"/>
              <a:gd name="connsiteX83" fmla="*/ 5583280 w 5741575"/>
              <a:gd name="connsiteY83" fmla="*/ 49787 h 955271"/>
              <a:gd name="connsiteX84" fmla="*/ 5613766 w 5741575"/>
              <a:gd name="connsiteY84" fmla="*/ 41855 h 955271"/>
              <a:gd name="connsiteX85" fmla="*/ 5684952 w 5741575"/>
              <a:gd name="connsiteY85" fmla="*/ 26088 h 955271"/>
              <a:gd name="connsiteX86" fmla="*/ 5741575 w 5741575"/>
              <a:gd name="connsiteY86" fmla="*/ 0 h 955271"/>
              <a:gd name="connsiteX0" fmla="*/ 5741575 w 5741575"/>
              <a:gd name="connsiteY0" fmla="*/ 0 h 955271"/>
              <a:gd name="connsiteX1" fmla="*/ 5741575 w 5741575"/>
              <a:gd name="connsiteY1" fmla="*/ 955271 h 955271"/>
              <a:gd name="connsiteX2" fmla="*/ 0 w 5741575"/>
              <a:gd name="connsiteY2" fmla="*/ 955271 h 955271"/>
              <a:gd name="connsiteX3" fmla="*/ 8558 w 5741575"/>
              <a:gd name="connsiteY3" fmla="*/ 953971 h 955271"/>
              <a:gd name="connsiteX4" fmla="*/ 16894 w 5741575"/>
              <a:gd name="connsiteY4" fmla="*/ 953847 h 955271"/>
              <a:gd name="connsiteX5" fmla="*/ 28156 w 5741575"/>
              <a:gd name="connsiteY5" fmla="*/ 951374 h 955271"/>
              <a:gd name="connsiteX6" fmla="*/ 28293 w 5741575"/>
              <a:gd name="connsiteY6" fmla="*/ 950971 h 955271"/>
              <a:gd name="connsiteX7" fmla="*/ 59229 w 5741575"/>
              <a:gd name="connsiteY7" fmla="*/ 903950 h 955271"/>
              <a:gd name="connsiteX8" fmla="*/ 148657 w 5741575"/>
              <a:gd name="connsiteY8" fmla="*/ 898134 h 955271"/>
              <a:gd name="connsiteX9" fmla="*/ 174554 w 5741575"/>
              <a:gd name="connsiteY9" fmla="*/ 886351 h 955271"/>
              <a:gd name="connsiteX10" fmla="*/ 187633 w 5741575"/>
              <a:gd name="connsiteY10" fmla="*/ 878226 h 955271"/>
              <a:gd name="connsiteX11" fmla="*/ 187961 w 5741575"/>
              <a:gd name="connsiteY11" fmla="*/ 876538 h 955271"/>
              <a:gd name="connsiteX12" fmla="*/ 240501 w 5741575"/>
              <a:gd name="connsiteY12" fmla="*/ 873150 h 955271"/>
              <a:gd name="connsiteX13" fmla="*/ 246345 w 5741575"/>
              <a:gd name="connsiteY13" fmla="*/ 869942 h 955271"/>
              <a:gd name="connsiteX14" fmla="*/ 306299 w 5741575"/>
              <a:gd name="connsiteY14" fmla="*/ 873609 h 955271"/>
              <a:gd name="connsiteX15" fmla="*/ 331571 w 5741575"/>
              <a:gd name="connsiteY15" fmla="*/ 869866 h 955271"/>
              <a:gd name="connsiteX16" fmla="*/ 384157 w 5741575"/>
              <a:gd name="connsiteY16" fmla="*/ 867971 h 955271"/>
              <a:gd name="connsiteX17" fmla="*/ 477637 w 5741575"/>
              <a:gd name="connsiteY17" fmla="*/ 870334 h 955271"/>
              <a:gd name="connsiteX18" fmla="*/ 570239 w 5741575"/>
              <a:gd name="connsiteY18" fmla="*/ 829596 h 955271"/>
              <a:gd name="connsiteX19" fmla="*/ 772070 w 5741575"/>
              <a:gd name="connsiteY19" fmla="*/ 820296 h 955271"/>
              <a:gd name="connsiteX20" fmla="*/ 948872 w 5741575"/>
              <a:gd name="connsiteY20" fmla="*/ 772201 h 955271"/>
              <a:gd name="connsiteX21" fmla="*/ 1127089 w 5741575"/>
              <a:gd name="connsiteY21" fmla="*/ 746926 h 955271"/>
              <a:gd name="connsiteX22" fmla="*/ 1226314 w 5741575"/>
              <a:gd name="connsiteY22" fmla="*/ 722473 h 955271"/>
              <a:gd name="connsiteX23" fmla="*/ 1374314 w 5741575"/>
              <a:gd name="connsiteY23" fmla="*/ 688815 h 955271"/>
              <a:gd name="connsiteX24" fmla="*/ 1342834 w 5741575"/>
              <a:gd name="connsiteY24" fmla="*/ 753906 h 955271"/>
              <a:gd name="connsiteX25" fmla="*/ 1435833 w 5741575"/>
              <a:gd name="connsiteY25" fmla="*/ 857427 h 955271"/>
              <a:gd name="connsiteX26" fmla="*/ 1412292 w 5741575"/>
              <a:gd name="connsiteY26" fmla="*/ 670793 h 955271"/>
              <a:gd name="connsiteX27" fmla="*/ 1494753 w 5741575"/>
              <a:gd name="connsiteY27" fmla="*/ 644686 h 955271"/>
              <a:gd name="connsiteX28" fmla="*/ 1616217 w 5741575"/>
              <a:gd name="connsiteY28" fmla="*/ 622107 h 955271"/>
              <a:gd name="connsiteX29" fmla="*/ 1710928 w 5741575"/>
              <a:gd name="connsiteY29" fmla="*/ 600666 h 955271"/>
              <a:gd name="connsiteX30" fmla="*/ 1743718 w 5741575"/>
              <a:gd name="connsiteY30" fmla="*/ 584327 h 955271"/>
              <a:gd name="connsiteX31" fmla="*/ 1873778 w 5741575"/>
              <a:gd name="connsiteY31" fmla="*/ 530130 h 955271"/>
              <a:gd name="connsiteX32" fmla="*/ 1988411 w 5741575"/>
              <a:gd name="connsiteY32" fmla="*/ 491599 h 955271"/>
              <a:gd name="connsiteX33" fmla="*/ 2085507 w 5741575"/>
              <a:gd name="connsiteY33" fmla="*/ 498527 h 955271"/>
              <a:gd name="connsiteX34" fmla="*/ 2090767 w 5741575"/>
              <a:gd name="connsiteY34" fmla="*/ 490616 h 955271"/>
              <a:gd name="connsiteX35" fmla="*/ 2151143 w 5741575"/>
              <a:gd name="connsiteY35" fmla="*/ 478332 h 955271"/>
              <a:gd name="connsiteX36" fmla="*/ 2378710 w 5741575"/>
              <a:gd name="connsiteY36" fmla="*/ 477570 h 955271"/>
              <a:gd name="connsiteX37" fmla="*/ 2496256 w 5741575"/>
              <a:gd name="connsiteY37" fmla="*/ 452396 h 955271"/>
              <a:gd name="connsiteX38" fmla="*/ 2535387 w 5741575"/>
              <a:gd name="connsiteY38" fmla="*/ 436645 h 955271"/>
              <a:gd name="connsiteX39" fmla="*/ 2601109 w 5741575"/>
              <a:gd name="connsiteY39" fmla="*/ 410678 h 955271"/>
              <a:gd name="connsiteX40" fmla="*/ 2643855 w 5741575"/>
              <a:gd name="connsiteY40" fmla="*/ 374482 h 955271"/>
              <a:gd name="connsiteX41" fmla="*/ 2657726 w 5741575"/>
              <a:gd name="connsiteY41" fmla="*/ 365841 h 955271"/>
              <a:gd name="connsiteX42" fmla="*/ 2687125 w 5741575"/>
              <a:gd name="connsiteY42" fmla="*/ 366820 h 955271"/>
              <a:gd name="connsiteX43" fmla="*/ 2697479 w 5741575"/>
              <a:gd name="connsiteY43" fmla="*/ 361430 h 955271"/>
              <a:gd name="connsiteX44" fmla="*/ 2701547 w 5741575"/>
              <a:gd name="connsiteY44" fmla="*/ 361545 h 955271"/>
              <a:gd name="connsiteX45" fmla="*/ 2711054 w 5741575"/>
              <a:gd name="connsiteY45" fmla="*/ 360597 h 955271"/>
              <a:gd name="connsiteX46" fmla="*/ 2710438 w 5741575"/>
              <a:gd name="connsiteY46" fmla="*/ 366958 h 955271"/>
              <a:gd name="connsiteX47" fmla="*/ 2722936 w 5741575"/>
              <a:gd name="connsiteY47" fmla="*/ 377633 h 955271"/>
              <a:gd name="connsiteX48" fmla="*/ 2777227 w 5741575"/>
              <a:gd name="connsiteY48" fmla="*/ 368972 h 955271"/>
              <a:gd name="connsiteX49" fmla="*/ 2779510 w 5741575"/>
              <a:gd name="connsiteY49" fmla="*/ 361652 h 955271"/>
              <a:gd name="connsiteX50" fmla="*/ 2786278 w 5741575"/>
              <a:gd name="connsiteY50" fmla="*/ 359869 h 955271"/>
              <a:gd name="connsiteX51" fmla="*/ 2792101 w 5741575"/>
              <a:gd name="connsiteY51" fmla="*/ 365927 h 955271"/>
              <a:gd name="connsiteX52" fmla="*/ 2885545 w 5741575"/>
              <a:gd name="connsiteY52" fmla="*/ 372818 h 955271"/>
              <a:gd name="connsiteX53" fmla="*/ 3009558 w 5741575"/>
              <a:gd name="connsiteY53" fmla="*/ 370573 h 955271"/>
              <a:gd name="connsiteX54" fmla="*/ 3095010 w 5741575"/>
              <a:gd name="connsiteY54" fmla="*/ 332454 h 955271"/>
              <a:gd name="connsiteX55" fmla="*/ 3103742 w 5741575"/>
              <a:gd name="connsiteY55" fmla="*/ 337974 h 955271"/>
              <a:gd name="connsiteX56" fmla="*/ 3165093 w 5741575"/>
              <a:gd name="connsiteY56" fmla="*/ 329459 h 955271"/>
              <a:gd name="connsiteX57" fmla="*/ 3373785 w 5741575"/>
              <a:gd name="connsiteY57" fmla="*/ 255680 h 955271"/>
              <a:gd name="connsiteX58" fmla="*/ 3493851 w 5741575"/>
              <a:gd name="connsiteY58" fmla="*/ 240255 h 955271"/>
              <a:gd name="connsiteX59" fmla="*/ 3537470 w 5741575"/>
              <a:gd name="connsiteY59" fmla="*/ 241867 h 955271"/>
              <a:gd name="connsiteX60" fmla="*/ 3610489 w 5741575"/>
              <a:gd name="connsiteY60" fmla="*/ 244128 h 955271"/>
              <a:gd name="connsiteX61" fmla="*/ 3667539 w 5741575"/>
              <a:gd name="connsiteY61" fmla="*/ 263271 h 955271"/>
              <a:gd name="connsiteX62" fmla="*/ 3727614 w 5741575"/>
              <a:gd name="connsiteY62" fmla="*/ 258245 h 955271"/>
              <a:gd name="connsiteX63" fmla="*/ 3738369 w 5741575"/>
              <a:gd name="connsiteY63" fmla="*/ 234506 h 955271"/>
              <a:gd name="connsiteX64" fmla="*/ 3803670 w 5741575"/>
              <a:gd name="connsiteY64" fmla="*/ 236457 h 955271"/>
              <a:gd name="connsiteX65" fmla="*/ 3903080 w 5741575"/>
              <a:gd name="connsiteY65" fmla="*/ 241890 h 955271"/>
              <a:gd name="connsiteX66" fmla="*/ 4114838 w 5741575"/>
              <a:gd name="connsiteY66" fmla="*/ 238165 h 955271"/>
              <a:gd name="connsiteX67" fmla="*/ 4271023 w 5741575"/>
              <a:gd name="connsiteY67" fmla="*/ 241959 h 955271"/>
              <a:gd name="connsiteX68" fmla="*/ 4367397 w 5741575"/>
              <a:gd name="connsiteY68" fmla="*/ 271442 h 955271"/>
              <a:gd name="connsiteX69" fmla="*/ 4495366 w 5741575"/>
              <a:gd name="connsiteY69" fmla="*/ 271618 h 955271"/>
              <a:gd name="connsiteX70" fmla="*/ 4517347 w 5741575"/>
              <a:gd name="connsiteY70" fmla="*/ 275639 h 955271"/>
              <a:gd name="connsiteX71" fmla="*/ 4546116 w 5741575"/>
              <a:gd name="connsiteY71" fmla="*/ 268568 h 955271"/>
              <a:gd name="connsiteX72" fmla="*/ 4661259 w 5741575"/>
              <a:gd name="connsiteY72" fmla="*/ 238966 h 955271"/>
              <a:gd name="connsiteX73" fmla="*/ 4750403 w 5741575"/>
              <a:gd name="connsiteY73" fmla="*/ 204364 h 955271"/>
              <a:gd name="connsiteX74" fmla="*/ 4867614 w 5741575"/>
              <a:gd name="connsiteY74" fmla="*/ 208668 h 955271"/>
              <a:gd name="connsiteX75" fmla="*/ 4937036 w 5741575"/>
              <a:gd name="connsiteY75" fmla="*/ 195446 h 955271"/>
              <a:gd name="connsiteX76" fmla="*/ 5047626 w 5741575"/>
              <a:gd name="connsiteY76" fmla="*/ 149604 h 955271"/>
              <a:gd name="connsiteX77" fmla="*/ 5200247 w 5741575"/>
              <a:gd name="connsiteY77" fmla="*/ 142695 h 955271"/>
              <a:gd name="connsiteX78" fmla="*/ 5235691 w 5741575"/>
              <a:gd name="connsiteY78" fmla="*/ 173330 h 955271"/>
              <a:gd name="connsiteX79" fmla="*/ 5280133 w 5741575"/>
              <a:gd name="connsiteY79" fmla="*/ 189342 h 955271"/>
              <a:gd name="connsiteX80" fmla="*/ 5291963 w 5741575"/>
              <a:gd name="connsiteY80" fmla="*/ 139446 h 955271"/>
              <a:gd name="connsiteX81" fmla="*/ 5418472 w 5741575"/>
              <a:gd name="connsiteY81" fmla="*/ 89163 h 955271"/>
              <a:gd name="connsiteX82" fmla="*/ 5482354 w 5741575"/>
              <a:gd name="connsiteY82" fmla="*/ 69470 h 955271"/>
              <a:gd name="connsiteX83" fmla="*/ 5583280 w 5741575"/>
              <a:gd name="connsiteY83" fmla="*/ 49787 h 955271"/>
              <a:gd name="connsiteX84" fmla="*/ 5613766 w 5741575"/>
              <a:gd name="connsiteY84" fmla="*/ 41855 h 955271"/>
              <a:gd name="connsiteX85" fmla="*/ 5684952 w 5741575"/>
              <a:gd name="connsiteY85" fmla="*/ 26088 h 955271"/>
              <a:gd name="connsiteX86" fmla="*/ 5741575 w 5741575"/>
              <a:gd name="connsiteY86" fmla="*/ 0 h 955271"/>
              <a:gd name="connsiteX0" fmla="*/ 5741575 w 5741575"/>
              <a:gd name="connsiteY0" fmla="*/ 0 h 955271"/>
              <a:gd name="connsiteX1" fmla="*/ 5741575 w 5741575"/>
              <a:gd name="connsiteY1" fmla="*/ 955271 h 955271"/>
              <a:gd name="connsiteX2" fmla="*/ 0 w 5741575"/>
              <a:gd name="connsiteY2" fmla="*/ 955271 h 955271"/>
              <a:gd name="connsiteX3" fmla="*/ 8558 w 5741575"/>
              <a:gd name="connsiteY3" fmla="*/ 953971 h 955271"/>
              <a:gd name="connsiteX4" fmla="*/ 16894 w 5741575"/>
              <a:gd name="connsiteY4" fmla="*/ 953847 h 955271"/>
              <a:gd name="connsiteX5" fmla="*/ 28156 w 5741575"/>
              <a:gd name="connsiteY5" fmla="*/ 951374 h 955271"/>
              <a:gd name="connsiteX6" fmla="*/ 28293 w 5741575"/>
              <a:gd name="connsiteY6" fmla="*/ 950971 h 955271"/>
              <a:gd name="connsiteX7" fmla="*/ 59229 w 5741575"/>
              <a:gd name="connsiteY7" fmla="*/ 903950 h 955271"/>
              <a:gd name="connsiteX8" fmla="*/ 148657 w 5741575"/>
              <a:gd name="connsiteY8" fmla="*/ 898134 h 955271"/>
              <a:gd name="connsiteX9" fmla="*/ 174554 w 5741575"/>
              <a:gd name="connsiteY9" fmla="*/ 886351 h 955271"/>
              <a:gd name="connsiteX10" fmla="*/ 187633 w 5741575"/>
              <a:gd name="connsiteY10" fmla="*/ 878226 h 955271"/>
              <a:gd name="connsiteX11" fmla="*/ 187961 w 5741575"/>
              <a:gd name="connsiteY11" fmla="*/ 876538 h 955271"/>
              <a:gd name="connsiteX12" fmla="*/ 240501 w 5741575"/>
              <a:gd name="connsiteY12" fmla="*/ 873150 h 955271"/>
              <a:gd name="connsiteX13" fmla="*/ 246345 w 5741575"/>
              <a:gd name="connsiteY13" fmla="*/ 869942 h 955271"/>
              <a:gd name="connsiteX14" fmla="*/ 306299 w 5741575"/>
              <a:gd name="connsiteY14" fmla="*/ 873609 h 955271"/>
              <a:gd name="connsiteX15" fmla="*/ 331571 w 5741575"/>
              <a:gd name="connsiteY15" fmla="*/ 869866 h 955271"/>
              <a:gd name="connsiteX16" fmla="*/ 384157 w 5741575"/>
              <a:gd name="connsiteY16" fmla="*/ 867971 h 955271"/>
              <a:gd name="connsiteX17" fmla="*/ 477637 w 5741575"/>
              <a:gd name="connsiteY17" fmla="*/ 870334 h 955271"/>
              <a:gd name="connsiteX18" fmla="*/ 570239 w 5741575"/>
              <a:gd name="connsiteY18" fmla="*/ 829596 h 955271"/>
              <a:gd name="connsiteX19" fmla="*/ 772070 w 5741575"/>
              <a:gd name="connsiteY19" fmla="*/ 820296 h 955271"/>
              <a:gd name="connsiteX20" fmla="*/ 948872 w 5741575"/>
              <a:gd name="connsiteY20" fmla="*/ 772201 h 955271"/>
              <a:gd name="connsiteX21" fmla="*/ 1127089 w 5741575"/>
              <a:gd name="connsiteY21" fmla="*/ 746926 h 955271"/>
              <a:gd name="connsiteX22" fmla="*/ 1226314 w 5741575"/>
              <a:gd name="connsiteY22" fmla="*/ 722473 h 955271"/>
              <a:gd name="connsiteX23" fmla="*/ 1278773 w 5741575"/>
              <a:gd name="connsiteY23" fmla="*/ 711503 h 955271"/>
              <a:gd name="connsiteX24" fmla="*/ 1342834 w 5741575"/>
              <a:gd name="connsiteY24" fmla="*/ 753906 h 955271"/>
              <a:gd name="connsiteX25" fmla="*/ 1435833 w 5741575"/>
              <a:gd name="connsiteY25" fmla="*/ 857427 h 955271"/>
              <a:gd name="connsiteX26" fmla="*/ 1412292 w 5741575"/>
              <a:gd name="connsiteY26" fmla="*/ 670793 h 955271"/>
              <a:gd name="connsiteX27" fmla="*/ 1494753 w 5741575"/>
              <a:gd name="connsiteY27" fmla="*/ 644686 h 955271"/>
              <a:gd name="connsiteX28" fmla="*/ 1616217 w 5741575"/>
              <a:gd name="connsiteY28" fmla="*/ 622107 h 955271"/>
              <a:gd name="connsiteX29" fmla="*/ 1710928 w 5741575"/>
              <a:gd name="connsiteY29" fmla="*/ 600666 h 955271"/>
              <a:gd name="connsiteX30" fmla="*/ 1743718 w 5741575"/>
              <a:gd name="connsiteY30" fmla="*/ 584327 h 955271"/>
              <a:gd name="connsiteX31" fmla="*/ 1873778 w 5741575"/>
              <a:gd name="connsiteY31" fmla="*/ 530130 h 955271"/>
              <a:gd name="connsiteX32" fmla="*/ 1988411 w 5741575"/>
              <a:gd name="connsiteY32" fmla="*/ 491599 h 955271"/>
              <a:gd name="connsiteX33" fmla="*/ 2085507 w 5741575"/>
              <a:gd name="connsiteY33" fmla="*/ 498527 h 955271"/>
              <a:gd name="connsiteX34" fmla="*/ 2090767 w 5741575"/>
              <a:gd name="connsiteY34" fmla="*/ 490616 h 955271"/>
              <a:gd name="connsiteX35" fmla="*/ 2151143 w 5741575"/>
              <a:gd name="connsiteY35" fmla="*/ 478332 h 955271"/>
              <a:gd name="connsiteX36" fmla="*/ 2378710 w 5741575"/>
              <a:gd name="connsiteY36" fmla="*/ 477570 h 955271"/>
              <a:gd name="connsiteX37" fmla="*/ 2496256 w 5741575"/>
              <a:gd name="connsiteY37" fmla="*/ 452396 h 955271"/>
              <a:gd name="connsiteX38" fmla="*/ 2535387 w 5741575"/>
              <a:gd name="connsiteY38" fmla="*/ 436645 h 955271"/>
              <a:gd name="connsiteX39" fmla="*/ 2601109 w 5741575"/>
              <a:gd name="connsiteY39" fmla="*/ 410678 h 955271"/>
              <a:gd name="connsiteX40" fmla="*/ 2643855 w 5741575"/>
              <a:gd name="connsiteY40" fmla="*/ 374482 h 955271"/>
              <a:gd name="connsiteX41" fmla="*/ 2657726 w 5741575"/>
              <a:gd name="connsiteY41" fmla="*/ 365841 h 955271"/>
              <a:gd name="connsiteX42" fmla="*/ 2687125 w 5741575"/>
              <a:gd name="connsiteY42" fmla="*/ 366820 h 955271"/>
              <a:gd name="connsiteX43" fmla="*/ 2697479 w 5741575"/>
              <a:gd name="connsiteY43" fmla="*/ 361430 h 955271"/>
              <a:gd name="connsiteX44" fmla="*/ 2701547 w 5741575"/>
              <a:gd name="connsiteY44" fmla="*/ 361545 h 955271"/>
              <a:gd name="connsiteX45" fmla="*/ 2711054 w 5741575"/>
              <a:gd name="connsiteY45" fmla="*/ 360597 h 955271"/>
              <a:gd name="connsiteX46" fmla="*/ 2710438 w 5741575"/>
              <a:gd name="connsiteY46" fmla="*/ 366958 h 955271"/>
              <a:gd name="connsiteX47" fmla="*/ 2722936 w 5741575"/>
              <a:gd name="connsiteY47" fmla="*/ 377633 h 955271"/>
              <a:gd name="connsiteX48" fmla="*/ 2777227 w 5741575"/>
              <a:gd name="connsiteY48" fmla="*/ 368972 h 955271"/>
              <a:gd name="connsiteX49" fmla="*/ 2779510 w 5741575"/>
              <a:gd name="connsiteY49" fmla="*/ 361652 h 955271"/>
              <a:gd name="connsiteX50" fmla="*/ 2786278 w 5741575"/>
              <a:gd name="connsiteY50" fmla="*/ 359869 h 955271"/>
              <a:gd name="connsiteX51" fmla="*/ 2792101 w 5741575"/>
              <a:gd name="connsiteY51" fmla="*/ 365927 h 955271"/>
              <a:gd name="connsiteX52" fmla="*/ 2885545 w 5741575"/>
              <a:gd name="connsiteY52" fmla="*/ 372818 h 955271"/>
              <a:gd name="connsiteX53" fmla="*/ 3009558 w 5741575"/>
              <a:gd name="connsiteY53" fmla="*/ 370573 h 955271"/>
              <a:gd name="connsiteX54" fmla="*/ 3095010 w 5741575"/>
              <a:gd name="connsiteY54" fmla="*/ 332454 h 955271"/>
              <a:gd name="connsiteX55" fmla="*/ 3103742 w 5741575"/>
              <a:gd name="connsiteY55" fmla="*/ 337974 h 955271"/>
              <a:gd name="connsiteX56" fmla="*/ 3165093 w 5741575"/>
              <a:gd name="connsiteY56" fmla="*/ 329459 h 955271"/>
              <a:gd name="connsiteX57" fmla="*/ 3373785 w 5741575"/>
              <a:gd name="connsiteY57" fmla="*/ 255680 h 955271"/>
              <a:gd name="connsiteX58" fmla="*/ 3493851 w 5741575"/>
              <a:gd name="connsiteY58" fmla="*/ 240255 h 955271"/>
              <a:gd name="connsiteX59" fmla="*/ 3537470 w 5741575"/>
              <a:gd name="connsiteY59" fmla="*/ 241867 h 955271"/>
              <a:gd name="connsiteX60" fmla="*/ 3610489 w 5741575"/>
              <a:gd name="connsiteY60" fmla="*/ 244128 h 955271"/>
              <a:gd name="connsiteX61" fmla="*/ 3667539 w 5741575"/>
              <a:gd name="connsiteY61" fmla="*/ 263271 h 955271"/>
              <a:gd name="connsiteX62" fmla="*/ 3727614 w 5741575"/>
              <a:gd name="connsiteY62" fmla="*/ 258245 h 955271"/>
              <a:gd name="connsiteX63" fmla="*/ 3738369 w 5741575"/>
              <a:gd name="connsiteY63" fmla="*/ 234506 h 955271"/>
              <a:gd name="connsiteX64" fmla="*/ 3803670 w 5741575"/>
              <a:gd name="connsiteY64" fmla="*/ 236457 h 955271"/>
              <a:gd name="connsiteX65" fmla="*/ 3903080 w 5741575"/>
              <a:gd name="connsiteY65" fmla="*/ 241890 h 955271"/>
              <a:gd name="connsiteX66" fmla="*/ 4114838 w 5741575"/>
              <a:gd name="connsiteY66" fmla="*/ 238165 h 955271"/>
              <a:gd name="connsiteX67" fmla="*/ 4271023 w 5741575"/>
              <a:gd name="connsiteY67" fmla="*/ 241959 h 955271"/>
              <a:gd name="connsiteX68" fmla="*/ 4367397 w 5741575"/>
              <a:gd name="connsiteY68" fmla="*/ 271442 h 955271"/>
              <a:gd name="connsiteX69" fmla="*/ 4495366 w 5741575"/>
              <a:gd name="connsiteY69" fmla="*/ 271618 h 955271"/>
              <a:gd name="connsiteX70" fmla="*/ 4517347 w 5741575"/>
              <a:gd name="connsiteY70" fmla="*/ 275639 h 955271"/>
              <a:gd name="connsiteX71" fmla="*/ 4546116 w 5741575"/>
              <a:gd name="connsiteY71" fmla="*/ 268568 h 955271"/>
              <a:gd name="connsiteX72" fmla="*/ 4661259 w 5741575"/>
              <a:gd name="connsiteY72" fmla="*/ 238966 h 955271"/>
              <a:gd name="connsiteX73" fmla="*/ 4750403 w 5741575"/>
              <a:gd name="connsiteY73" fmla="*/ 204364 h 955271"/>
              <a:gd name="connsiteX74" fmla="*/ 4867614 w 5741575"/>
              <a:gd name="connsiteY74" fmla="*/ 208668 h 955271"/>
              <a:gd name="connsiteX75" fmla="*/ 4937036 w 5741575"/>
              <a:gd name="connsiteY75" fmla="*/ 195446 h 955271"/>
              <a:gd name="connsiteX76" fmla="*/ 5047626 w 5741575"/>
              <a:gd name="connsiteY76" fmla="*/ 149604 h 955271"/>
              <a:gd name="connsiteX77" fmla="*/ 5200247 w 5741575"/>
              <a:gd name="connsiteY77" fmla="*/ 142695 h 955271"/>
              <a:gd name="connsiteX78" fmla="*/ 5235691 w 5741575"/>
              <a:gd name="connsiteY78" fmla="*/ 173330 h 955271"/>
              <a:gd name="connsiteX79" fmla="*/ 5280133 w 5741575"/>
              <a:gd name="connsiteY79" fmla="*/ 189342 h 955271"/>
              <a:gd name="connsiteX80" fmla="*/ 5291963 w 5741575"/>
              <a:gd name="connsiteY80" fmla="*/ 139446 h 955271"/>
              <a:gd name="connsiteX81" fmla="*/ 5418472 w 5741575"/>
              <a:gd name="connsiteY81" fmla="*/ 89163 h 955271"/>
              <a:gd name="connsiteX82" fmla="*/ 5482354 w 5741575"/>
              <a:gd name="connsiteY82" fmla="*/ 69470 h 955271"/>
              <a:gd name="connsiteX83" fmla="*/ 5583280 w 5741575"/>
              <a:gd name="connsiteY83" fmla="*/ 49787 h 955271"/>
              <a:gd name="connsiteX84" fmla="*/ 5613766 w 5741575"/>
              <a:gd name="connsiteY84" fmla="*/ 41855 h 955271"/>
              <a:gd name="connsiteX85" fmla="*/ 5684952 w 5741575"/>
              <a:gd name="connsiteY85" fmla="*/ 26088 h 955271"/>
              <a:gd name="connsiteX86" fmla="*/ 5741575 w 5741575"/>
              <a:gd name="connsiteY86" fmla="*/ 0 h 955271"/>
              <a:gd name="connsiteX0" fmla="*/ 5741575 w 5741575"/>
              <a:gd name="connsiteY0" fmla="*/ 0 h 955271"/>
              <a:gd name="connsiteX1" fmla="*/ 5741575 w 5741575"/>
              <a:gd name="connsiteY1" fmla="*/ 955271 h 955271"/>
              <a:gd name="connsiteX2" fmla="*/ 0 w 5741575"/>
              <a:gd name="connsiteY2" fmla="*/ 955271 h 955271"/>
              <a:gd name="connsiteX3" fmla="*/ 8558 w 5741575"/>
              <a:gd name="connsiteY3" fmla="*/ 953971 h 955271"/>
              <a:gd name="connsiteX4" fmla="*/ 16894 w 5741575"/>
              <a:gd name="connsiteY4" fmla="*/ 953847 h 955271"/>
              <a:gd name="connsiteX5" fmla="*/ 28156 w 5741575"/>
              <a:gd name="connsiteY5" fmla="*/ 951374 h 955271"/>
              <a:gd name="connsiteX6" fmla="*/ 28293 w 5741575"/>
              <a:gd name="connsiteY6" fmla="*/ 950971 h 955271"/>
              <a:gd name="connsiteX7" fmla="*/ 59229 w 5741575"/>
              <a:gd name="connsiteY7" fmla="*/ 903950 h 955271"/>
              <a:gd name="connsiteX8" fmla="*/ 148657 w 5741575"/>
              <a:gd name="connsiteY8" fmla="*/ 898134 h 955271"/>
              <a:gd name="connsiteX9" fmla="*/ 174554 w 5741575"/>
              <a:gd name="connsiteY9" fmla="*/ 886351 h 955271"/>
              <a:gd name="connsiteX10" fmla="*/ 187633 w 5741575"/>
              <a:gd name="connsiteY10" fmla="*/ 878226 h 955271"/>
              <a:gd name="connsiteX11" fmla="*/ 187961 w 5741575"/>
              <a:gd name="connsiteY11" fmla="*/ 876538 h 955271"/>
              <a:gd name="connsiteX12" fmla="*/ 240501 w 5741575"/>
              <a:gd name="connsiteY12" fmla="*/ 873150 h 955271"/>
              <a:gd name="connsiteX13" fmla="*/ 246345 w 5741575"/>
              <a:gd name="connsiteY13" fmla="*/ 869942 h 955271"/>
              <a:gd name="connsiteX14" fmla="*/ 306299 w 5741575"/>
              <a:gd name="connsiteY14" fmla="*/ 873609 h 955271"/>
              <a:gd name="connsiteX15" fmla="*/ 331571 w 5741575"/>
              <a:gd name="connsiteY15" fmla="*/ 869866 h 955271"/>
              <a:gd name="connsiteX16" fmla="*/ 384157 w 5741575"/>
              <a:gd name="connsiteY16" fmla="*/ 867971 h 955271"/>
              <a:gd name="connsiteX17" fmla="*/ 477637 w 5741575"/>
              <a:gd name="connsiteY17" fmla="*/ 870334 h 955271"/>
              <a:gd name="connsiteX18" fmla="*/ 570239 w 5741575"/>
              <a:gd name="connsiteY18" fmla="*/ 829596 h 955271"/>
              <a:gd name="connsiteX19" fmla="*/ 772070 w 5741575"/>
              <a:gd name="connsiteY19" fmla="*/ 820296 h 955271"/>
              <a:gd name="connsiteX20" fmla="*/ 948872 w 5741575"/>
              <a:gd name="connsiteY20" fmla="*/ 772201 h 955271"/>
              <a:gd name="connsiteX21" fmla="*/ 1127089 w 5741575"/>
              <a:gd name="connsiteY21" fmla="*/ 746926 h 955271"/>
              <a:gd name="connsiteX22" fmla="*/ 1226314 w 5741575"/>
              <a:gd name="connsiteY22" fmla="*/ 722473 h 955271"/>
              <a:gd name="connsiteX23" fmla="*/ 1278773 w 5741575"/>
              <a:gd name="connsiteY23" fmla="*/ 711503 h 955271"/>
              <a:gd name="connsiteX24" fmla="*/ 1317691 w 5741575"/>
              <a:gd name="connsiteY24" fmla="*/ 708529 h 955271"/>
              <a:gd name="connsiteX25" fmla="*/ 1435833 w 5741575"/>
              <a:gd name="connsiteY25" fmla="*/ 857427 h 955271"/>
              <a:gd name="connsiteX26" fmla="*/ 1412292 w 5741575"/>
              <a:gd name="connsiteY26" fmla="*/ 670793 h 955271"/>
              <a:gd name="connsiteX27" fmla="*/ 1494753 w 5741575"/>
              <a:gd name="connsiteY27" fmla="*/ 644686 h 955271"/>
              <a:gd name="connsiteX28" fmla="*/ 1616217 w 5741575"/>
              <a:gd name="connsiteY28" fmla="*/ 622107 h 955271"/>
              <a:gd name="connsiteX29" fmla="*/ 1710928 w 5741575"/>
              <a:gd name="connsiteY29" fmla="*/ 600666 h 955271"/>
              <a:gd name="connsiteX30" fmla="*/ 1743718 w 5741575"/>
              <a:gd name="connsiteY30" fmla="*/ 584327 h 955271"/>
              <a:gd name="connsiteX31" fmla="*/ 1873778 w 5741575"/>
              <a:gd name="connsiteY31" fmla="*/ 530130 h 955271"/>
              <a:gd name="connsiteX32" fmla="*/ 1988411 w 5741575"/>
              <a:gd name="connsiteY32" fmla="*/ 491599 h 955271"/>
              <a:gd name="connsiteX33" fmla="*/ 2085507 w 5741575"/>
              <a:gd name="connsiteY33" fmla="*/ 498527 h 955271"/>
              <a:gd name="connsiteX34" fmla="*/ 2090767 w 5741575"/>
              <a:gd name="connsiteY34" fmla="*/ 490616 h 955271"/>
              <a:gd name="connsiteX35" fmla="*/ 2151143 w 5741575"/>
              <a:gd name="connsiteY35" fmla="*/ 478332 h 955271"/>
              <a:gd name="connsiteX36" fmla="*/ 2378710 w 5741575"/>
              <a:gd name="connsiteY36" fmla="*/ 477570 h 955271"/>
              <a:gd name="connsiteX37" fmla="*/ 2496256 w 5741575"/>
              <a:gd name="connsiteY37" fmla="*/ 452396 h 955271"/>
              <a:gd name="connsiteX38" fmla="*/ 2535387 w 5741575"/>
              <a:gd name="connsiteY38" fmla="*/ 436645 h 955271"/>
              <a:gd name="connsiteX39" fmla="*/ 2601109 w 5741575"/>
              <a:gd name="connsiteY39" fmla="*/ 410678 h 955271"/>
              <a:gd name="connsiteX40" fmla="*/ 2643855 w 5741575"/>
              <a:gd name="connsiteY40" fmla="*/ 374482 h 955271"/>
              <a:gd name="connsiteX41" fmla="*/ 2657726 w 5741575"/>
              <a:gd name="connsiteY41" fmla="*/ 365841 h 955271"/>
              <a:gd name="connsiteX42" fmla="*/ 2687125 w 5741575"/>
              <a:gd name="connsiteY42" fmla="*/ 366820 h 955271"/>
              <a:gd name="connsiteX43" fmla="*/ 2697479 w 5741575"/>
              <a:gd name="connsiteY43" fmla="*/ 361430 h 955271"/>
              <a:gd name="connsiteX44" fmla="*/ 2701547 w 5741575"/>
              <a:gd name="connsiteY44" fmla="*/ 361545 h 955271"/>
              <a:gd name="connsiteX45" fmla="*/ 2711054 w 5741575"/>
              <a:gd name="connsiteY45" fmla="*/ 360597 h 955271"/>
              <a:gd name="connsiteX46" fmla="*/ 2710438 w 5741575"/>
              <a:gd name="connsiteY46" fmla="*/ 366958 h 955271"/>
              <a:gd name="connsiteX47" fmla="*/ 2722936 w 5741575"/>
              <a:gd name="connsiteY47" fmla="*/ 377633 h 955271"/>
              <a:gd name="connsiteX48" fmla="*/ 2777227 w 5741575"/>
              <a:gd name="connsiteY48" fmla="*/ 368972 h 955271"/>
              <a:gd name="connsiteX49" fmla="*/ 2779510 w 5741575"/>
              <a:gd name="connsiteY49" fmla="*/ 361652 h 955271"/>
              <a:gd name="connsiteX50" fmla="*/ 2786278 w 5741575"/>
              <a:gd name="connsiteY50" fmla="*/ 359869 h 955271"/>
              <a:gd name="connsiteX51" fmla="*/ 2792101 w 5741575"/>
              <a:gd name="connsiteY51" fmla="*/ 365927 h 955271"/>
              <a:gd name="connsiteX52" fmla="*/ 2885545 w 5741575"/>
              <a:gd name="connsiteY52" fmla="*/ 372818 h 955271"/>
              <a:gd name="connsiteX53" fmla="*/ 3009558 w 5741575"/>
              <a:gd name="connsiteY53" fmla="*/ 370573 h 955271"/>
              <a:gd name="connsiteX54" fmla="*/ 3095010 w 5741575"/>
              <a:gd name="connsiteY54" fmla="*/ 332454 h 955271"/>
              <a:gd name="connsiteX55" fmla="*/ 3103742 w 5741575"/>
              <a:gd name="connsiteY55" fmla="*/ 337974 h 955271"/>
              <a:gd name="connsiteX56" fmla="*/ 3165093 w 5741575"/>
              <a:gd name="connsiteY56" fmla="*/ 329459 h 955271"/>
              <a:gd name="connsiteX57" fmla="*/ 3373785 w 5741575"/>
              <a:gd name="connsiteY57" fmla="*/ 255680 h 955271"/>
              <a:gd name="connsiteX58" fmla="*/ 3493851 w 5741575"/>
              <a:gd name="connsiteY58" fmla="*/ 240255 h 955271"/>
              <a:gd name="connsiteX59" fmla="*/ 3537470 w 5741575"/>
              <a:gd name="connsiteY59" fmla="*/ 241867 h 955271"/>
              <a:gd name="connsiteX60" fmla="*/ 3610489 w 5741575"/>
              <a:gd name="connsiteY60" fmla="*/ 244128 h 955271"/>
              <a:gd name="connsiteX61" fmla="*/ 3667539 w 5741575"/>
              <a:gd name="connsiteY61" fmla="*/ 263271 h 955271"/>
              <a:gd name="connsiteX62" fmla="*/ 3727614 w 5741575"/>
              <a:gd name="connsiteY62" fmla="*/ 258245 h 955271"/>
              <a:gd name="connsiteX63" fmla="*/ 3738369 w 5741575"/>
              <a:gd name="connsiteY63" fmla="*/ 234506 h 955271"/>
              <a:gd name="connsiteX64" fmla="*/ 3803670 w 5741575"/>
              <a:gd name="connsiteY64" fmla="*/ 236457 h 955271"/>
              <a:gd name="connsiteX65" fmla="*/ 3903080 w 5741575"/>
              <a:gd name="connsiteY65" fmla="*/ 241890 h 955271"/>
              <a:gd name="connsiteX66" fmla="*/ 4114838 w 5741575"/>
              <a:gd name="connsiteY66" fmla="*/ 238165 h 955271"/>
              <a:gd name="connsiteX67" fmla="*/ 4271023 w 5741575"/>
              <a:gd name="connsiteY67" fmla="*/ 241959 h 955271"/>
              <a:gd name="connsiteX68" fmla="*/ 4367397 w 5741575"/>
              <a:gd name="connsiteY68" fmla="*/ 271442 h 955271"/>
              <a:gd name="connsiteX69" fmla="*/ 4495366 w 5741575"/>
              <a:gd name="connsiteY69" fmla="*/ 271618 h 955271"/>
              <a:gd name="connsiteX70" fmla="*/ 4517347 w 5741575"/>
              <a:gd name="connsiteY70" fmla="*/ 275639 h 955271"/>
              <a:gd name="connsiteX71" fmla="*/ 4546116 w 5741575"/>
              <a:gd name="connsiteY71" fmla="*/ 268568 h 955271"/>
              <a:gd name="connsiteX72" fmla="*/ 4661259 w 5741575"/>
              <a:gd name="connsiteY72" fmla="*/ 238966 h 955271"/>
              <a:gd name="connsiteX73" fmla="*/ 4750403 w 5741575"/>
              <a:gd name="connsiteY73" fmla="*/ 204364 h 955271"/>
              <a:gd name="connsiteX74" fmla="*/ 4867614 w 5741575"/>
              <a:gd name="connsiteY74" fmla="*/ 208668 h 955271"/>
              <a:gd name="connsiteX75" fmla="*/ 4937036 w 5741575"/>
              <a:gd name="connsiteY75" fmla="*/ 195446 h 955271"/>
              <a:gd name="connsiteX76" fmla="*/ 5047626 w 5741575"/>
              <a:gd name="connsiteY76" fmla="*/ 149604 h 955271"/>
              <a:gd name="connsiteX77" fmla="*/ 5200247 w 5741575"/>
              <a:gd name="connsiteY77" fmla="*/ 142695 h 955271"/>
              <a:gd name="connsiteX78" fmla="*/ 5235691 w 5741575"/>
              <a:gd name="connsiteY78" fmla="*/ 173330 h 955271"/>
              <a:gd name="connsiteX79" fmla="*/ 5280133 w 5741575"/>
              <a:gd name="connsiteY79" fmla="*/ 189342 h 955271"/>
              <a:gd name="connsiteX80" fmla="*/ 5291963 w 5741575"/>
              <a:gd name="connsiteY80" fmla="*/ 139446 h 955271"/>
              <a:gd name="connsiteX81" fmla="*/ 5418472 w 5741575"/>
              <a:gd name="connsiteY81" fmla="*/ 89163 h 955271"/>
              <a:gd name="connsiteX82" fmla="*/ 5482354 w 5741575"/>
              <a:gd name="connsiteY82" fmla="*/ 69470 h 955271"/>
              <a:gd name="connsiteX83" fmla="*/ 5583280 w 5741575"/>
              <a:gd name="connsiteY83" fmla="*/ 49787 h 955271"/>
              <a:gd name="connsiteX84" fmla="*/ 5613766 w 5741575"/>
              <a:gd name="connsiteY84" fmla="*/ 41855 h 955271"/>
              <a:gd name="connsiteX85" fmla="*/ 5684952 w 5741575"/>
              <a:gd name="connsiteY85" fmla="*/ 26088 h 955271"/>
              <a:gd name="connsiteX86" fmla="*/ 5741575 w 5741575"/>
              <a:gd name="connsiteY86" fmla="*/ 0 h 955271"/>
              <a:gd name="connsiteX0" fmla="*/ 5741575 w 5741575"/>
              <a:gd name="connsiteY0" fmla="*/ 0 h 955271"/>
              <a:gd name="connsiteX1" fmla="*/ 5741575 w 5741575"/>
              <a:gd name="connsiteY1" fmla="*/ 955271 h 955271"/>
              <a:gd name="connsiteX2" fmla="*/ 0 w 5741575"/>
              <a:gd name="connsiteY2" fmla="*/ 955271 h 955271"/>
              <a:gd name="connsiteX3" fmla="*/ 8558 w 5741575"/>
              <a:gd name="connsiteY3" fmla="*/ 953971 h 955271"/>
              <a:gd name="connsiteX4" fmla="*/ 16894 w 5741575"/>
              <a:gd name="connsiteY4" fmla="*/ 953847 h 955271"/>
              <a:gd name="connsiteX5" fmla="*/ 28156 w 5741575"/>
              <a:gd name="connsiteY5" fmla="*/ 951374 h 955271"/>
              <a:gd name="connsiteX6" fmla="*/ 28293 w 5741575"/>
              <a:gd name="connsiteY6" fmla="*/ 950971 h 955271"/>
              <a:gd name="connsiteX7" fmla="*/ 59229 w 5741575"/>
              <a:gd name="connsiteY7" fmla="*/ 903950 h 955271"/>
              <a:gd name="connsiteX8" fmla="*/ 148657 w 5741575"/>
              <a:gd name="connsiteY8" fmla="*/ 898134 h 955271"/>
              <a:gd name="connsiteX9" fmla="*/ 174554 w 5741575"/>
              <a:gd name="connsiteY9" fmla="*/ 886351 h 955271"/>
              <a:gd name="connsiteX10" fmla="*/ 187633 w 5741575"/>
              <a:gd name="connsiteY10" fmla="*/ 878226 h 955271"/>
              <a:gd name="connsiteX11" fmla="*/ 187961 w 5741575"/>
              <a:gd name="connsiteY11" fmla="*/ 876538 h 955271"/>
              <a:gd name="connsiteX12" fmla="*/ 240501 w 5741575"/>
              <a:gd name="connsiteY12" fmla="*/ 873150 h 955271"/>
              <a:gd name="connsiteX13" fmla="*/ 246345 w 5741575"/>
              <a:gd name="connsiteY13" fmla="*/ 869942 h 955271"/>
              <a:gd name="connsiteX14" fmla="*/ 306299 w 5741575"/>
              <a:gd name="connsiteY14" fmla="*/ 873609 h 955271"/>
              <a:gd name="connsiteX15" fmla="*/ 331571 w 5741575"/>
              <a:gd name="connsiteY15" fmla="*/ 869866 h 955271"/>
              <a:gd name="connsiteX16" fmla="*/ 384157 w 5741575"/>
              <a:gd name="connsiteY16" fmla="*/ 867971 h 955271"/>
              <a:gd name="connsiteX17" fmla="*/ 477637 w 5741575"/>
              <a:gd name="connsiteY17" fmla="*/ 870334 h 955271"/>
              <a:gd name="connsiteX18" fmla="*/ 570239 w 5741575"/>
              <a:gd name="connsiteY18" fmla="*/ 829596 h 955271"/>
              <a:gd name="connsiteX19" fmla="*/ 772070 w 5741575"/>
              <a:gd name="connsiteY19" fmla="*/ 820296 h 955271"/>
              <a:gd name="connsiteX20" fmla="*/ 948872 w 5741575"/>
              <a:gd name="connsiteY20" fmla="*/ 772201 h 955271"/>
              <a:gd name="connsiteX21" fmla="*/ 1127089 w 5741575"/>
              <a:gd name="connsiteY21" fmla="*/ 746926 h 955271"/>
              <a:gd name="connsiteX22" fmla="*/ 1226314 w 5741575"/>
              <a:gd name="connsiteY22" fmla="*/ 722473 h 955271"/>
              <a:gd name="connsiteX23" fmla="*/ 1278773 w 5741575"/>
              <a:gd name="connsiteY23" fmla="*/ 711503 h 955271"/>
              <a:gd name="connsiteX24" fmla="*/ 1317691 w 5741575"/>
              <a:gd name="connsiteY24" fmla="*/ 708529 h 955271"/>
              <a:gd name="connsiteX25" fmla="*/ 1360404 w 5741575"/>
              <a:gd name="connsiteY25" fmla="*/ 675922 h 955271"/>
              <a:gd name="connsiteX26" fmla="*/ 1412292 w 5741575"/>
              <a:gd name="connsiteY26" fmla="*/ 670793 h 955271"/>
              <a:gd name="connsiteX27" fmla="*/ 1494753 w 5741575"/>
              <a:gd name="connsiteY27" fmla="*/ 644686 h 955271"/>
              <a:gd name="connsiteX28" fmla="*/ 1616217 w 5741575"/>
              <a:gd name="connsiteY28" fmla="*/ 622107 h 955271"/>
              <a:gd name="connsiteX29" fmla="*/ 1710928 w 5741575"/>
              <a:gd name="connsiteY29" fmla="*/ 600666 h 955271"/>
              <a:gd name="connsiteX30" fmla="*/ 1743718 w 5741575"/>
              <a:gd name="connsiteY30" fmla="*/ 584327 h 955271"/>
              <a:gd name="connsiteX31" fmla="*/ 1873778 w 5741575"/>
              <a:gd name="connsiteY31" fmla="*/ 530130 h 955271"/>
              <a:gd name="connsiteX32" fmla="*/ 1988411 w 5741575"/>
              <a:gd name="connsiteY32" fmla="*/ 491599 h 955271"/>
              <a:gd name="connsiteX33" fmla="*/ 2085507 w 5741575"/>
              <a:gd name="connsiteY33" fmla="*/ 498527 h 955271"/>
              <a:gd name="connsiteX34" fmla="*/ 2090767 w 5741575"/>
              <a:gd name="connsiteY34" fmla="*/ 490616 h 955271"/>
              <a:gd name="connsiteX35" fmla="*/ 2151143 w 5741575"/>
              <a:gd name="connsiteY35" fmla="*/ 478332 h 955271"/>
              <a:gd name="connsiteX36" fmla="*/ 2378710 w 5741575"/>
              <a:gd name="connsiteY36" fmla="*/ 477570 h 955271"/>
              <a:gd name="connsiteX37" fmla="*/ 2496256 w 5741575"/>
              <a:gd name="connsiteY37" fmla="*/ 452396 h 955271"/>
              <a:gd name="connsiteX38" fmla="*/ 2535387 w 5741575"/>
              <a:gd name="connsiteY38" fmla="*/ 436645 h 955271"/>
              <a:gd name="connsiteX39" fmla="*/ 2601109 w 5741575"/>
              <a:gd name="connsiteY39" fmla="*/ 410678 h 955271"/>
              <a:gd name="connsiteX40" fmla="*/ 2643855 w 5741575"/>
              <a:gd name="connsiteY40" fmla="*/ 374482 h 955271"/>
              <a:gd name="connsiteX41" fmla="*/ 2657726 w 5741575"/>
              <a:gd name="connsiteY41" fmla="*/ 365841 h 955271"/>
              <a:gd name="connsiteX42" fmla="*/ 2687125 w 5741575"/>
              <a:gd name="connsiteY42" fmla="*/ 366820 h 955271"/>
              <a:gd name="connsiteX43" fmla="*/ 2697479 w 5741575"/>
              <a:gd name="connsiteY43" fmla="*/ 361430 h 955271"/>
              <a:gd name="connsiteX44" fmla="*/ 2701547 w 5741575"/>
              <a:gd name="connsiteY44" fmla="*/ 361545 h 955271"/>
              <a:gd name="connsiteX45" fmla="*/ 2711054 w 5741575"/>
              <a:gd name="connsiteY45" fmla="*/ 360597 h 955271"/>
              <a:gd name="connsiteX46" fmla="*/ 2710438 w 5741575"/>
              <a:gd name="connsiteY46" fmla="*/ 366958 h 955271"/>
              <a:gd name="connsiteX47" fmla="*/ 2722936 w 5741575"/>
              <a:gd name="connsiteY47" fmla="*/ 377633 h 955271"/>
              <a:gd name="connsiteX48" fmla="*/ 2777227 w 5741575"/>
              <a:gd name="connsiteY48" fmla="*/ 368972 h 955271"/>
              <a:gd name="connsiteX49" fmla="*/ 2779510 w 5741575"/>
              <a:gd name="connsiteY49" fmla="*/ 361652 h 955271"/>
              <a:gd name="connsiteX50" fmla="*/ 2786278 w 5741575"/>
              <a:gd name="connsiteY50" fmla="*/ 359869 h 955271"/>
              <a:gd name="connsiteX51" fmla="*/ 2792101 w 5741575"/>
              <a:gd name="connsiteY51" fmla="*/ 365927 h 955271"/>
              <a:gd name="connsiteX52" fmla="*/ 2885545 w 5741575"/>
              <a:gd name="connsiteY52" fmla="*/ 372818 h 955271"/>
              <a:gd name="connsiteX53" fmla="*/ 3009558 w 5741575"/>
              <a:gd name="connsiteY53" fmla="*/ 370573 h 955271"/>
              <a:gd name="connsiteX54" fmla="*/ 3095010 w 5741575"/>
              <a:gd name="connsiteY54" fmla="*/ 332454 h 955271"/>
              <a:gd name="connsiteX55" fmla="*/ 3103742 w 5741575"/>
              <a:gd name="connsiteY55" fmla="*/ 337974 h 955271"/>
              <a:gd name="connsiteX56" fmla="*/ 3165093 w 5741575"/>
              <a:gd name="connsiteY56" fmla="*/ 329459 h 955271"/>
              <a:gd name="connsiteX57" fmla="*/ 3373785 w 5741575"/>
              <a:gd name="connsiteY57" fmla="*/ 255680 h 955271"/>
              <a:gd name="connsiteX58" fmla="*/ 3493851 w 5741575"/>
              <a:gd name="connsiteY58" fmla="*/ 240255 h 955271"/>
              <a:gd name="connsiteX59" fmla="*/ 3537470 w 5741575"/>
              <a:gd name="connsiteY59" fmla="*/ 241867 h 955271"/>
              <a:gd name="connsiteX60" fmla="*/ 3610489 w 5741575"/>
              <a:gd name="connsiteY60" fmla="*/ 244128 h 955271"/>
              <a:gd name="connsiteX61" fmla="*/ 3667539 w 5741575"/>
              <a:gd name="connsiteY61" fmla="*/ 263271 h 955271"/>
              <a:gd name="connsiteX62" fmla="*/ 3727614 w 5741575"/>
              <a:gd name="connsiteY62" fmla="*/ 258245 h 955271"/>
              <a:gd name="connsiteX63" fmla="*/ 3738369 w 5741575"/>
              <a:gd name="connsiteY63" fmla="*/ 234506 h 955271"/>
              <a:gd name="connsiteX64" fmla="*/ 3803670 w 5741575"/>
              <a:gd name="connsiteY64" fmla="*/ 236457 h 955271"/>
              <a:gd name="connsiteX65" fmla="*/ 3903080 w 5741575"/>
              <a:gd name="connsiteY65" fmla="*/ 241890 h 955271"/>
              <a:gd name="connsiteX66" fmla="*/ 4114838 w 5741575"/>
              <a:gd name="connsiteY66" fmla="*/ 238165 h 955271"/>
              <a:gd name="connsiteX67" fmla="*/ 4271023 w 5741575"/>
              <a:gd name="connsiteY67" fmla="*/ 241959 h 955271"/>
              <a:gd name="connsiteX68" fmla="*/ 4367397 w 5741575"/>
              <a:gd name="connsiteY68" fmla="*/ 271442 h 955271"/>
              <a:gd name="connsiteX69" fmla="*/ 4495366 w 5741575"/>
              <a:gd name="connsiteY69" fmla="*/ 271618 h 955271"/>
              <a:gd name="connsiteX70" fmla="*/ 4517347 w 5741575"/>
              <a:gd name="connsiteY70" fmla="*/ 275639 h 955271"/>
              <a:gd name="connsiteX71" fmla="*/ 4546116 w 5741575"/>
              <a:gd name="connsiteY71" fmla="*/ 268568 h 955271"/>
              <a:gd name="connsiteX72" fmla="*/ 4661259 w 5741575"/>
              <a:gd name="connsiteY72" fmla="*/ 238966 h 955271"/>
              <a:gd name="connsiteX73" fmla="*/ 4750403 w 5741575"/>
              <a:gd name="connsiteY73" fmla="*/ 204364 h 955271"/>
              <a:gd name="connsiteX74" fmla="*/ 4867614 w 5741575"/>
              <a:gd name="connsiteY74" fmla="*/ 208668 h 955271"/>
              <a:gd name="connsiteX75" fmla="*/ 4937036 w 5741575"/>
              <a:gd name="connsiteY75" fmla="*/ 195446 h 955271"/>
              <a:gd name="connsiteX76" fmla="*/ 5047626 w 5741575"/>
              <a:gd name="connsiteY76" fmla="*/ 149604 h 955271"/>
              <a:gd name="connsiteX77" fmla="*/ 5200247 w 5741575"/>
              <a:gd name="connsiteY77" fmla="*/ 142695 h 955271"/>
              <a:gd name="connsiteX78" fmla="*/ 5235691 w 5741575"/>
              <a:gd name="connsiteY78" fmla="*/ 173330 h 955271"/>
              <a:gd name="connsiteX79" fmla="*/ 5280133 w 5741575"/>
              <a:gd name="connsiteY79" fmla="*/ 189342 h 955271"/>
              <a:gd name="connsiteX80" fmla="*/ 5291963 w 5741575"/>
              <a:gd name="connsiteY80" fmla="*/ 139446 h 955271"/>
              <a:gd name="connsiteX81" fmla="*/ 5418472 w 5741575"/>
              <a:gd name="connsiteY81" fmla="*/ 89163 h 955271"/>
              <a:gd name="connsiteX82" fmla="*/ 5482354 w 5741575"/>
              <a:gd name="connsiteY82" fmla="*/ 69470 h 955271"/>
              <a:gd name="connsiteX83" fmla="*/ 5583280 w 5741575"/>
              <a:gd name="connsiteY83" fmla="*/ 49787 h 955271"/>
              <a:gd name="connsiteX84" fmla="*/ 5613766 w 5741575"/>
              <a:gd name="connsiteY84" fmla="*/ 41855 h 955271"/>
              <a:gd name="connsiteX85" fmla="*/ 5684952 w 5741575"/>
              <a:gd name="connsiteY85" fmla="*/ 26088 h 955271"/>
              <a:gd name="connsiteX86" fmla="*/ 5741575 w 5741575"/>
              <a:gd name="connsiteY86" fmla="*/ 0 h 955271"/>
              <a:gd name="connsiteX0" fmla="*/ 5741575 w 5741575"/>
              <a:gd name="connsiteY0" fmla="*/ 0 h 955271"/>
              <a:gd name="connsiteX1" fmla="*/ 5741575 w 5741575"/>
              <a:gd name="connsiteY1" fmla="*/ 955271 h 955271"/>
              <a:gd name="connsiteX2" fmla="*/ 0 w 5741575"/>
              <a:gd name="connsiteY2" fmla="*/ 955271 h 955271"/>
              <a:gd name="connsiteX3" fmla="*/ 8558 w 5741575"/>
              <a:gd name="connsiteY3" fmla="*/ 953971 h 955271"/>
              <a:gd name="connsiteX4" fmla="*/ 16894 w 5741575"/>
              <a:gd name="connsiteY4" fmla="*/ 953847 h 955271"/>
              <a:gd name="connsiteX5" fmla="*/ 28156 w 5741575"/>
              <a:gd name="connsiteY5" fmla="*/ 951374 h 955271"/>
              <a:gd name="connsiteX6" fmla="*/ 28293 w 5741575"/>
              <a:gd name="connsiteY6" fmla="*/ 950971 h 955271"/>
              <a:gd name="connsiteX7" fmla="*/ 59229 w 5741575"/>
              <a:gd name="connsiteY7" fmla="*/ 903950 h 955271"/>
              <a:gd name="connsiteX8" fmla="*/ 148657 w 5741575"/>
              <a:gd name="connsiteY8" fmla="*/ 898134 h 955271"/>
              <a:gd name="connsiteX9" fmla="*/ 174554 w 5741575"/>
              <a:gd name="connsiteY9" fmla="*/ 886351 h 955271"/>
              <a:gd name="connsiteX10" fmla="*/ 187633 w 5741575"/>
              <a:gd name="connsiteY10" fmla="*/ 878226 h 955271"/>
              <a:gd name="connsiteX11" fmla="*/ 187961 w 5741575"/>
              <a:gd name="connsiteY11" fmla="*/ 876538 h 955271"/>
              <a:gd name="connsiteX12" fmla="*/ 240501 w 5741575"/>
              <a:gd name="connsiteY12" fmla="*/ 873150 h 955271"/>
              <a:gd name="connsiteX13" fmla="*/ 246345 w 5741575"/>
              <a:gd name="connsiteY13" fmla="*/ 869942 h 955271"/>
              <a:gd name="connsiteX14" fmla="*/ 306299 w 5741575"/>
              <a:gd name="connsiteY14" fmla="*/ 873609 h 955271"/>
              <a:gd name="connsiteX15" fmla="*/ 331571 w 5741575"/>
              <a:gd name="connsiteY15" fmla="*/ 869866 h 955271"/>
              <a:gd name="connsiteX16" fmla="*/ 384157 w 5741575"/>
              <a:gd name="connsiteY16" fmla="*/ 867971 h 955271"/>
              <a:gd name="connsiteX17" fmla="*/ 477637 w 5741575"/>
              <a:gd name="connsiteY17" fmla="*/ 870334 h 955271"/>
              <a:gd name="connsiteX18" fmla="*/ 570239 w 5741575"/>
              <a:gd name="connsiteY18" fmla="*/ 829596 h 955271"/>
              <a:gd name="connsiteX19" fmla="*/ 772070 w 5741575"/>
              <a:gd name="connsiteY19" fmla="*/ 820296 h 955271"/>
              <a:gd name="connsiteX20" fmla="*/ 948872 w 5741575"/>
              <a:gd name="connsiteY20" fmla="*/ 772201 h 955271"/>
              <a:gd name="connsiteX21" fmla="*/ 1127089 w 5741575"/>
              <a:gd name="connsiteY21" fmla="*/ 746926 h 955271"/>
              <a:gd name="connsiteX22" fmla="*/ 1226314 w 5741575"/>
              <a:gd name="connsiteY22" fmla="*/ 722473 h 955271"/>
              <a:gd name="connsiteX23" fmla="*/ 1278773 w 5741575"/>
              <a:gd name="connsiteY23" fmla="*/ 711503 h 955271"/>
              <a:gd name="connsiteX24" fmla="*/ 1317691 w 5741575"/>
              <a:gd name="connsiteY24" fmla="*/ 708529 h 955271"/>
              <a:gd name="connsiteX25" fmla="*/ 1360404 w 5741575"/>
              <a:gd name="connsiteY25" fmla="*/ 675922 h 955271"/>
              <a:gd name="connsiteX26" fmla="*/ 1412292 w 5741575"/>
              <a:gd name="connsiteY26" fmla="*/ 670793 h 955271"/>
              <a:gd name="connsiteX27" fmla="*/ 1494753 w 5741575"/>
              <a:gd name="connsiteY27" fmla="*/ 644686 h 955271"/>
              <a:gd name="connsiteX28" fmla="*/ 1616217 w 5741575"/>
              <a:gd name="connsiteY28" fmla="*/ 622107 h 955271"/>
              <a:gd name="connsiteX29" fmla="*/ 1710928 w 5741575"/>
              <a:gd name="connsiteY29" fmla="*/ 600666 h 955271"/>
              <a:gd name="connsiteX30" fmla="*/ 1743718 w 5741575"/>
              <a:gd name="connsiteY30" fmla="*/ 584327 h 955271"/>
              <a:gd name="connsiteX31" fmla="*/ 1873778 w 5741575"/>
              <a:gd name="connsiteY31" fmla="*/ 530130 h 955271"/>
              <a:gd name="connsiteX32" fmla="*/ 1988411 w 5741575"/>
              <a:gd name="connsiteY32" fmla="*/ 491599 h 955271"/>
              <a:gd name="connsiteX33" fmla="*/ 2085507 w 5741575"/>
              <a:gd name="connsiteY33" fmla="*/ 498527 h 955271"/>
              <a:gd name="connsiteX34" fmla="*/ 2090767 w 5741575"/>
              <a:gd name="connsiteY34" fmla="*/ 490616 h 955271"/>
              <a:gd name="connsiteX35" fmla="*/ 2151143 w 5741575"/>
              <a:gd name="connsiteY35" fmla="*/ 478332 h 955271"/>
              <a:gd name="connsiteX36" fmla="*/ 2378710 w 5741575"/>
              <a:gd name="connsiteY36" fmla="*/ 477570 h 955271"/>
              <a:gd name="connsiteX37" fmla="*/ 2496256 w 5741575"/>
              <a:gd name="connsiteY37" fmla="*/ 452396 h 955271"/>
              <a:gd name="connsiteX38" fmla="*/ 2535387 w 5741575"/>
              <a:gd name="connsiteY38" fmla="*/ 436645 h 955271"/>
              <a:gd name="connsiteX39" fmla="*/ 2601109 w 5741575"/>
              <a:gd name="connsiteY39" fmla="*/ 410678 h 955271"/>
              <a:gd name="connsiteX40" fmla="*/ 2643855 w 5741575"/>
              <a:gd name="connsiteY40" fmla="*/ 374482 h 955271"/>
              <a:gd name="connsiteX41" fmla="*/ 2657726 w 5741575"/>
              <a:gd name="connsiteY41" fmla="*/ 365841 h 955271"/>
              <a:gd name="connsiteX42" fmla="*/ 2687125 w 5741575"/>
              <a:gd name="connsiteY42" fmla="*/ 366820 h 955271"/>
              <a:gd name="connsiteX43" fmla="*/ 2697479 w 5741575"/>
              <a:gd name="connsiteY43" fmla="*/ 361430 h 955271"/>
              <a:gd name="connsiteX44" fmla="*/ 2701547 w 5741575"/>
              <a:gd name="connsiteY44" fmla="*/ 361545 h 955271"/>
              <a:gd name="connsiteX45" fmla="*/ 2711054 w 5741575"/>
              <a:gd name="connsiteY45" fmla="*/ 360597 h 955271"/>
              <a:gd name="connsiteX46" fmla="*/ 2710438 w 5741575"/>
              <a:gd name="connsiteY46" fmla="*/ 366958 h 955271"/>
              <a:gd name="connsiteX47" fmla="*/ 2777227 w 5741575"/>
              <a:gd name="connsiteY47" fmla="*/ 368972 h 955271"/>
              <a:gd name="connsiteX48" fmla="*/ 2779510 w 5741575"/>
              <a:gd name="connsiteY48" fmla="*/ 361652 h 955271"/>
              <a:gd name="connsiteX49" fmla="*/ 2786278 w 5741575"/>
              <a:gd name="connsiteY49" fmla="*/ 359869 h 955271"/>
              <a:gd name="connsiteX50" fmla="*/ 2792101 w 5741575"/>
              <a:gd name="connsiteY50" fmla="*/ 365927 h 955271"/>
              <a:gd name="connsiteX51" fmla="*/ 2885545 w 5741575"/>
              <a:gd name="connsiteY51" fmla="*/ 372818 h 955271"/>
              <a:gd name="connsiteX52" fmla="*/ 3009558 w 5741575"/>
              <a:gd name="connsiteY52" fmla="*/ 370573 h 955271"/>
              <a:gd name="connsiteX53" fmla="*/ 3095010 w 5741575"/>
              <a:gd name="connsiteY53" fmla="*/ 332454 h 955271"/>
              <a:gd name="connsiteX54" fmla="*/ 3103742 w 5741575"/>
              <a:gd name="connsiteY54" fmla="*/ 337974 h 955271"/>
              <a:gd name="connsiteX55" fmla="*/ 3165093 w 5741575"/>
              <a:gd name="connsiteY55" fmla="*/ 329459 h 955271"/>
              <a:gd name="connsiteX56" fmla="*/ 3373785 w 5741575"/>
              <a:gd name="connsiteY56" fmla="*/ 255680 h 955271"/>
              <a:gd name="connsiteX57" fmla="*/ 3493851 w 5741575"/>
              <a:gd name="connsiteY57" fmla="*/ 240255 h 955271"/>
              <a:gd name="connsiteX58" fmla="*/ 3537470 w 5741575"/>
              <a:gd name="connsiteY58" fmla="*/ 241867 h 955271"/>
              <a:gd name="connsiteX59" fmla="*/ 3610489 w 5741575"/>
              <a:gd name="connsiteY59" fmla="*/ 244128 h 955271"/>
              <a:gd name="connsiteX60" fmla="*/ 3667539 w 5741575"/>
              <a:gd name="connsiteY60" fmla="*/ 263271 h 955271"/>
              <a:gd name="connsiteX61" fmla="*/ 3727614 w 5741575"/>
              <a:gd name="connsiteY61" fmla="*/ 258245 h 955271"/>
              <a:gd name="connsiteX62" fmla="*/ 3738369 w 5741575"/>
              <a:gd name="connsiteY62" fmla="*/ 234506 h 955271"/>
              <a:gd name="connsiteX63" fmla="*/ 3803670 w 5741575"/>
              <a:gd name="connsiteY63" fmla="*/ 236457 h 955271"/>
              <a:gd name="connsiteX64" fmla="*/ 3903080 w 5741575"/>
              <a:gd name="connsiteY64" fmla="*/ 241890 h 955271"/>
              <a:gd name="connsiteX65" fmla="*/ 4114838 w 5741575"/>
              <a:gd name="connsiteY65" fmla="*/ 238165 h 955271"/>
              <a:gd name="connsiteX66" fmla="*/ 4271023 w 5741575"/>
              <a:gd name="connsiteY66" fmla="*/ 241959 h 955271"/>
              <a:gd name="connsiteX67" fmla="*/ 4367397 w 5741575"/>
              <a:gd name="connsiteY67" fmla="*/ 271442 h 955271"/>
              <a:gd name="connsiteX68" fmla="*/ 4495366 w 5741575"/>
              <a:gd name="connsiteY68" fmla="*/ 271618 h 955271"/>
              <a:gd name="connsiteX69" fmla="*/ 4517347 w 5741575"/>
              <a:gd name="connsiteY69" fmla="*/ 275639 h 955271"/>
              <a:gd name="connsiteX70" fmla="*/ 4546116 w 5741575"/>
              <a:gd name="connsiteY70" fmla="*/ 268568 h 955271"/>
              <a:gd name="connsiteX71" fmla="*/ 4661259 w 5741575"/>
              <a:gd name="connsiteY71" fmla="*/ 238966 h 955271"/>
              <a:gd name="connsiteX72" fmla="*/ 4750403 w 5741575"/>
              <a:gd name="connsiteY72" fmla="*/ 204364 h 955271"/>
              <a:gd name="connsiteX73" fmla="*/ 4867614 w 5741575"/>
              <a:gd name="connsiteY73" fmla="*/ 208668 h 955271"/>
              <a:gd name="connsiteX74" fmla="*/ 4937036 w 5741575"/>
              <a:gd name="connsiteY74" fmla="*/ 195446 h 955271"/>
              <a:gd name="connsiteX75" fmla="*/ 5047626 w 5741575"/>
              <a:gd name="connsiteY75" fmla="*/ 149604 h 955271"/>
              <a:gd name="connsiteX76" fmla="*/ 5200247 w 5741575"/>
              <a:gd name="connsiteY76" fmla="*/ 142695 h 955271"/>
              <a:gd name="connsiteX77" fmla="*/ 5235691 w 5741575"/>
              <a:gd name="connsiteY77" fmla="*/ 173330 h 955271"/>
              <a:gd name="connsiteX78" fmla="*/ 5280133 w 5741575"/>
              <a:gd name="connsiteY78" fmla="*/ 189342 h 955271"/>
              <a:gd name="connsiteX79" fmla="*/ 5291963 w 5741575"/>
              <a:gd name="connsiteY79" fmla="*/ 139446 h 955271"/>
              <a:gd name="connsiteX80" fmla="*/ 5418472 w 5741575"/>
              <a:gd name="connsiteY80" fmla="*/ 89163 h 955271"/>
              <a:gd name="connsiteX81" fmla="*/ 5482354 w 5741575"/>
              <a:gd name="connsiteY81" fmla="*/ 69470 h 955271"/>
              <a:gd name="connsiteX82" fmla="*/ 5583280 w 5741575"/>
              <a:gd name="connsiteY82" fmla="*/ 49787 h 955271"/>
              <a:gd name="connsiteX83" fmla="*/ 5613766 w 5741575"/>
              <a:gd name="connsiteY83" fmla="*/ 41855 h 955271"/>
              <a:gd name="connsiteX84" fmla="*/ 5684952 w 5741575"/>
              <a:gd name="connsiteY84" fmla="*/ 26088 h 955271"/>
              <a:gd name="connsiteX85" fmla="*/ 5741575 w 5741575"/>
              <a:gd name="connsiteY85" fmla="*/ 0 h 955271"/>
              <a:gd name="connsiteX0" fmla="*/ 5741575 w 5741575"/>
              <a:gd name="connsiteY0" fmla="*/ 0 h 955271"/>
              <a:gd name="connsiteX1" fmla="*/ 5741575 w 5741575"/>
              <a:gd name="connsiteY1" fmla="*/ 955271 h 955271"/>
              <a:gd name="connsiteX2" fmla="*/ 0 w 5741575"/>
              <a:gd name="connsiteY2" fmla="*/ 955271 h 955271"/>
              <a:gd name="connsiteX3" fmla="*/ 8558 w 5741575"/>
              <a:gd name="connsiteY3" fmla="*/ 953971 h 955271"/>
              <a:gd name="connsiteX4" fmla="*/ 16894 w 5741575"/>
              <a:gd name="connsiteY4" fmla="*/ 953847 h 955271"/>
              <a:gd name="connsiteX5" fmla="*/ 28156 w 5741575"/>
              <a:gd name="connsiteY5" fmla="*/ 951374 h 955271"/>
              <a:gd name="connsiteX6" fmla="*/ 28293 w 5741575"/>
              <a:gd name="connsiteY6" fmla="*/ 950971 h 955271"/>
              <a:gd name="connsiteX7" fmla="*/ 59229 w 5741575"/>
              <a:gd name="connsiteY7" fmla="*/ 903950 h 955271"/>
              <a:gd name="connsiteX8" fmla="*/ 148657 w 5741575"/>
              <a:gd name="connsiteY8" fmla="*/ 898134 h 955271"/>
              <a:gd name="connsiteX9" fmla="*/ 174554 w 5741575"/>
              <a:gd name="connsiteY9" fmla="*/ 886351 h 955271"/>
              <a:gd name="connsiteX10" fmla="*/ 187633 w 5741575"/>
              <a:gd name="connsiteY10" fmla="*/ 878226 h 955271"/>
              <a:gd name="connsiteX11" fmla="*/ 187961 w 5741575"/>
              <a:gd name="connsiteY11" fmla="*/ 876538 h 955271"/>
              <a:gd name="connsiteX12" fmla="*/ 240501 w 5741575"/>
              <a:gd name="connsiteY12" fmla="*/ 873150 h 955271"/>
              <a:gd name="connsiteX13" fmla="*/ 246345 w 5741575"/>
              <a:gd name="connsiteY13" fmla="*/ 869942 h 955271"/>
              <a:gd name="connsiteX14" fmla="*/ 306299 w 5741575"/>
              <a:gd name="connsiteY14" fmla="*/ 873609 h 955271"/>
              <a:gd name="connsiteX15" fmla="*/ 331571 w 5741575"/>
              <a:gd name="connsiteY15" fmla="*/ 869866 h 955271"/>
              <a:gd name="connsiteX16" fmla="*/ 384157 w 5741575"/>
              <a:gd name="connsiteY16" fmla="*/ 867971 h 955271"/>
              <a:gd name="connsiteX17" fmla="*/ 477637 w 5741575"/>
              <a:gd name="connsiteY17" fmla="*/ 870334 h 955271"/>
              <a:gd name="connsiteX18" fmla="*/ 570239 w 5741575"/>
              <a:gd name="connsiteY18" fmla="*/ 829596 h 955271"/>
              <a:gd name="connsiteX19" fmla="*/ 772070 w 5741575"/>
              <a:gd name="connsiteY19" fmla="*/ 820296 h 955271"/>
              <a:gd name="connsiteX20" fmla="*/ 948872 w 5741575"/>
              <a:gd name="connsiteY20" fmla="*/ 772201 h 955271"/>
              <a:gd name="connsiteX21" fmla="*/ 1127089 w 5741575"/>
              <a:gd name="connsiteY21" fmla="*/ 746926 h 955271"/>
              <a:gd name="connsiteX22" fmla="*/ 1226314 w 5741575"/>
              <a:gd name="connsiteY22" fmla="*/ 722473 h 955271"/>
              <a:gd name="connsiteX23" fmla="*/ 1278773 w 5741575"/>
              <a:gd name="connsiteY23" fmla="*/ 711503 h 955271"/>
              <a:gd name="connsiteX24" fmla="*/ 1317691 w 5741575"/>
              <a:gd name="connsiteY24" fmla="*/ 708529 h 955271"/>
              <a:gd name="connsiteX25" fmla="*/ 1360404 w 5741575"/>
              <a:gd name="connsiteY25" fmla="*/ 675922 h 955271"/>
              <a:gd name="connsiteX26" fmla="*/ 1412292 w 5741575"/>
              <a:gd name="connsiteY26" fmla="*/ 670793 h 955271"/>
              <a:gd name="connsiteX27" fmla="*/ 1494753 w 5741575"/>
              <a:gd name="connsiteY27" fmla="*/ 644686 h 955271"/>
              <a:gd name="connsiteX28" fmla="*/ 1616217 w 5741575"/>
              <a:gd name="connsiteY28" fmla="*/ 622107 h 955271"/>
              <a:gd name="connsiteX29" fmla="*/ 1710928 w 5741575"/>
              <a:gd name="connsiteY29" fmla="*/ 600666 h 955271"/>
              <a:gd name="connsiteX30" fmla="*/ 1743718 w 5741575"/>
              <a:gd name="connsiteY30" fmla="*/ 584327 h 955271"/>
              <a:gd name="connsiteX31" fmla="*/ 1873778 w 5741575"/>
              <a:gd name="connsiteY31" fmla="*/ 530130 h 955271"/>
              <a:gd name="connsiteX32" fmla="*/ 1988411 w 5741575"/>
              <a:gd name="connsiteY32" fmla="*/ 491599 h 955271"/>
              <a:gd name="connsiteX33" fmla="*/ 2085507 w 5741575"/>
              <a:gd name="connsiteY33" fmla="*/ 498527 h 955271"/>
              <a:gd name="connsiteX34" fmla="*/ 2090767 w 5741575"/>
              <a:gd name="connsiteY34" fmla="*/ 490616 h 955271"/>
              <a:gd name="connsiteX35" fmla="*/ 2151143 w 5741575"/>
              <a:gd name="connsiteY35" fmla="*/ 478332 h 955271"/>
              <a:gd name="connsiteX36" fmla="*/ 2378710 w 5741575"/>
              <a:gd name="connsiteY36" fmla="*/ 477570 h 955271"/>
              <a:gd name="connsiteX37" fmla="*/ 2496256 w 5741575"/>
              <a:gd name="connsiteY37" fmla="*/ 452396 h 955271"/>
              <a:gd name="connsiteX38" fmla="*/ 2535387 w 5741575"/>
              <a:gd name="connsiteY38" fmla="*/ 436645 h 955271"/>
              <a:gd name="connsiteX39" fmla="*/ 2601109 w 5741575"/>
              <a:gd name="connsiteY39" fmla="*/ 410678 h 955271"/>
              <a:gd name="connsiteX40" fmla="*/ 2643855 w 5741575"/>
              <a:gd name="connsiteY40" fmla="*/ 374482 h 955271"/>
              <a:gd name="connsiteX41" fmla="*/ 2657726 w 5741575"/>
              <a:gd name="connsiteY41" fmla="*/ 365841 h 955271"/>
              <a:gd name="connsiteX42" fmla="*/ 2687125 w 5741575"/>
              <a:gd name="connsiteY42" fmla="*/ 366820 h 955271"/>
              <a:gd name="connsiteX43" fmla="*/ 2697479 w 5741575"/>
              <a:gd name="connsiteY43" fmla="*/ 361430 h 955271"/>
              <a:gd name="connsiteX44" fmla="*/ 2701547 w 5741575"/>
              <a:gd name="connsiteY44" fmla="*/ 361545 h 955271"/>
              <a:gd name="connsiteX45" fmla="*/ 2711054 w 5741575"/>
              <a:gd name="connsiteY45" fmla="*/ 360597 h 955271"/>
              <a:gd name="connsiteX46" fmla="*/ 2710438 w 5741575"/>
              <a:gd name="connsiteY46" fmla="*/ 366958 h 955271"/>
              <a:gd name="connsiteX47" fmla="*/ 2711050 w 5741575"/>
              <a:gd name="connsiteY47" fmla="*/ 358572 h 955271"/>
              <a:gd name="connsiteX48" fmla="*/ 2777227 w 5741575"/>
              <a:gd name="connsiteY48" fmla="*/ 368972 h 955271"/>
              <a:gd name="connsiteX49" fmla="*/ 2779510 w 5741575"/>
              <a:gd name="connsiteY49" fmla="*/ 361652 h 955271"/>
              <a:gd name="connsiteX50" fmla="*/ 2786278 w 5741575"/>
              <a:gd name="connsiteY50" fmla="*/ 359869 h 955271"/>
              <a:gd name="connsiteX51" fmla="*/ 2792101 w 5741575"/>
              <a:gd name="connsiteY51" fmla="*/ 365927 h 955271"/>
              <a:gd name="connsiteX52" fmla="*/ 2885545 w 5741575"/>
              <a:gd name="connsiteY52" fmla="*/ 372818 h 955271"/>
              <a:gd name="connsiteX53" fmla="*/ 3009558 w 5741575"/>
              <a:gd name="connsiteY53" fmla="*/ 370573 h 955271"/>
              <a:gd name="connsiteX54" fmla="*/ 3095010 w 5741575"/>
              <a:gd name="connsiteY54" fmla="*/ 332454 h 955271"/>
              <a:gd name="connsiteX55" fmla="*/ 3103742 w 5741575"/>
              <a:gd name="connsiteY55" fmla="*/ 337974 h 955271"/>
              <a:gd name="connsiteX56" fmla="*/ 3165093 w 5741575"/>
              <a:gd name="connsiteY56" fmla="*/ 329459 h 955271"/>
              <a:gd name="connsiteX57" fmla="*/ 3373785 w 5741575"/>
              <a:gd name="connsiteY57" fmla="*/ 255680 h 955271"/>
              <a:gd name="connsiteX58" fmla="*/ 3493851 w 5741575"/>
              <a:gd name="connsiteY58" fmla="*/ 240255 h 955271"/>
              <a:gd name="connsiteX59" fmla="*/ 3537470 w 5741575"/>
              <a:gd name="connsiteY59" fmla="*/ 241867 h 955271"/>
              <a:gd name="connsiteX60" fmla="*/ 3610489 w 5741575"/>
              <a:gd name="connsiteY60" fmla="*/ 244128 h 955271"/>
              <a:gd name="connsiteX61" fmla="*/ 3667539 w 5741575"/>
              <a:gd name="connsiteY61" fmla="*/ 263271 h 955271"/>
              <a:gd name="connsiteX62" fmla="*/ 3727614 w 5741575"/>
              <a:gd name="connsiteY62" fmla="*/ 258245 h 955271"/>
              <a:gd name="connsiteX63" fmla="*/ 3738369 w 5741575"/>
              <a:gd name="connsiteY63" fmla="*/ 234506 h 955271"/>
              <a:gd name="connsiteX64" fmla="*/ 3803670 w 5741575"/>
              <a:gd name="connsiteY64" fmla="*/ 236457 h 955271"/>
              <a:gd name="connsiteX65" fmla="*/ 3903080 w 5741575"/>
              <a:gd name="connsiteY65" fmla="*/ 241890 h 955271"/>
              <a:gd name="connsiteX66" fmla="*/ 4114838 w 5741575"/>
              <a:gd name="connsiteY66" fmla="*/ 238165 h 955271"/>
              <a:gd name="connsiteX67" fmla="*/ 4271023 w 5741575"/>
              <a:gd name="connsiteY67" fmla="*/ 241959 h 955271"/>
              <a:gd name="connsiteX68" fmla="*/ 4367397 w 5741575"/>
              <a:gd name="connsiteY68" fmla="*/ 271442 h 955271"/>
              <a:gd name="connsiteX69" fmla="*/ 4495366 w 5741575"/>
              <a:gd name="connsiteY69" fmla="*/ 271618 h 955271"/>
              <a:gd name="connsiteX70" fmla="*/ 4517347 w 5741575"/>
              <a:gd name="connsiteY70" fmla="*/ 275639 h 955271"/>
              <a:gd name="connsiteX71" fmla="*/ 4546116 w 5741575"/>
              <a:gd name="connsiteY71" fmla="*/ 268568 h 955271"/>
              <a:gd name="connsiteX72" fmla="*/ 4661259 w 5741575"/>
              <a:gd name="connsiteY72" fmla="*/ 238966 h 955271"/>
              <a:gd name="connsiteX73" fmla="*/ 4750403 w 5741575"/>
              <a:gd name="connsiteY73" fmla="*/ 204364 h 955271"/>
              <a:gd name="connsiteX74" fmla="*/ 4867614 w 5741575"/>
              <a:gd name="connsiteY74" fmla="*/ 208668 h 955271"/>
              <a:gd name="connsiteX75" fmla="*/ 4937036 w 5741575"/>
              <a:gd name="connsiteY75" fmla="*/ 195446 h 955271"/>
              <a:gd name="connsiteX76" fmla="*/ 5047626 w 5741575"/>
              <a:gd name="connsiteY76" fmla="*/ 149604 h 955271"/>
              <a:gd name="connsiteX77" fmla="*/ 5200247 w 5741575"/>
              <a:gd name="connsiteY77" fmla="*/ 142695 h 955271"/>
              <a:gd name="connsiteX78" fmla="*/ 5235691 w 5741575"/>
              <a:gd name="connsiteY78" fmla="*/ 173330 h 955271"/>
              <a:gd name="connsiteX79" fmla="*/ 5280133 w 5741575"/>
              <a:gd name="connsiteY79" fmla="*/ 189342 h 955271"/>
              <a:gd name="connsiteX80" fmla="*/ 5291963 w 5741575"/>
              <a:gd name="connsiteY80" fmla="*/ 139446 h 955271"/>
              <a:gd name="connsiteX81" fmla="*/ 5418472 w 5741575"/>
              <a:gd name="connsiteY81" fmla="*/ 89163 h 955271"/>
              <a:gd name="connsiteX82" fmla="*/ 5482354 w 5741575"/>
              <a:gd name="connsiteY82" fmla="*/ 69470 h 955271"/>
              <a:gd name="connsiteX83" fmla="*/ 5583280 w 5741575"/>
              <a:gd name="connsiteY83" fmla="*/ 49787 h 955271"/>
              <a:gd name="connsiteX84" fmla="*/ 5613766 w 5741575"/>
              <a:gd name="connsiteY84" fmla="*/ 41855 h 955271"/>
              <a:gd name="connsiteX85" fmla="*/ 5684952 w 5741575"/>
              <a:gd name="connsiteY85" fmla="*/ 26088 h 955271"/>
              <a:gd name="connsiteX86" fmla="*/ 5741575 w 5741575"/>
              <a:gd name="connsiteY86" fmla="*/ 0 h 955271"/>
              <a:gd name="connsiteX0" fmla="*/ 5741575 w 5741575"/>
              <a:gd name="connsiteY0" fmla="*/ 0 h 955271"/>
              <a:gd name="connsiteX1" fmla="*/ 5741575 w 5741575"/>
              <a:gd name="connsiteY1" fmla="*/ 955271 h 955271"/>
              <a:gd name="connsiteX2" fmla="*/ 0 w 5741575"/>
              <a:gd name="connsiteY2" fmla="*/ 955271 h 955271"/>
              <a:gd name="connsiteX3" fmla="*/ 8558 w 5741575"/>
              <a:gd name="connsiteY3" fmla="*/ 953971 h 955271"/>
              <a:gd name="connsiteX4" fmla="*/ 16894 w 5741575"/>
              <a:gd name="connsiteY4" fmla="*/ 953847 h 955271"/>
              <a:gd name="connsiteX5" fmla="*/ 28156 w 5741575"/>
              <a:gd name="connsiteY5" fmla="*/ 951374 h 955271"/>
              <a:gd name="connsiteX6" fmla="*/ 28293 w 5741575"/>
              <a:gd name="connsiteY6" fmla="*/ 950971 h 955271"/>
              <a:gd name="connsiteX7" fmla="*/ 59229 w 5741575"/>
              <a:gd name="connsiteY7" fmla="*/ 903950 h 955271"/>
              <a:gd name="connsiteX8" fmla="*/ 148657 w 5741575"/>
              <a:gd name="connsiteY8" fmla="*/ 898134 h 955271"/>
              <a:gd name="connsiteX9" fmla="*/ 174554 w 5741575"/>
              <a:gd name="connsiteY9" fmla="*/ 886351 h 955271"/>
              <a:gd name="connsiteX10" fmla="*/ 187633 w 5741575"/>
              <a:gd name="connsiteY10" fmla="*/ 878226 h 955271"/>
              <a:gd name="connsiteX11" fmla="*/ 187961 w 5741575"/>
              <a:gd name="connsiteY11" fmla="*/ 876538 h 955271"/>
              <a:gd name="connsiteX12" fmla="*/ 240501 w 5741575"/>
              <a:gd name="connsiteY12" fmla="*/ 873150 h 955271"/>
              <a:gd name="connsiteX13" fmla="*/ 246345 w 5741575"/>
              <a:gd name="connsiteY13" fmla="*/ 869942 h 955271"/>
              <a:gd name="connsiteX14" fmla="*/ 306299 w 5741575"/>
              <a:gd name="connsiteY14" fmla="*/ 873609 h 955271"/>
              <a:gd name="connsiteX15" fmla="*/ 331571 w 5741575"/>
              <a:gd name="connsiteY15" fmla="*/ 869866 h 955271"/>
              <a:gd name="connsiteX16" fmla="*/ 384157 w 5741575"/>
              <a:gd name="connsiteY16" fmla="*/ 867971 h 955271"/>
              <a:gd name="connsiteX17" fmla="*/ 477637 w 5741575"/>
              <a:gd name="connsiteY17" fmla="*/ 870334 h 955271"/>
              <a:gd name="connsiteX18" fmla="*/ 570239 w 5741575"/>
              <a:gd name="connsiteY18" fmla="*/ 829596 h 955271"/>
              <a:gd name="connsiteX19" fmla="*/ 772070 w 5741575"/>
              <a:gd name="connsiteY19" fmla="*/ 820296 h 955271"/>
              <a:gd name="connsiteX20" fmla="*/ 948872 w 5741575"/>
              <a:gd name="connsiteY20" fmla="*/ 772201 h 955271"/>
              <a:gd name="connsiteX21" fmla="*/ 1127089 w 5741575"/>
              <a:gd name="connsiteY21" fmla="*/ 746926 h 955271"/>
              <a:gd name="connsiteX22" fmla="*/ 1226314 w 5741575"/>
              <a:gd name="connsiteY22" fmla="*/ 722473 h 955271"/>
              <a:gd name="connsiteX23" fmla="*/ 1278773 w 5741575"/>
              <a:gd name="connsiteY23" fmla="*/ 711503 h 955271"/>
              <a:gd name="connsiteX24" fmla="*/ 1317691 w 5741575"/>
              <a:gd name="connsiteY24" fmla="*/ 708529 h 955271"/>
              <a:gd name="connsiteX25" fmla="*/ 1360404 w 5741575"/>
              <a:gd name="connsiteY25" fmla="*/ 675922 h 955271"/>
              <a:gd name="connsiteX26" fmla="*/ 1412292 w 5741575"/>
              <a:gd name="connsiteY26" fmla="*/ 670793 h 955271"/>
              <a:gd name="connsiteX27" fmla="*/ 1494753 w 5741575"/>
              <a:gd name="connsiteY27" fmla="*/ 644686 h 955271"/>
              <a:gd name="connsiteX28" fmla="*/ 1616217 w 5741575"/>
              <a:gd name="connsiteY28" fmla="*/ 622107 h 955271"/>
              <a:gd name="connsiteX29" fmla="*/ 1710928 w 5741575"/>
              <a:gd name="connsiteY29" fmla="*/ 600666 h 955271"/>
              <a:gd name="connsiteX30" fmla="*/ 1743718 w 5741575"/>
              <a:gd name="connsiteY30" fmla="*/ 584327 h 955271"/>
              <a:gd name="connsiteX31" fmla="*/ 1873778 w 5741575"/>
              <a:gd name="connsiteY31" fmla="*/ 530130 h 955271"/>
              <a:gd name="connsiteX32" fmla="*/ 1988411 w 5741575"/>
              <a:gd name="connsiteY32" fmla="*/ 491599 h 955271"/>
              <a:gd name="connsiteX33" fmla="*/ 2085507 w 5741575"/>
              <a:gd name="connsiteY33" fmla="*/ 498527 h 955271"/>
              <a:gd name="connsiteX34" fmla="*/ 2090767 w 5741575"/>
              <a:gd name="connsiteY34" fmla="*/ 490616 h 955271"/>
              <a:gd name="connsiteX35" fmla="*/ 2151143 w 5741575"/>
              <a:gd name="connsiteY35" fmla="*/ 478332 h 955271"/>
              <a:gd name="connsiteX36" fmla="*/ 2378710 w 5741575"/>
              <a:gd name="connsiteY36" fmla="*/ 477570 h 955271"/>
              <a:gd name="connsiteX37" fmla="*/ 2496256 w 5741575"/>
              <a:gd name="connsiteY37" fmla="*/ 452396 h 955271"/>
              <a:gd name="connsiteX38" fmla="*/ 2535387 w 5741575"/>
              <a:gd name="connsiteY38" fmla="*/ 436645 h 955271"/>
              <a:gd name="connsiteX39" fmla="*/ 2601109 w 5741575"/>
              <a:gd name="connsiteY39" fmla="*/ 410678 h 955271"/>
              <a:gd name="connsiteX40" fmla="*/ 2643855 w 5741575"/>
              <a:gd name="connsiteY40" fmla="*/ 374482 h 955271"/>
              <a:gd name="connsiteX41" fmla="*/ 2657726 w 5741575"/>
              <a:gd name="connsiteY41" fmla="*/ 365841 h 955271"/>
              <a:gd name="connsiteX42" fmla="*/ 2687125 w 5741575"/>
              <a:gd name="connsiteY42" fmla="*/ 366820 h 955271"/>
              <a:gd name="connsiteX43" fmla="*/ 2697479 w 5741575"/>
              <a:gd name="connsiteY43" fmla="*/ 361430 h 955271"/>
              <a:gd name="connsiteX44" fmla="*/ 2701547 w 5741575"/>
              <a:gd name="connsiteY44" fmla="*/ 361545 h 955271"/>
              <a:gd name="connsiteX45" fmla="*/ 2711054 w 5741575"/>
              <a:gd name="connsiteY45" fmla="*/ 360597 h 955271"/>
              <a:gd name="connsiteX46" fmla="*/ 2710438 w 5741575"/>
              <a:gd name="connsiteY46" fmla="*/ 366958 h 955271"/>
              <a:gd name="connsiteX47" fmla="*/ 2777227 w 5741575"/>
              <a:gd name="connsiteY47" fmla="*/ 368972 h 955271"/>
              <a:gd name="connsiteX48" fmla="*/ 2779510 w 5741575"/>
              <a:gd name="connsiteY48" fmla="*/ 361652 h 955271"/>
              <a:gd name="connsiteX49" fmla="*/ 2786278 w 5741575"/>
              <a:gd name="connsiteY49" fmla="*/ 359869 h 955271"/>
              <a:gd name="connsiteX50" fmla="*/ 2792101 w 5741575"/>
              <a:gd name="connsiteY50" fmla="*/ 365927 h 955271"/>
              <a:gd name="connsiteX51" fmla="*/ 2885545 w 5741575"/>
              <a:gd name="connsiteY51" fmla="*/ 372818 h 955271"/>
              <a:gd name="connsiteX52" fmla="*/ 3009558 w 5741575"/>
              <a:gd name="connsiteY52" fmla="*/ 370573 h 955271"/>
              <a:gd name="connsiteX53" fmla="*/ 3095010 w 5741575"/>
              <a:gd name="connsiteY53" fmla="*/ 332454 h 955271"/>
              <a:gd name="connsiteX54" fmla="*/ 3103742 w 5741575"/>
              <a:gd name="connsiteY54" fmla="*/ 337974 h 955271"/>
              <a:gd name="connsiteX55" fmla="*/ 3165093 w 5741575"/>
              <a:gd name="connsiteY55" fmla="*/ 329459 h 955271"/>
              <a:gd name="connsiteX56" fmla="*/ 3373785 w 5741575"/>
              <a:gd name="connsiteY56" fmla="*/ 255680 h 955271"/>
              <a:gd name="connsiteX57" fmla="*/ 3493851 w 5741575"/>
              <a:gd name="connsiteY57" fmla="*/ 240255 h 955271"/>
              <a:gd name="connsiteX58" fmla="*/ 3537470 w 5741575"/>
              <a:gd name="connsiteY58" fmla="*/ 241867 h 955271"/>
              <a:gd name="connsiteX59" fmla="*/ 3610489 w 5741575"/>
              <a:gd name="connsiteY59" fmla="*/ 244128 h 955271"/>
              <a:gd name="connsiteX60" fmla="*/ 3667539 w 5741575"/>
              <a:gd name="connsiteY60" fmla="*/ 263271 h 955271"/>
              <a:gd name="connsiteX61" fmla="*/ 3727614 w 5741575"/>
              <a:gd name="connsiteY61" fmla="*/ 258245 h 955271"/>
              <a:gd name="connsiteX62" fmla="*/ 3738369 w 5741575"/>
              <a:gd name="connsiteY62" fmla="*/ 234506 h 955271"/>
              <a:gd name="connsiteX63" fmla="*/ 3803670 w 5741575"/>
              <a:gd name="connsiteY63" fmla="*/ 236457 h 955271"/>
              <a:gd name="connsiteX64" fmla="*/ 3903080 w 5741575"/>
              <a:gd name="connsiteY64" fmla="*/ 241890 h 955271"/>
              <a:gd name="connsiteX65" fmla="*/ 4114838 w 5741575"/>
              <a:gd name="connsiteY65" fmla="*/ 238165 h 955271"/>
              <a:gd name="connsiteX66" fmla="*/ 4271023 w 5741575"/>
              <a:gd name="connsiteY66" fmla="*/ 241959 h 955271"/>
              <a:gd name="connsiteX67" fmla="*/ 4367397 w 5741575"/>
              <a:gd name="connsiteY67" fmla="*/ 271442 h 955271"/>
              <a:gd name="connsiteX68" fmla="*/ 4495366 w 5741575"/>
              <a:gd name="connsiteY68" fmla="*/ 271618 h 955271"/>
              <a:gd name="connsiteX69" fmla="*/ 4517347 w 5741575"/>
              <a:gd name="connsiteY69" fmla="*/ 275639 h 955271"/>
              <a:gd name="connsiteX70" fmla="*/ 4546116 w 5741575"/>
              <a:gd name="connsiteY70" fmla="*/ 268568 h 955271"/>
              <a:gd name="connsiteX71" fmla="*/ 4661259 w 5741575"/>
              <a:gd name="connsiteY71" fmla="*/ 238966 h 955271"/>
              <a:gd name="connsiteX72" fmla="*/ 4750403 w 5741575"/>
              <a:gd name="connsiteY72" fmla="*/ 204364 h 955271"/>
              <a:gd name="connsiteX73" fmla="*/ 4867614 w 5741575"/>
              <a:gd name="connsiteY73" fmla="*/ 208668 h 955271"/>
              <a:gd name="connsiteX74" fmla="*/ 4937036 w 5741575"/>
              <a:gd name="connsiteY74" fmla="*/ 195446 h 955271"/>
              <a:gd name="connsiteX75" fmla="*/ 5047626 w 5741575"/>
              <a:gd name="connsiteY75" fmla="*/ 149604 h 955271"/>
              <a:gd name="connsiteX76" fmla="*/ 5200247 w 5741575"/>
              <a:gd name="connsiteY76" fmla="*/ 142695 h 955271"/>
              <a:gd name="connsiteX77" fmla="*/ 5235691 w 5741575"/>
              <a:gd name="connsiteY77" fmla="*/ 173330 h 955271"/>
              <a:gd name="connsiteX78" fmla="*/ 5280133 w 5741575"/>
              <a:gd name="connsiteY78" fmla="*/ 189342 h 955271"/>
              <a:gd name="connsiteX79" fmla="*/ 5291963 w 5741575"/>
              <a:gd name="connsiteY79" fmla="*/ 139446 h 955271"/>
              <a:gd name="connsiteX80" fmla="*/ 5418472 w 5741575"/>
              <a:gd name="connsiteY80" fmla="*/ 89163 h 955271"/>
              <a:gd name="connsiteX81" fmla="*/ 5482354 w 5741575"/>
              <a:gd name="connsiteY81" fmla="*/ 69470 h 955271"/>
              <a:gd name="connsiteX82" fmla="*/ 5583280 w 5741575"/>
              <a:gd name="connsiteY82" fmla="*/ 49787 h 955271"/>
              <a:gd name="connsiteX83" fmla="*/ 5613766 w 5741575"/>
              <a:gd name="connsiteY83" fmla="*/ 41855 h 955271"/>
              <a:gd name="connsiteX84" fmla="*/ 5684952 w 5741575"/>
              <a:gd name="connsiteY84" fmla="*/ 26088 h 955271"/>
              <a:gd name="connsiteX85" fmla="*/ 5741575 w 5741575"/>
              <a:gd name="connsiteY85" fmla="*/ 0 h 955271"/>
              <a:gd name="connsiteX0" fmla="*/ 5741575 w 5741575"/>
              <a:gd name="connsiteY0" fmla="*/ 0 h 955271"/>
              <a:gd name="connsiteX1" fmla="*/ 5741575 w 5741575"/>
              <a:gd name="connsiteY1" fmla="*/ 955271 h 955271"/>
              <a:gd name="connsiteX2" fmla="*/ 0 w 5741575"/>
              <a:gd name="connsiteY2" fmla="*/ 955271 h 955271"/>
              <a:gd name="connsiteX3" fmla="*/ 8558 w 5741575"/>
              <a:gd name="connsiteY3" fmla="*/ 953971 h 955271"/>
              <a:gd name="connsiteX4" fmla="*/ 16894 w 5741575"/>
              <a:gd name="connsiteY4" fmla="*/ 953847 h 955271"/>
              <a:gd name="connsiteX5" fmla="*/ 28156 w 5741575"/>
              <a:gd name="connsiteY5" fmla="*/ 951374 h 955271"/>
              <a:gd name="connsiteX6" fmla="*/ 28293 w 5741575"/>
              <a:gd name="connsiteY6" fmla="*/ 950971 h 955271"/>
              <a:gd name="connsiteX7" fmla="*/ 59229 w 5741575"/>
              <a:gd name="connsiteY7" fmla="*/ 903950 h 955271"/>
              <a:gd name="connsiteX8" fmla="*/ 148657 w 5741575"/>
              <a:gd name="connsiteY8" fmla="*/ 898134 h 955271"/>
              <a:gd name="connsiteX9" fmla="*/ 174554 w 5741575"/>
              <a:gd name="connsiteY9" fmla="*/ 886351 h 955271"/>
              <a:gd name="connsiteX10" fmla="*/ 187633 w 5741575"/>
              <a:gd name="connsiteY10" fmla="*/ 878226 h 955271"/>
              <a:gd name="connsiteX11" fmla="*/ 187961 w 5741575"/>
              <a:gd name="connsiteY11" fmla="*/ 876538 h 955271"/>
              <a:gd name="connsiteX12" fmla="*/ 240501 w 5741575"/>
              <a:gd name="connsiteY12" fmla="*/ 873150 h 955271"/>
              <a:gd name="connsiteX13" fmla="*/ 246345 w 5741575"/>
              <a:gd name="connsiteY13" fmla="*/ 869942 h 955271"/>
              <a:gd name="connsiteX14" fmla="*/ 306299 w 5741575"/>
              <a:gd name="connsiteY14" fmla="*/ 873609 h 955271"/>
              <a:gd name="connsiteX15" fmla="*/ 331571 w 5741575"/>
              <a:gd name="connsiteY15" fmla="*/ 869866 h 955271"/>
              <a:gd name="connsiteX16" fmla="*/ 384157 w 5741575"/>
              <a:gd name="connsiteY16" fmla="*/ 867971 h 955271"/>
              <a:gd name="connsiteX17" fmla="*/ 477637 w 5741575"/>
              <a:gd name="connsiteY17" fmla="*/ 870334 h 955271"/>
              <a:gd name="connsiteX18" fmla="*/ 570239 w 5741575"/>
              <a:gd name="connsiteY18" fmla="*/ 829596 h 955271"/>
              <a:gd name="connsiteX19" fmla="*/ 772070 w 5741575"/>
              <a:gd name="connsiteY19" fmla="*/ 820296 h 955271"/>
              <a:gd name="connsiteX20" fmla="*/ 948872 w 5741575"/>
              <a:gd name="connsiteY20" fmla="*/ 772201 h 955271"/>
              <a:gd name="connsiteX21" fmla="*/ 1127089 w 5741575"/>
              <a:gd name="connsiteY21" fmla="*/ 746926 h 955271"/>
              <a:gd name="connsiteX22" fmla="*/ 1226314 w 5741575"/>
              <a:gd name="connsiteY22" fmla="*/ 722473 h 955271"/>
              <a:gd name="connsiteX23" fmla="*/ 1278773 w 5741575"/>
              <a:gd name="connsiteY23" fmla="*/ 711503 h 955271"/>
              <a:gd name="connsiteX24" fmla="*/ 1317691 w 5741575"/>
              <a:gd name="connsiteY24" fmla="*/ 708529 h 955271"/>
              <a:gd name="connsiteX25" fmla="*/ 1360404 w 5741575"/>
              <a:gd name="connsiteY25" fmla="*/ 675922 h 955271"/>
              <a:gd name="connsiteX26" fmla="*/ 1412292 w 5741575"/>
              <a:gd name="connsiteY26" fmla="*/ 670793 h 955271"/>
              <a:gd name="connsiteX27" fmla="*/ 1494753 w 5741575"/>
              <a:gd name="connsiteY27" fmla="*/ 644686 h 955271"/>
              <a:gd name="connsiteX28" fmla="*/ 1616217 w 5741575"/>
              <a:gd name="connsiteY28" fmla="*/ 622107 h 955271"/>
              <a:gd name="connsiteX29" fmla="*/ 1710928 w 5741575"/>
              <a:gd name="connsiteY29" fmla="*/ 600666 h 955271"/>
              <a:gd name="connsiteX30" fmla="*/ 1743718 w 5741575"/>
              <a:gd name="connsiteY30" fmla="*/ 584327 h 955271"/>
              <a:gd name="connsiteX31" fmla="*/ 1873778 w 5741575"/>
              <a:gd name="connsiteY31" fmla="*/ 530130 h 955271"/>
              <a:gd name="connsiteX32" fmla="*/ 1988411 w 5741575"/>
              <a:gd name="connsiteY32" fmla="*/ 491599 h 955271"/>
              <a:gd name="connsiteX33" fmla="*/ 2085507 w 5741575"/>
              <a:gd name="connsiteY33" fmla="*/ 498527 h 955271"/>
              <a:gd name="connsiteX34" fmla="*/ 2090767 w 5741575"/>
              <a:gd name="connsiteY34" fmla="*/ 490616 h 955271"/>
              <a:gd name="connsiteX35" fmla="*/ 2151143 w 5741575"/>
              <a:gd name="connsiteY35" fmla="*/ 478332 h 955271"/>
              <a:gd name="connsiteX36" fmla="*/ 2378710 w 5741575"/>
              <a:gd name="connsiteY36" fmla="*/ 477570 h 955271"/>
              <a:gd name="connsiteX37" fmla="*/ 2496256 w 5741575"/>
              <a:gd name="connsiteY37" fmla="*/ 452396 h 955271"/>
              <a:gd name="connsiteX38" fmla="*/ 2535387 w 5741575"/>
              <a:gd name="connsiteY38" fmla="*/ 436645 h 955271"/>
              <a:gd name="connsiteX39" fmla="*/ 2601109 w 5741575"/>
              <a:gd name="connsiteY39" fmla="*/ 410678 h 955271"/>
              <a:gd name="connsiteX40" fmla="*/ 2643855 w 5741575"/>
              <a:gd name="connsiteY40" fmla="*/ 374482 h 955271"/>
              <a:gd name="connsiteX41" fmla="*/ 2657726 w 5741575"/>
              <a:gd name="connsiteY41" fmla="*/ 365841 h 955271"/>
              <a:gd name="connsiteX42" fmla="*/ 2687125 w 5741575"/>
              <a:gd name="connsiteY42" fmla="*/ 366820 h 955271"/>
              <a:gd name="connsiteX43" fmla="*/ 2697479 w 5741575"/>
              <a:gd name="connsiteY43" fmla="*/ 361430 h 955271"/>
              <a:gd name="connsiteX44" fmla="*/ 2701547 w 5741575"/>
              <a:gd name="connsiteY44" fmla="*/ 361545 h 955271"/>
              <a:gd name="connsiteX45" fmla="*/ 2711054 w 5741575"/>
              <a:gd name="connsiteY45" fmla="*/ 360597 h 955271"/>
              <a:gd name="connsiteX46" fmla="*/ 2777227 w 5741575"/>
              <a:gd name="connsiteY46" fmla="*/ 368972 h 955271"/>
              <a:gd name="connsiteX47" fmla="*/ 2779510 w 5741575"/>
              <a:gd name="connsiteY47" fmla="*/ 361652 h 955271"/>
              <a:gd name="connsiteX48" fmla="*/ 2786278 w 5741575"/>
              <a:gd name="connsiteY48" fmla="*/ 359869 h 955271"/>
              <a:gd name="connsiteX49" fmla="*/ 2792101 w 5741575"/>
              <a:gd name="connsiteY49" fmla="*/ 365927 h 955271"/>
              <a:gd name="connsiteX50" fmla="*/ 2885545 w 5741575"/>
              <a:gd name="connsiteY50" fmla="*/ 372818 h 955271"/>
              <a:gd name="connsiteX51" fmla="*/ 3009558 w 5741575"/>
              <a:gd name="connsiteY51" fmla="*/ 370573 h 955271"/>
              <a:gd name="connsiteX52" fmla="*/ 3095010 w 5741575"/>
              <a:gd name="connsiteY52" fmla="*/ 332454 h 955271"/>
              <a:gd name="connsiteX53" fmla="*/ 3103742 w 5741575"/>
              <a:gd name="connsiteY53" fmla="*/ 337974 h 955271"/>
              <a:gd name="connsiteX54" fmla="*/ 3165093 w 5741575"/>
              <a:gd name="connsiteY54" fmla="*/ 329459 h 955271"/>
              <a:gd name="connsiteX55" fmla="*/ 3373785 w 5741575"/>
              <a:gd name="connsiteY55" fmla="*/ 255680 h 955271"/>
              <a:gd name="connsiteX56" fmla="*/ 3493851 w 5741575"/>
              <a:gd name="connsiteY56" fmla="*/ 240255 h 955271"/>
              <a:gd name="connsiteX57" fmla="*/ 3537470 w 5741575"/>
              <a:gd name="connsiteY57" fmla="*/ 241867 h 955271"/>
              <a:gd name="connsiteX58" fmla="*/ 3610489 w 5741575"/>
              <a:gd name="connsiteY58" fmla="*/ 244128 h 955271"/>
              <a:gd name="connsiteX59" fmla="*/ 3667539 w 5741575"/>
              <a:gd name="connsiteY59" fmla="*/ 263271 h 955271"/>
              <a:gd name="connsiteX60" fmla="*/ 3727614 w 5741575"/>
              <a:gd name="connsiteY60" fmla="*/ 258245 h 955271"/>
              <a:gd name="connsiteX61" fmla="*/ 3738369 w 5741575"/>
              <a:gd name="connsiteY61" fmla="*/ 234506 h 955271"/>
              <a:gd name="connsiteX62" fmla="*/ 3803670 w 5741575"/>
              <a:gd name="connsiteY62" fmla="*/ 236457 h 955271"/>
              <a:gd name="connsiteX63" fmla="*/ 3903080 w 5741575"/>
              <a:gd name="connsiteY63" fmla="*/ 241890 h 955271"/>
              <a:gd name="connsiteX64" fmla="*/ 4114838 w 5741575"/>
              <a:gd name="connsiteY64" fmla="*/ 238165 h 955271"/>
              <a:gd name="connsiteX65" fmla="*/ 4271023 w 5741575"/>
              <a:gd name="connsiteY65" fmla="*/ 241959 h 955271"/>
              <a:gd name="connsiteX66" fmla="*/ 4367397 w 5741575"/>
              <a:gd name="connsiteY66" fmla="*/ 271442 h 955271"/>
              <a:gd name="connsiteX67" fmla="*/ 4495366 w 5741575"/>
              <a:gd name="connsiteY67" fmla="*/ 271618 h 955271"/>
              <a:gd name="connsiteX68" fmla="*/ 4517347 w 5741575"/>
              <a:gd name="connsiteY68" fmla="*/ 275639 h 955271"/>
              <a:gd name="connsiteX69" fmla="*/ 4546116 w 5741575"/>
              <a:gd name="connsiteY69" fmla="*/ 268568 h 955271"/>
              <a:gd name="connsiteX70" fmla="*/ 4661259 w 5741575"/>
              <a:gd name="connsiteY70" fmla="*/ 238966 h 955271"/>
              <a:gd name="connsiteX71" fmla="*/ 4750403 w 5741575"/>
              <a:gd name="connsiteY71" fmla="*/ 204364 h 955271"/>
              <a:gd name="connsiteX72" fmla="*/ 4867614 w 5741575"/>
              <a:gd name="connsiteY72" fmla="*/ 208668 h 955271"/>
              <a:gd name="connsiteX73" fmla="*/ 4937036 w 5741575"/>
              <a:gd name="connsiteY73" fmla="*/ 195446 h 955271"/>
              <a:gd name="connsiteX74" fmla="*/ 5047626 w 5741575"/>
              <a:gd name="connsiteY74" fmla="*/ 149604 h 955271"/>
              <a:gd name="connsiteX75" fmla="*/ 5200247 w 5741575"/>
              <a:gd name="connsiteY75" fmla="*/ 142695 h 955271"/>
              <a:gd name="connsiteX76" fmla="*/ 5235691 w 5741575"/>
              <a:gd name="connsiteY76" fmla="*/ 173330 h 955271"/>
              <a:gd name="connsiteX77" fmla="*/ 5280133 w 5741575"/>
              <a:gd name="connsiteY77" fmla="*/ 189342 h 955271"/>
              <a:gd name="connsiteX78" fmla="*/ 5291963 w 5741575"/>
              <a:gd name="connsiteY78" fmla="*/ 139446 h 955271"/>
              <a:gd name="connsiteX79" fmla="*/ 5418472 w 5741575"/>
              <a:gd name="connsiteY79" fmla="*/ 89163 h 955271"/>
              <a:gd name="connsiteX80" fmla="*/ 5482354 w 5741575"/>
              <a:gd name="connsiteY80" fmla="*/ 69470 h 955271"/>
              <a:gd name="connsiteX81" fmla="*/ 5583280 w 5741575"/>
              <a:gd name="connsiteY81" fmla="*/ 49787 h 955271"/>
              <a:gd name="connsiteX82" fmla="*/ 5613766 w 5741575"/>
              <a:gd name="connsiteY82" fmla="*/ 41855 h 955271"/>
              <a:gd name="connsiteX83" fmla="*/ 5684952 w 5741575"/>
              <a:gd name="connsiteY83" fmla="*/ 26088 h 955271"/>
              <a:gd name="connsiteX84" fmla="*/ 5741575 w 5741575"/>
              <a:gd name="connsiteY84" fmla="*/ 0 h 955271"/>
              <a:gd name="connsiteX0" fmla="*/ 5741575 w 5741575"/>
              <a:gd name="connsiteY0" fmla="*/ 0 h 955271"/>
              <a:gd name="connsiteX1" fmla="*/ 5741575 w 5741575"/>
              <a:gd name="connsiteY1" fmla="*/ 955271 h 955271"/>
              <a:gd name="connsiteX2" fmla="*/ 0 w 5741575"/>
              <a:gd name="connsiteY2" fmla="*/ 955271 h 955271"/>
              <a:gd name="connsiteX3" fmla="*/ 8558 w 5741575"/>
              <a:gd name="connsiteY3" fmla="*/ 953971 h 955271"/>
              <a:gd name="connsiteX4" fmla="*/ 16894 w 5741575"/>
              <a:gd name="connsiteY4" fmla="*/ 953847 h 955271"/>
              <a:gd name="connsiteX5" fmla="*/ 28156 w 5741575"/>
              <a:gd name="connsiteY5" fmla="*/ 951374 h 955271"/>
              <a:gd name="connsiteX6" fmla="*/ 28293 w 5741575"/>
              <a:gd name="connsiteY6" fmla="*/ 950971 h 955271"/>
              <a:gd name="connsiteX7" fmla="*/ 59229 w 5741575"/>
              <a:gd name="connsiteY7" fmla="*/ 903950 h 955271"/>
              <a:gd name="connsiteX8" fmla="*/ 148657 w 5741575"/>
              <a:gd name="connsiteY8" fmla="*/ 898134 h 955271"/>
              <a:gd name="connsiteX9" fmla="*/ 174554 w 5741575"/>
              <a:gd name="connsiteY9" fmla="*/ 886351 h 955271"/>
              <a:gd name="connsiteX10" fmla="*/ 187633 w 5741575"/>
              <a:gd name="connsiteY10" fmla="*/ 878226 h 955271"/>
              <a:gd name="connsiteX11" fmla="*/ 187961 w 5741575"/>
              <a:gd name="connsiteY11" fmla="*/ 876538 h 955271"/>
              <a:gd name="connsiteX12" fmla="*/ 240501 w 5741575"/>
              <a:gd name="connsiteY12" fmla="*/ 873150 h 955271"/>
              <a:gd name="connsiteX13" fmla="*/ 246345 w 5741575"/>
              <a:gd name="connsiteY13" fmla="*/ 869942 h 955271"/>
              <a:gd name="connsiteX14" fmla="*/ 306299 w 5741575"/>
              <a:gd name="connsiteY14" fmla="*/ 873609 h 955271"/>
              <a:gd name="connsiteX15" fmla="*/ 331571 w 5741575"/>
              <a:gd name="connsiteY15" fmla="*/ 869866 h 955271"/>
              <a:gd name="connsiteX16" fmla="*/ 384157 w 5741575"/>
              <a:gd name="connsiteY16" fmla="*/ 867971 h 955271"/>
              <a:gd name="connsiteX17" fmla="*/ 477637 w 5741575"/>
              <a:gd name="connsiteY17" fmla="*/ 870334 h 955271"/>
              <a:gd name="connsiteX18" fmla="*/ 570239 w 5741575"/>
              <a:gd name="connsiteY18" fmla="*/ 829596 h 955271"/>
              <a:gd name="connsiteX19" fmla="*/ 772070 w 5741575"/>
              <a:gd name="connsiteY19" fmla="*/ 820296 h 955271"/>
              <a:gd name="connsiteX20" fmla="*/ 948872 w 5741575"/>
              <a:gd name="connsiteY20" fmla="*/ 772201 h 955271"/>
              <a:gd name="connsiteX21" fmla="*/ 1127089 w 5741575"/>
              <a:gd name="connsiteY21" fmla="*/ 746926 h 955271"/>
              <a:gd name="connsiteX22" fmla="*/ 1226314 w 5741575"/>
              <a:gd name="connsiteY22" fmla="*/ 722473 h 955271"/>
              <a:gd name="connsiteX23" fmla="*/ 1278773 w 5741575"/>
              <a:gd name="connsiteY23" fmla="*/ 711503 h 955271"/>
              <a:gd name="connsiteX24" fmla="*/ 1317691 w 5741575"/>
              <a:gd name="connsiteY24" fmla="*/ 708529 h 955271"/>
              <a:gd name="connsiteX25" fmla="*/ 1360404 w 5741575"/>
              <a:gd name="connsiteY25" fmla="*/ 675922 h 955271"/>
              <a:gd name="connsiteX26" fmla="*/ 1412292 w 5741575"/>
              <a:gd name="connsiteY26" fmla="*/ 670793 h 955271"/>
              <a:gd name="connsiteX27" fmla="*/ 1494753 w 5741575"/>
              <a:gd name="connsiteY27" fmla="*/ 644686 h 955271"/>
              <a:gd name="connsiteX28" fmla="*/ 1616217 w 5741575"/>
              <a:gd name="connsiteY28" fmla="*/ 622107 h 955271"/>
              <a:gd name="connsiteX29" fmla="*/ 1710928 w 5741575"/>
              <a:gd name="connsiteY29" fmla="*/ 600666 h 955271"/>
              <a:gd name="connsiteX30" fmla="*/ 1743718 w 5741575"/>
              <a:gd name="connsiteY30" fmla="*/ 584327 h 955271"/>
              <a:gd name="connsiteX31" fmla="*/ 1873778 w 5741575"/>
              <a:gd name="connsiteY31" fmla="*/ 530130 h 955271"/>
              <a:gd name="connsiteX32" fmla="*/ 1988411 w 5741575"/>
              <a:gd name="connsiteY32" fmla="*/ 491599 h 955271"/>
              <a:gd name="connsiteX33" fmla="*/ 2085507 w 5741575"/>
              <a:gd name="connsiteY33" fmla="*/ 498527 h 955271"/>
              <a:gd name="connsiteX34" fmla="*/ 2090767 w 5741575"/>
              <a:gd name="connsiteY34" fmla="*/ 490616 h 955271"/>
              <a:gd name="connsiteX35" fmla="*/ 2151143 w 5741575"/>
              <a:gd name="connsiteY35" fmla="*/ 478332 h 955271"/>
              <a:gd name="connsiteX36" fmla="*/ 2378710 w 5741575"/>
              <a:gd name="connsiteY36" fmla="*/ 477570 h 955271"/>
              <a:gd name="connsiteX37" fmla="*/ 2496256 w 5741575"/>
              <a:gd name="connsiteY37" fmla="*/ 452396 h 955271"/>
              <a:gd name="connsiteX38" fmla="*/ 2535387 w 5741575"/>
              <a:gd name="connsiteY38" fmla="*/ 436645 h 955271"/>
              <a:gd name="connsiteX39" fmla="*/ 2601109 w 5741575"/>
              <a:gd name="connsiteY39" fmla="*/ 410678 h 955271"/>
              <a:gd name="connsiteX40" fmla="*/ 2643855 w 5741575"/>
              <a:gd name="connsiteY40" fmla="*/ 374482 h 955271"/>
              <a:gd name="connsiteX41" fmla="*/ 2657726 w 5741575"/>
              <a:gd name="connsiteY41" fmla="*/ 365841 h 955271"/>
              <a:gd name="connsiteX42" fmla="*/ 2687125 w 5741575"/>
              <a:gd name="connsiteY42" fmla="*/ 366820 h 955271"/>
              <a:gd name="connsiteX43" fmla="*/ 2697479 w 5741575"/>
              <a:gd name="connsiteY43" fmla="*/ 361430 h 955271"/>
              <a:gd name="connsiteX44" fmla="*/ 2701547 w 5741575"/>
              <a:gd name="connsiteY44" fmla="*/ 361545 h 955271"/>
              <a:gd name="connsiteX45" fmla="*/ 2711054 w 5741575"/>
              <a:gd name="connsiteY45" fmla="*/ 360597 h 955271"/>
              <a:gd name="connsiteX46" fmla="*/ 2777227 w 5741575"/>
              <a:gd name="connsiteY46" fmla="*/ 368972 h 955271"/>
              <a:gd name="connsiteX47" fmla="*/ 2779510 w 5741575"/>
              <a:gd name="connsiteY47" fmla="*/ 361652 h 955271"/>
              <a:gd name="connsiteX48" fmla="*/ 2786278 w 5741575"/>
              <a:gd name="connsiteY48" fmla="*/ 359869 h 955271"/>
              <a:gd name="connsiteX49" fmla="*/ 2885545 w 5741575"/>
              <a:gd name="connsiteY49" fmla="*/ 372818 h 955271"/>
              <a:gd name="connsiteX50" fmla="*/ 3009558 w 5741575"/>
              <a:gd name="connsiteY50" fmla="*/ 370573 h 955271"/>
              <a:gd name="connsiteX51" fmla="*/ 3095010 w 5741575"/>
              <a:gd name="connsiteY51" fmla="*/ 332454 h 955271"/>
              <a:gd name="connsiteX52" fmla="*/ 3103742 w 5741575"/>
              <a:gd name="connsiteY52" fmla="*/ 337974 h 955271"/>
              <a:gd name="connsiteX53" fmla="*/ 3165093 w 5741575"/>
              <a:gd name="connsiteY53" fmla="*/ 329459 h 955271"/>
              <a:gd name="connsiteX54" fmla="*/ 3373785 w 5741575"/>
              <a:gd name="connsiteY54" fmla="*/ 255680 h 955271"/>
              <a:gd name="connsiteX55" fmla="*/ 3493851 w 5741575"/>
              <a:gd name="connsiteY55" fmla="*/ 240255 h 955271"/>
              <a:gd name="connsiteX56" fmla="*/ 3537470 w 5741575"/>
              <a:gd name="connsiteY56" fmla="*/ 241867 h 955271"/>
              <a:gd name="connsiteX57" fmla="*/ 3610489 w 5741575"/>
              <a:gd name="connsiteY57" fmla="*/ 244128 h 955271"/>
              <a:gd name="connsiteX58" fmla="*/ 3667539 w 5741575"/>
              <a:gd name="connsiteY58" fmla="*/ 263271 h 955271"/>
              <a:gd name="connsiteX59" fmla="*/ 3727614 w 5741575"/>
              <a:gd name="connsiteY59" fmla="*/ 258245 h 955271"/>
              <a:gd name="connsiteX60" fmla="*/ 3738369 w 5741575"/>
              <a:gd name="connsiteY60" fmla="*/ 234506 h 955271"/>
              <a:gd name="connsiteX61" fmla="*/ 3803670 w 5741575"/>
              <a:gd name="connsiteY61" fmla="*/ 236457 h 955271"/>
              <a:gd name="connsiteX62" fmla="*/ 3903080 w 5741575"/>
              <a:gd name="connsiteY62" fmla="*/ 241890 h 955271"/>
              <a:gd name="connsiteX63" fmla="*/ 4114838 w 5741575"/>
              <a:gd name="connsiteY63" fmla="*/ 238165 h 955271"/>
              <a:gd name="connsiteX64" fmla="*/ 4271023 w 5741575"/>
              <a:gd name="connsiteY64" fmla="*/ 241959 h 955271"/>
              <a:gd name="connsiteX65" fmla="*/ 4367397 w 5741575"/>
              <a:gd name="connsiteY65" fmla="*/ 271442 h 955271"/>
              <a:gd name="connsiteX66" fmla="*/ 4495366 w 5741575"/>
              <a:gd name="connsiteY66" fmla="*/ 271618 h 955271"/>
              <a:gd name="connsiteX67" fmla="*/ 4517347 w 5741575"/>
              <a:gd name="connsiteY67" fmla="*/ 275639 h 955271"/>
              <a:gd name="connsiteX68" fmla="*/ 4546116 w 5741575"/>
              <a:gd name="connsiteY68" fmla="*/ 268568 h 955271"/>
              <a:gd name="connsiteX69" fmla="*/ 4661259 w 5741575"/>
              <a:gd name="connsiteY69" fmla="*/ 238966 h 955271"/>
              <a:gd name="connsiteX70" fmla="*/ 4750403 w 5741575"/>
              <a:gd name="connsiteY70" fmla="*/ 204364 h 955271"/>
              <a:gd name="connsiteX71" fmla="*/ 4867614 w 5741575"/>
              <a:gd name="connsiteY71" fmla="*/ 208668 h 955271"/>
              <a:gd name="connsiteX72" fmla="*/ 4937036 w 5741575"/>
              <a:gd name="connsiteY72" fmla="*/ 195446 h 955271"/>
              <a:gd name="connsiteX73" fmla="*/ 5047626 w 5741575"/>
              <a:gd name="connsiteY73" fmla="*/ 149604 h 955271"/>
              <a:gd name="connsiteX74" fmla="*/ 5200247 w 5741575"/>
              <a:gd name="connsiteY74" fmla="*/ 142695 h 955271"/>
              <a:gd name="connsiteX75" fmla="*/ 5235691 w 5741575"/>
              <a:gd name="connsiteY75" fmla="*/ 173330 h 955271"/>
              <a:gd name="connsiteX76" fmla="*/ 5280133 w 5741575"/>
              <a:gd name="connsiteY76" fmla="*/ 189342 h 955271"/>
              <a:gd name="connsiteX77" fmla="*/ 5291963 w 5741575"/>
              <a:gd name="connsiteY77" fmla="*/ 139446 h 955271"/>
              <a:gd name="connsiteX78" fmla="*/ 5418472 w 5741575"/>
              <a:gd name="connsiteY78" fmla="*/ 89163 h 955271"/>
              <a:gd name="connsiteX79" fmla="*/ 5482354 w 5741575"/>
              <a:gd name="connsiteY79" fmla="*/ 69470 h 955271"/>
              <a:gd name="connsiteX80" fmla="*/ 5583280 w 5741575"/>
              <a:gd name="connsiteY80" fmla="*/ 49787 h 955271"/>
              <a:gd name="connsiteX81" fmla="*/ 5613766 w 5741575"/>
              <a:gd name="connsiteY81" fmla="*/ 41855 h 955271"/>
              <a:gd name="connsiteX82" fmla="*/ 5684952 w 5741575"/>
              <a:gd name="connsiteY82" fmla="*/ 26088 h 955271"/>
              <a:gd name="connsiteX83" fmla="*/ 5741575 w 5741575"/>
              <a:gd name="connsiteY83" fmla="*/ 0 h 955271"/>
              <a:gd name="connsiteX0" fmla="*/ 5741575 w 5741575"/>
              <a:gd name="connsiteY0" fmla="*/ 0 h 955271"/>
              <a:gd name="connsiteX1" fmla="*/ 5741575 w 5741575"/>
              <a:gd name="connsiteY1" fmla="*/ 955271 h 955271"/>
              <a:gd name="connsiteX2" fmla="*/ 0 w 5741575"/>
              <a:gd name="connsiteY2" fmla="*/ 955271 h 955271"/>
              <a:gd name="connsiteX3" fmla="*/ 8558 w 5741575"/>
              <a:gd name="connsiteY3" fmla="*/ 953971 h 955271"/>
              <a:gd name="connsiteX4" fmla="*/ 16894 w 5741575"/>
              <a:gd name="connsiteY4" fmla="*/ 953847 h 955271"/>
              <a:gd name="connsiteX5" fmla="*/ 28156 w 5741575"/>
              <a:gd name="connsiteY5" fmla="*/ 951374 h 955271"/>
              <a:gd name="connsiteX6" fmla="*/ 28293 w 5741575"/>
              <a:gd name="connsiteY6" fmla="*/ 950971 h 955271"/>
              <a:gd name="connsiteX7" fmla="*/ 59229 w 5741575"/>
              <a:gd name="connsiteY7" fmla="*/ 903950 h 955271"/>
              <a:gd name="connsiteX8" fmla="*/ 148657 w 5741575"/>
              <a:gd name="connsiteY8" fmla="*/ 898134 h 955271"/>
              <a:gd name="connsiteX9" fmla="*/ 174554 w 5741575"/>
              <a:gd name="connsiteY9" fmla="*/ 886351 h 955271"/>
              <a:gd name="connsiteX10" fmla="*/ 187633 w 5741575"/>
              <a:gd name="connsiteY10" fmla="*/ 878226 h 955271"/>
              <a:gd name="connsiteX11" fmla="*/ 187961 w 5741575"/>
              <a:gd name="connsiteY11" fmla="*/ 876538 h 955271"/>
              <a:gd name="connsiteX12" fmla="*/ 240501 w 5741575"/>
              <a:gd name="connsiteY12" fmla="*/ 873150 h 955271"/>
              <a:gd name="connsiteX13" fmla="*/ 246345 w 5741575"/>
              <a:gd name="connsiteY13" fmla="*/ 869942 h 955271"/>
              <a:gd name="connsiteX14" fmla="*/ 306299 w 5741575"/>
              <a:gd name="connsiteY14" fmla="*/ 873609 h 955271"/>
              <a:gd name="connsiteX15" fmla="*/ 331571 w 5741575"/>
              <a:gd name="connsiteY15" fmla="*/ 869866 h 955271"/>
              <a:gd name="connsiteX16" fmla="*/ 384157 w 5741575"/>
              <a:gd name="connsiteY16" fmla="*/ 867971 h 955271"/>
              <a:gd name="connsiteX17" fmla="*/ 477637 w 5741575"/>
              <a:gd name="connsiteY17" fmla="*/ 870334 h 955271"/>
              <a:gd name="connsiteX18" fmla="*/ 570239 w 5741575"/>
              <a:gd name="connsiteY18" fmla="*/ 829596 h 955271"/>
              <a:gd name="connsiteX19" fmla="*/ 772070 w 5741575"/>
              <a:gd name="connsiteY19" fmla="*/ 820296 h 955271"/>
              <a:gd name="connsiteX20" fmla="*/ 948872 w 5741575"/>
              <a:gd name="connsiteY20" fmla="*/ 772201 h 955271"/>
              <a:gd name="connsiteX21" fmla="*/ 1127089 w 5741575"/>
              <a:gd name="connsiteY21" fmla="*/ 746926 h 955271"/>
              <a:gd name="connsiteX22" fmla="*/ 1226314 w 5741575"/>
              <a:gd name="connsiteY22" fmla="*/ 722473 h 955271"/>
              <a:gd name="connsiteX23" fmla="*/ 1278773 w 5741575"/>
              <a:gd name="connsiteY23" fmla="*/ 711503 h 955271"/>
              <a:gd name="connsiteX24" fmla="*/ 1317691 w 5741575"/>
              <a:gd name="connsiteY24" fmla="*/ 708529 h 955271"/>
              <a:gd name="connsiteX25" fmla="*/ 1360404 w 5741575"/>
              <a:gd name="connsiteY25" fmla="*/ 675922 h 955271"/>
              <a:gd name="connsiteX26" fmla="*/ 1412292 w 5741575"/>
              <a:gd name="connsiteY26" fmla="*/ 670793 h 955271"/>
              <a:gd name="connsiteX27" fmla="*/ 1494753 w 5741575"/>
              <a:gd name="connsiteY27" fmla="*/ 644686 h 955271"/>
              <a:gd name="connsiteX28" fmla="*/ 1616217 w 5741575"/>
              <a:gd name="connsiteY28" fmla="*/ 622107 h 955271"/>
              <a:gd name="connsiteX29" fmla="*/ 1710928 w 5741575"/>
              <a:gd name="connsiteY29" fmla="*/ 600666 h 955271"/>
              <a:gd name="connsiteX30" fmla="*/ 1743718 w 5741575"/>
              <a:gd name="connsiteY30" fmla="*/ 584327 h 955271"/>
              <a:gd name="connsiteX31" fmla="*/ 1873778 w 5741575"/>
              <a:gd name="connsiteY31" fmla="*/ 530130 h 955271"/>
              <a:gd name="connsiteX32" fmla="*/ 1988411 w 5741575"/>
              <a:gd name="connsiteY32" fmla="*/ 491599 h 955271"/>
              <a:gd name="connsiteX33" fmla="*/ 2085507 w 5741575"/>
              <a:gd name="connsiteY33" fmla="*/ 498527 h 955271"/>
              <a:gd name="connsiteX34" fmla="*/ 2090767 w 5741575"/>
              <a:gd name="connsiteY34" fmla="*/ 490616 h 955271"/>
              <a:gd name="connsiteX35" fmla="*/ 2151143 w 5741575"/>
              <a:gd name="connsiteY35" fmla="*/ 478332 h 955271"/>
              <a:gd name="connsiteX36" fmla="*/ 2378710 w 5741575"/>
              <a:gd name="connsiteY36" fmla="*/ 477570 h 955271"/>
              <a:gd name="connsiteX37" fmla="*/ 2496256 w 5741575"/>
              <a:gd name="connsiteY37" fmla="*/ 452396 h 955271"/>
              <a:gd name="connsiteX38" fmla="*/ 2535387 w 5741575"/>
              <a:gd name="connsiteY38" fmla="*/ 436645 h 955271"/>
              <a:gd name="connsiteX39" fmla="*/ 2601109 w 5741575"/>
              <a:gd name="connsiteY39" fmla="*/ 410678 h 955271"/>
              <a:gd name="connsiteX40" fmla="*/ 2643855 w 5741575"/>
              <a:gd name="connsiteY40" fmla="*/ 374482 h 955271"/>
              <a:gd name="connsiteX41" fmla="*/ 2657726 w 5741575"/>
              <a:gd name="connsiteY41" fmla="*/ 365841 h 955271"/>
              <a:gd name="connsiteX42" fmla="*/ 2687125 w 5741575"/>
              <a:gd name="connsiteY42" fmla="*/ 366820 h 955271"/>
              <a:gd name="connsiteX43" fmla="*/ 2697479 w 5741575"/>
              <a:gd name="connsiteY43" fmla="*/ 361430 h 955271"/>
              <a:gd name="connsiteX44" fmla="*/ 2701547 w 5741575"/>
              <a:gd name="connsiteY44" fmla="*/ 361545 h 955271"/>
              <a:gd name="connsiteX45" fmla="*/ 2711054 w 5741575"/>
              <a:gd name="connsiteY45" fmla="*/ 360597 h 955271"/>
              <a:gd name="connsiteX46" fmla="*/ 2777227 w 5741575"/>
              <a:gd name="connsiteY46" fmla="*/ 368972 h 955271"/>
              <a:gd name="connsiteX47" fmla="*/ 2779510 w 5741575"/>
              <a:gd name="connsiteY47" fmla="*/ 361652 h 955271"/>
              <a:gd name="connsiteX48" fmla="*/ 2885545 w 5741575"/>
              <a:gd name="connsiteY48" fmla="*/ 372818 h 955271"/>
              <a:gd name="connsiteX49" fmla="*/ 3009558 w 5741575"/>
              <a:gd name="connsiteY49" fmla="*/ 370573 h 955271"/>
              <a:gd name="connsiteX50" fmla="*/ 3095010 w 5741575"/>
              <a:gd name="connsiteY50" fmla="*/ 332454 h 955271"/>
              <a:gd name="connsiteX51" fmla="*/ 3103742 w 5741575"/>
              <a:gd name="connsiteY51" fmla="*/ 337974 h 955271"/>
              <a:gd name="connsiteX52" fmla="*/ 3165093 w 5741575"/>
              <a:gd name="connsiteY52" fmla="*/ 329459 h 955271"/>
              <a:gd name="connsiteX53" fmla="*/ 3373785 w 5741575"/>
              <a:gd name="connsiteY53" fmla="*/ 255680 h 955271"/>
              <a:gd name="connsiteX54" fmla="*/ 3493851 w 5741575"/>
              <a:gd name="connsiteY54" fmla="*/ 240255 h 955271"/>
              <a:gd name="connsiteX55" fmla="*/ 3537470 w 5741575"/>
              <a:gd name="connsiteY55" fmla="*/ 241867 h 955271"/>
              <a:gd name="connsiteX56" fmla="*/ 3610489 w 5741575"/>
              <a:gd name="connsiteY56" fmla="*/ 244128 h 955271"/>
              <a:gd name="connsiteX57" fmla="*/ 3667539 w 5741575"/>
              <a:gd name="connsiteY57" fmla="*/ 263271 h 955271"/>
              <a:gd name="connsiteX58" fmla="*/ 3727614 w 5741575"/>
              <a:gd name="connsiteY58" fmla="*/ 258245 h 955271"/>
              <a:gd name="connsiteX59" fmla="*/ 3738369 w 5741575"/>
              <a:gd name="connsiteY59" fmla="*/ 234506 h 955271"/>
              <a:gd name="connsiteX60" fmla="*/ 3803670 w 5741575"/>
              <a:gd name="connsiteY60" fmla="*/ 236457 h 955271"/>
              <a:gd name="connsiteX61" fmla="*/ 3903080 w 5741575"/>
              <a:gd name="connsiteY61" fmla="*/ 241890 h 955271"/>
              <a:gd name="connsiteX62" fmla="*/ 4114838 w 5741575"/>
              <a:gd name="connsiteY62" fmla="*/ 238165 h 955271"/>
              <a:gd name="connsiteX63" fmla="*/ 4271023 w 5741575"/>
              <a:gd name="connsiteY63" fmla="*/ 241959 h 955271"/>
              <a:gd name="connsiteX64" fmla="*/ 4367397 w 5741575"/>
              <a:gd name="connsiteY64" fmla="*/ 271442 h 955271"/>
              <a:gd name="connsiteX65" fmla="*/ 4495366 w 5741575"/>
              <a:gd name="connsiteY65" fmla="*/ 271618 h 955271"/>
              <a:gd name="connsiteX66" fmla="*/ 4517347 w 5741575"/>
              <a:gd name="connsiteY66" fmla="*/ 275639 h 955271"/>
              <a:gd name="connsiteX67" fmla="*/ 4546116 w 5741575"/>
              <a:gd name="connsiteY67" fmla="*/ 268568 h 955271"/>
              <a:gd name="connsiteX68" fmla="*/ 4661259 w 5741575"/>
              <a:gd name="connsiteY68" fmla="*/ 238966 h 955271"/>
              <a:gd name="connsiteX69" fmla="*/ 4750403 w 5741575"/>
              <a:gd name="connsiteY69" fmla="*/ 204364 h 955271"/>
              <a:gd name="connsiteX70" fmla="*/ 4867614 w 5741575"/>
              <a:gd name="connsiteY70" fmla="*/ 208668 h 955271"/>
              <a:gd name="connsiteX71" fmla="*/ 4937036 w 5741575"/>
              <a:gd name="connsiteY71" fmla="*/ 195446 h 955271"/>
              <a:gd name="connsiteX72" fmla="*/ 5047626 w 5741575"/>
              <a:gd name="connsiteY72" fmla="*/ 149604 h 955271"/>
              <a:gd name="connsiteX73" fmla="*/ 5200247 w 5741575"/>
              <a:gd name="connsiteY73" fmla="*/ 142695 h 955271"/>
              <a:gd name="connsiteX74" fmla="*/ 5235691 w 5741575"/>
              <a:gd name="connsiteY74" fmla="*/ 173330 h 955271"/>
              <a:gd name="connsiteX75" fmla="*/ 5280133 w 5741575"/>
              <a:gd name="connsiteY75" fmla="*/ 189342 h 955271"/>
              <a:gd name="connsiteX76" fmla="*/ 5291963 w 5741575"/>
              <a:gd name="connsiteY76" fmla="*/ 139446 h 955271"/>
              <a:gd name="connsiteX77" fmla="*/ 5418472 w 5741575"/>
              <a:gd name="connsiteY77" fmla="*/ 89163 h 955271"/>
              <a:gd name="connsiteX78" fmla="*/ 5482354 w 5741575"/>
              <a:gd name="connsiteY78" fmla="*/ 69470 h 955271"/>
              <a:gd name="connsiteX79" fmla="*/ 5583280 w 5741575"/>
              <a:gd name="connsiteY79" fmla="*/ 49787 h 955271"/>
              <a:gd name="connsiteX80" fmla="*/ 5613766 w 5741575"/>
              <a:gd name="connsiteY80" fmla="*/ 41855 h 955271"/>
              <a:gd name="connsiteX81" fmla="*/ 5684952 w 5741575"/>
              <a:gd name="connsiteY81" fmla="*/ 26088 h 955271"/>
              <a:gd name="connsiteX82" fmla="*/ 5741575 w 5741575"/>
              <a:gd name="connsiteY82" fmla="*/ 0 h 955271"/>
              <a:gd name="connsiteX0" fmla="*/ 5741575 w 5741575"/>
              <a:gd name="connsiteY0" fmla="*/ 0 h 955271"/>
              <a:gd name="connsiteX1" fmla="*/ 5741575 w 5741575"/>
              <a:gd name="connsiteY1" fmla="*/ 955271 h 955271"/>
              <a:gd name="connsiteX2" fmla="*/ 0 w 5741575"/>
              <a:gd name="connsiteY2" fmla="*/ 955271 h 955271"/>
              <a:gd name="connsiteX3" fmla="*/ 8558 w 5741575"/>
              <a:gd name="connsiteY3" fmla="*/ 953971 h 955271"/>
              <a:gd name="connsiteX4" fmla="*/ 16894 w 5741575"/>
              <a:gd name="connsiteY4" fmla="*/ 953847 h 955271"/>
              <a:gd name="connsiteX5" fmla="*/ 28156 w 5741575"/>
              <a:gd name="connsiteY5" fmla="*/ 951374 h 955271"/>
              <a:gd name="connsiteX6" fmla="*/ 28293 w 5741575"/>
              <a:gd name="connsiteY6" fmla="*/ 950971 h 955271"/>
              <a:gd name="connsiteX7" fmla="*/ 59229 w 5741575"/>
              <a:gd name="connsiteY7" fmla="*/ 903950 h 955271"/>
              <a:gd name="connsiteX8" fmla="*/ 148657 w 5741575"/>
              <a:gd name="connsiteY8" fmla="*/ 898134 h 955271"/>
              <a:gd name="connsiteX9" fmla="*/ 174554 w 5741575"/>
              <a:gd name="connsiteY9" fmla="*/ 886351 h 955271"/>
              <a:gd name="connsiteX10" fmla="*/ 187633 w 5741575"/>
              <a:gd name="connsiteY10" fmla="*/ 878226 h 955271"/>
              <a:gd name="connsiteX11" fmla="*/ 187961 w 5741575"/>
              <a:gd name="connsiteY11" fmla="*/ 876538 h 955271"/>
              <a:gd name="connsiteX12" fmla="*/ 240501 w 5741575"/>
              <a:gd name="connsiteY12" fmla="*/ 873150 h 955271"/>
              <a:gd name="connsiteX13" fmla="*/ 246345 w 5741575"/>
              <a:gd name="connsiteY13" fmla="*/ 869942 h 955271"/>
              <a:gd name="connsiteX14" fmla="*/ 306299 w 5741575"/>
              <a:gd name="connsiteY14" fmla="*/ 873609 h 955271"/>
              <a:gd name="connsiteX15" fmla="*/ 331571 w 5741575"/>
              <a:gd name="connsiteY15" fmla="*/ 869866 h 955271"/>
              <a:gd name="connsiteX16" fmla="*/ 384157 w 5741575"/>
              <a:gd name="connsiteY16" fmla="*/ 867971 h 955271"/>
              <a:gd name="connsiteX17" fmla="*/ 477637 w 5741575"/>
              <a:gd name="connsiteY17" fmla="*/ 870334 h 955271"/>
              <a:gd name="connsiteX18" fmla="*/ 570239 w 5741575"/>
              <a:gd name="connsiteY18" fmla="*/ 829596 h 955271"/>
              <a:gd name="connsiteX19" fmla="*/ 772070 w 5741575"/>
              <a:gd name="connsiteY19" fmla="*/ 820296 h 955271"/>
              <a:gd name="connsiteX20" fmla="*/ 948872 w 5741575"/>
              <a:gd name="connsiteY20" fmla="*/ 772201 h 955271"/>
              <a:gd name="connsiteX21" fmla="*/ 1127089 w 5741575"/>
              <a:gd name="connsiteY21" fmla="*/ 746926 h 955271"/>
              <a:gd name="connsiteX22" fmla="*/ 1226314 w 5741575"/>
              <a:gd name="connsiteY22" fmla="*/ 722473 h 955271"/>
              <a:gd name="connsiteX23" fmla="*/ 1278773 w 5741575"/>
              <a:gd name="connsiteY23" fmla="*/ 711503 h 955271"/>
              <a:gd name="connsiteX24" fmla="*/ 1317691 w 5741575"/>
              <a:gd name="connsiteY24" fmla="*/ 708529 h 955271"/>
              <a:gd name="connsiteX25" fmla="*/ 1360404 w 5741575"/>
              <a:gd name="connsiteY25" fmla="*/ 675922 h 955271"/>
              <a:gd name="connsiteX26" fmla="*/ 1412292 w 5741575"/>
              <a:gd name="connsiteY26" fmla="*/ 670793 h 955271"/>
              <a:gd name="connsiteX27" fmla="*/ 1494753 w 5741575"/>
              <a:gd name="connsiteY27" fmla="*/ 644686 h 955271"/>
              <a:gd name="connsiteX28" fmla="*/ 1616217 w 5741575"/>
              <a:gd name="connsiteY28" fmla="*/ 622107 h 955271"/>
              <a:gd name="connsiteX29" fmla="*/ 1710928 w 5741575"/>
              <a:gd name="connsiteY29" fmla="*/ 600666 h 955271"/>
              <a:gd name="connsiteX30" fmla="*/ 1743718 w 5741575"/>
              <a:gd name="connsiteY30" fmla="*/ 584327 h 955271"/>
              <a:gd name="connsiteX31" fmla="*/ 1873778 w 5741575"/>
              <a:gd name="connsiteY31" fmla="*/ 530130 h 955271"/>
              <a:gd name="connsiteX32" fmla="*/ 1988411 w 5741575"/>
              <a:gd name="connsiteY32" fmla="*/ 491599 h 955271"/>
              <a:gd name="connsiteX33" fmla="*/ 2085507 w 5741575"/>
              <a:gd name="connsiteY33" fmla="*/ 498527 h 955271"/>
              <a:gd name="connsiteX34" fmla="*/ 2090767 w 5741575"/>
              <a:gd name="connsiteY34" fmla="*/ 490616 h 955271"/>
              <a:gd name="connsiteX35" fmla="*/ 2151143 w 5741575"/>
              <a:gd name="connsiteY35" fmla="*/ 478332 h 955271"/>
              <a:gd name="connsiteX36" fmla="*/ 2378710 w 5741575"/>
              <a:gd name="connsiteY36" fmla="*/ 477570 h 955271"/>
              <a:gd name="connsiteX37" fmla="*/ 2496256 w 5741575"/>
              <a:gd name="connsiteY37" fmla="*/ 452396 h 955271"/>
              <a:gd name="connsiteX38" fmla="*/ 2535387 w 5741575"/>
              <a:gd name="connsiteY38" fmla="*/ 436645 h 955271"/>
              <a:gd name="connsiteX39" fmla="*/ 2601109 w 5741575"/>
              <a:gd name="connsiteY39" fmla="*/ 410678 h 955271"/>
              <a:gd name="connsiteX40" fmla="*/ 2643855 w 5741575"/>
              <a:gd name="connsiteY40" fmla="*/ 374482 h 955271"/>
              <a:gd name="connsiteX41" fmla="*/ 2657726 w 5741575"/>
              <a:gd name="connsiteY41" fmla="*/ 365841 h 955271"/>
              <a:gd name="connsiteX42" fmla="*/ 2687125 w 5741575"/>
              <a:gd name="connsiteY42" fmla="*/ 366820 h 955271"/>
              <a:gd name="connsiteX43" fmla="*/ 2697479 w 5741575"/>
              <a:gd name="connsiteY43" fmla="*/ 361430 h 955271"/>
              <a:gd name="connsiteX44" fmla="*/ 2701547 w 5741575"/>
              <a:gd name="connsiteY44" fmla="*/ 361545 h 955271"/>
              <a:gd name="connsiteX45" fmla="*/ 2711054 w 5741575"/>
              <a:gd name="connsiteY45" fmla="*/ 360597 h 955271"/>
              <a:gd name="connsiteX46" fmla="*/ 2777227 w 5741575"/>
              <a:gd name="connsiteY46" fmla="*/ 368972 h 955271"/>
              <a:gd name="connsiteX47" fmla="*/ 2824768 w 5741575"/>
              <a:gd name="connsiteY47" fmla="*/ 361652 h 955271"/>
              <a:gd name="connsiteX48" fmla="*/ 2885545 w 5741575"/>
              <a:gd name="connsiteY48" fmla="*/ 372818 h 955271"/>
              <a:gd name="connsiteX49" fmla="*/ 3009558 w 5741575"/>
              <a:gd name="connsiteY49" fmla="*/ 370573 h 955271"/>
              <a:gd name="connsiteX50" fmla="*/ 3095010 w 5741575"/>
              <a:gd name="connsiteY50" fmla="*/ 332454 h 955271"/>
              <a:gd name="connsiteX51" fmla="*/ 3103742 w 5741575"/>
              <a:gd name="connsiteY51" fmla="*/ 337974 h 955271"/>
              <a:gd name="connsiteX52" fmla="*/ 3165093 w 5741575"/>
              <a:gd name="connsiteY52" fmla="*/ 329459 h 955271"/>
              <a:gd name="connsiteX53" fmla="*/ 3373785 w 5741575"/>
              <a:gd name="connsiteY53" fmla="*/ 255680 h 955271"/>
              <a:gd name="connsiteX54" fmla="*/ 3493851 w 5741575"/>
              <a:gd name="connsiteY54" fmla="*/ 240255 h 955271"/>
              <a:gd name="connsiteX55" fmla="*/ 3537470 w 5741575"/>
              <a:gd name="connsiteY55" fmla="*/ 241867 h 955271"/>
              <a:gd name="connsiteX56" fmla="*/ 3610489 w 5741575"/>
              <a:gd name="connsiteY56" fmla="*/ 244128 h 955271"/>
              <a:gd name="connsiteX57" fmla="*/ 3667539 w 5741575"/>
              <a:gd name="connsiteY57" fmla="*/ 263271 h 955271"/>
              <a:gd name="connsiteX58" fmla="*/ 3727614 w 5741575"/>
              <a:gd name="connsiteY58" fmla="*/ 258245 h 955271"/>
              <a:gd name="connsiteX59" fmla="*/ 3738369 w 5741575"/>
              <a:gd name="connsiteY59" fmla="*/ 234506 h 955271"/>
              <a:gd name="connsiteX60" fmla="*/ 3803670 w 5741575"/>
              <a:gd name="connsiteY60" fmla="*/ 236457 h 955271"/>
              <a:gd name="connsiteX61" fmla="*/ 3903080 w 5741575"/>
              <a:gd name="connsiteY61" fmla="*/ 241890 h 955271"/>
              <a:gd name="connsiteX62" fmla="*/ 4114838 w 5741575"/>
              <a:gd name="connsiteY62" fmla="*/ 238165 h 955271"/>
              <a:gd name="connsiteX63" fmla="*/ 4271023 w 5741575"/>
              <a:gd name="connsiteY63" fmla="*/ 241959 h 955271"/>
              <a:gd name="connsiteX64" fmla="*/ 4367397 w 5741575"/>
              <a:gd name="connsiteY64" fmla="*/ 271442 h 955271"/>
              <a:gd name="connsiteX65" fmla="*/ 4495366 w 5741575"/>
              <a:gd name="connsiteY65" fmla="*/ 271618 h 955271"/>
              <a:gd name="connsiteX66" fmla="*/ 4517347 w 5741575"/>
              <a:gd name="connsiteY66" fmla="*/ 275639 h 955271"/>
              <a:gd name="connsiteX67" fmla="*/ 4546116 w 5741575"/>
              <a:gd name="connsiteY67" fmla="*/ 268568 h 955271"/>
              <a:gd name="connsiteX68" fmla="*/ 4661259 w 5741575"/>
              <a:gd name="connsiteY68" fmla="*/ 238966 h 955271"/>
              <a:gd name="connsiteX69" fmla="*/ 4750403 w 5741575"/>
              <a:gd name="connsiteY69" fmla="*/ 204364 h 955271"/>
              <a:gd name="connsiteX70" fmla="*/ 4867614 w 5741575"/>
              <a:gd name="connsiteY70" fmla="*/ 208668 h 955271"/>
              <a:gd name="connsiteX71" fmla="*/ 4937036 w 5741575"/>
              <a:gd name="connsiteY71" fmla="*/ 195446 h 955271"/>
              <a:gd name="connsiteX72" fmla="*/ 5047626 w 5741575"/>
              <a:gd name="connsiteY72" fmla="*/ 149604 h 955271"/>
              <a:gd name="connsiteX73" fmla="*/ 5200247 w 5741575"/>
              <a:gd name="connsiteY73" fmla="*/ 142695 h 955271"/>
              <a:gd name="connsiteX74" fmla="*/ 5235691 w 5741575"/>
              <a:gd name="connsiteY74" fmla="*/ 173330 h 955271"/>
              <a:gd name="connsiteX75" fmla="*/ 5280133 w 5741575"/>
              <a:gd name="connsiteY75" fmla="*/ 189342 h 955271"/>
              <a:gd name="connsiteX76" fmla="*/ 5291963 w 5741575"/>
              <a:gd name="connsiteY76" fmla="*/ 139446 h 955271"/>
              <a:gd name="connsiteX77" fmla="*/ 5418472 w 5741575"/>
              <a:gd name="connsiteY77" fmla="*/ 89163 h 955271"/>
              <a:gd name="connsiteX78" fmla="*/ 5482354 w 5741575"/>
              <a:gd name="connsiteY78" fmla="*/ 69470 h 955271"/>
              <a:gd name="connsiteX79" fmla="*/ 5583280 w 5741575"/>
              <a:gd name="connsiteY79" fmla="*/ 49787 h 955271"/>
              <a:gd name="connsiteX80" fmla="*/ 5613766 w 5741575"/>
              <a:gd name="connsiteY80" fmla="*/ 41855 h 955271"/>
              <a:gd name="connsiteX81" fmla="*/ 5684952 w 5741575"/>
              <a:gd name="connsiteY81" fmla="*/ 26088 h 955271"/>
              <a:gd name="connsiteX82" fmla="*/ 5741575 w 5741575"/>
              <a:gd name="connsiteY82" fmla="*/ 0 h 955271"/>
              <a:gd name="connsiteX0" fmla="*/ 5741575 w 5741575"/>
              <a:gd name="connsiteY0" fmla="*/ 0 h 955271"/>
              <a:gd name="connsiteX1" fmla="*/ 5741575 w 5741575"/>
              <a:gd name="connsiteY1" fmla="*/ 955271 h 955271"/>
              <a:gd name="connsiteX2" fmla="*/ 0 w 5741575"/>
              <a:gd name="connsiteY2" fmla="*/ 955271 h 955271"/>
              <a:gd name="connsiteX3" fmla="*/ 8558 w 5741575"/>
              <a:gd name="connsiteY3" fmla="*/ 953971 h 955271"/>
              <a:gd name="connsiteX4" fmla="*/ 16894 w 5741575"/>
              <a:gd name="connsiteY4" fmla="*/ 953847 h 955271"/>
              <a:gd name="connsiteX5" fmla="*/ 28156 w 5741575"/>
              <a:gd name="connsiteY5" fmla="*/ 951374 h 955271"/>
              <a:gd name="connsiteX6" fmla="*/ 28293 w 5741575"/>
              <a:gd name="connsiteY6" fmla="*/ 950971 h 955271"/>
              <a:gd name="connsiteX7" fmla="*/ 59229 w 5741575"/>
              <a:gd name="connsiteY7" fmla="*/ 903950 h 955271"/>
              <a:gd name="connsiteX8" fmla="*/ 148657 w 5741575"/>
              <a:gd name="connsiteY8" fmla="*/ 898134 h 955271"/>
              <a:gd name="connsiteX9" fmla="*/ 174554 w 5741575"/>
              <a:gd name="connsiteY9" fmla="*/ 886351 h 955271"/>
              <a:gd name="connsiteX10" fmla="*/ 187633 w 5741575"/>
              <a:gd name="connsiteY10" fmla="*/ 878226 h 955271"/>
              <a:gd name="connsiteX11" fmla="*/ 187961 w 5741575"/>
              <a:gd name="connsiteY11" fmla="*/ 876538 h 955271"/>
              <a:gd name="connsiteX12" fmla="*/ 240501 w 5741575"/>
              <a:gd name="connsiteY12" fmla="*/ 873150 h 955271"/>
              <a:gd name="connsiteX13" fmla="*/ 246345 w 5741575"/>
              <a:gd name="connsiteY13" fmla="*/ 869942 h 955271"/>
              <a:gd name="connsiteX14" fmla="*/ 306299 w 5741575"/>
              <a:gd name="connsiteY14" fmla="*/ 873609 h 955271"/>
              <a:gd name="connsiteX15" fmla="*/ 331571 w 5741575"/>
              <a:gd name="connsiteY15" fmla="*/ 869866 h 955271"/>
              <a:gd name="connsiteX16" fmla="*/ 384157 w 5741575"/>
              <a:gd name="connsiteY16" fmla="*/ 867971 h 955271"/>
              <a:gd name="connsiteX17" fmla="*/ 477637 w 5741575"/>
              <a:gd name="connsiteY17" fmla="*/ 870334 h 955271"/>
              <a:gd name="connsiteX18" fmla="*/ 570239 w 5741575"/>
              <a:gd name="connsiteY18" fmla="*/ 829596 h 955271"/>
              <a:gd name="connsiteX19" fmla="*/ 772070 w 5741575"/>
              <a:gd name="connsiteY19" fmla="*/ 820296 h 955271"/>
              <a:gd name="connsiteX20" fmla="*/ 948872 w 5741575"/>
              <a:gd name="connsiteY20" fmla="*/ 772201 h 955271"/>
              <a:gd name="connsiteX21" fmla="*/ 1127089 w 5741575"/>
              <a:gd name="connsiteY21" fmla="*/ 746926 h 955271"/>
              <a:gd name="connsiteX22" fmla="*/ 1226314 w 5741575"/>
              <a:gd name="connsiteY22" fmla="*/ 722473 h 955271"/>
              <a:gd name="connsiteX23" fmla="*/ 1278773 w 5741575"/>
              <a:gd name="connsiteY23" fmla="*/ 711503 h 955271"/>
              <a:gd name="connsiteX24" fmla="*/ 1317691 w 5741575"/>
              <a:gd name="connsiteY24" fmla="*/ 708529 h 955271"/>
              <a:gd name="connsiteX25" fmla="*/ 1360404 w 5741575"/>
              <a:gd name="connsiteY25" fmla="*/ 675922 h 955271"/>
              <a:gd name="connsiteX26" fmla="*/ 1412292 w 5741575"/>
              <a:gd name="connsiteY26" fmla="*/ 670793 h 955271"/>
              <a:gd name="connsiteX27" fmla="*/ 1494753 w 5741575"/>
              <a:gd name="connsiteY27" fmla="*/ 644686 h 955271"/>
              <a:gd name="connsiteX28" fmla="*/ 1616217 w 5741575"/>
              <a:gd name="connsiteY28" fmla="*/ 622107 h 955271"/>
              <a:gd name="connsiteX29" fmla="*/ 1710928 w 5741575"/>
              <a:gd name="connsiteY29" fmla="*/ 600666 h 955271"/>
              <a:gd name="connsiteX30" fmla="*/ 1743718 w 5741575"/>
              <a:gd name="connsiteY30" fmla="*/ 584327 h 955271"/>
              <a:gd name="connsiteX31" fmla="*/ 1873778 w 5741575"/>
              <a:gd name="connsiteY31" fmla="*/ 530130 h 955271"/>
              <a:gd name="connsiteX32" fmla="*/ 1988411 w 5741575"/>
              <a:gd name="connsiteY32" fmla="*/ 491599 h 955271"/>
              <a:gd name="connsiteX33" fmla="*/ 2085507 w 5741575"/>
              <a:gd name="connsiteY33" fmla="*/ 498527 h 955271"/>
              <a:gd name="connsiteX34" fmla="*/ 2090767 w 5741575"/>
              <a:gd name="connsiteY34" fmla="*/ 490616 h 955271"/>
              <a:gd name="connsiteX35" fmla="*/ 2151143 w 5741575"/>
              <a:gd name="connsiteY35" fmla="*/ 478332 h 955271"/>
              <a:gd name="connsiteX36" fmla="*/ 2378710 w 5741575"/>
              <a:gd name="connsiteY36" fmla="*/ 477570 h 955271"/>
              <a:gd name="connsiteX37" fmla="*/ 2496256 w 5741575"/>
              <a:gd name="connsiteY37" fmla="*/ 452396 h 955271"/>
              <a:gd name="connsiteX38" fmla="*/ 2535387 w 5741575"/>
              <a:gd name="connsiteY38" fmla="*/ 436645 h 955271"/>
              <a:gd name="connsiteX39" fmla="*/ 2601109 w 5741575"/>
              <a:gd name="connsiteY39" fmla="*/ 410678 h 955271"/>
              <a:gd name="connsiteX40" fmla="*/ 2643855 w 5741575"/>
              <a:gd name="connsiteY40" fmla="*/ 374482 h 955271"/>
              <a:gd name="connsiteX41" fmla="*/ 2657726 w 5741575"/>
              <a:gd name="connsiteY41" fmla="*/ 365841 h 955271"/>
              <a:gd name="connsiteX42" fmla="*/ 2687125 w 5741575"/>
              <a:gd name="connsiteY42" fmla="*/ 366820 h 955271"/>
              <a:gd name="connsiteX43" fmla="*/ 2697479 w 5741575"/>
              <a:gd name="connsiteY43" fmla="*/ 361430 h 955271"/>
              <a:gd name="connsiteX44" fmla="*/ 2701547 w 5741575"/>
              <a:gd name="connsiteY44" fmla="*/ 361545 h 955271"/>
              <a:gd name="connsiteX45" fmla="*/ 2777227 w 5741575"/>
              <a:gd name="connsiteY45" fmla="*/ 368972 h 955271"/>
              <a:gd name="connsiteX46" fmla="*/ 2824768 w 5741575"/>
              <a:gd name="connsiteY46" fmla="*/ 361652 h 955271"/>
              <a:gd name="connsiteX47" fmla="*/ 2885545 w 5741575"/>
              <a:gd name="connsiteY47" fmla="*/ 372818 h 955271"/>
              <a:gd name="connsiteX48" fmla="*/ 3009558 w 5741575"/>
              <a:gd name="connsiteY48" fmla="*/ 370573 h 955271"/>
              <a:gd name="connsiteX49" fmla="*/ 3095010 w 5741575"/>
              <a:gd name="connsiteY49" fmla="*/ 332454 h 955271"/>
              <a:gd name="connsiteX50" fmla="*/ 3103742 w 5741575"/>
              <a:gd name="connsiteY50" fmla="*/ 337974 h 955271"/>
              <a:gd name="connsiteX51" fmla="*/ 3165093 w 5741575"/>
              <a:gd name="connsiteY51" fmla="*/ 329459 h 955271"/>
              <a:gd name="connsiteX52" fmla="*/ 3373785 w 5741575"/>
              <a:gd name="connsiteY52" fmla="*/ 255680 h 955271"/>
              <a:gd name="connsiteX53" fmla="*/ 3493851 w 5741575"/>
              <a:gd name="connsiteY53" fmla="*/ 240255 h 955271"/>
              <a:gd name="connsiteX54" fmla="*/ 3537470 w 5741575"/>
              <a:gd name="connsiteY54" fmla="*/ 241867 h 955271"/>
              <a:gd name="connsiteX55" fmla="*/ 3610489 w 5741575"/>
              <a:gd name="connsiteY55" fmla="*/ 244128 h 955271"/>
              <a:gd name="connsiteX56" fmla="*/ 3667539 w 5741575"/>
              <a:gd name="connsiteY56" fmla="*/ 263271 h 955271"/>
              <a:gd name="connsiteX57" fmla="*/ 3727614 w 5741575"/>
              <a:gd name="connsiteY57" fmla="*/ 258245 h 955271"/>
              <a:gd name="connsiteX58" fmla="*/ 3738369 w 5741575"/>
              <a:gd name="connsiteY58" fmla="*/ 234506 h 955271"/>
              <a:gd name="connsiteX59" fmla="*/ 3803670 w 5741575"/>
              <a:gd name="connsiteY59" fmla="*/ 236457 h 955271"/>
              <a:gd name="connsiteX60" fmla="*/ 3903080 w 5741575"/>
              <a:gd name="connsiteY60" fmla="*/ 241890 h 955271"/>
              <a:gd name="connsiteX61" fmla="*/ 4114838 w 5741575"/>
              <a:gd name="connsiteY61" fmla="*/ 238165 h 955271"/>
              <a:gd name="connsiteX62" fmla="*/ 4271023 w 5741575"/>
              <a:gd name="connsiteY62" fmla="*/ 241959 h 955271"/>
              <a:gd name="connsiteX63" fmla="*/ 4367397 w 5741575"/>
              <a:gd name="connsiteY63" fmla="*/ 271442 h 955271"/>
              <a:gd name="connsiteX64" fmla="*/ 4495366 w 5741575"/>
              <a:gd name="connsiteY64" fmla="*/ 271618 h 955271"/>
              <a:gd name="connsiteX65" fmla="*/ 4517347 w 5741575"/>
              <a:gd name="connsiteY65" fmla="*/ 275639 h 955271"/>
              <a:gd name="connsiteX66" fmla="*/ 4546116 w 5741575"/>
              <a:gd name="connsiteY66" fmla="*/ 268568 h 955271"/>
              <a:gd name="connsiteX67" fmla="*/ 4661259 w 5741575"/>
              <a:gd name="connsiteY67" fmla="*/ 238966 h 955271"/>
              <a:gd name="connsiteX68" fmla="*/ 4750403 w 5741575"/>
              <a:gd name="connsiteY68" fmla="*/ 204364 h 955271"/>
              <a:gd name="connsiteX69" fmla="*/ 4867614 w 5741575"/>
              <a:gd name="connsiteY69" fmla="*/ 208668 h 955271"/>
              <a:gd name="connsiteX70" fmla="*/ 4937036 w 5741575"/>
              <a:gd name="connsiteY70" fmla="*/ 195446 h 955271"/>
              <a:gd name="connsiteX71" fmla="*/ 5047626 w 5741575"/>
              <a:gd name="connsiteY71" fmla="*/ 149604 h 955271"/>
              <a:gd name="connsiteX72" fmla="*/ 5200247 w 5741575"/>
              <a:gd name="connsiteY72" fmla="*/ 142695 h 955271"/>
              <a:gd name="connsiteX73" fmla="*/ 5235691 w 5741575"/>
              <a:gd name="connsiteY73" fmla="*/ 173330 h 955271"/>
              <a:gd name="connsiteX74" fmla="*/ 5280133 w 5741575"/>
              <a:gd name="connsiteY74" fmla="*/ 189342 h 955271"/>
              <a:gd name="connsiteX75" fmla="*/ 5291963 w 5741575"/>
              <a:gd name="connsiteY75" fmla="*/ 139446 h 955271"/>
              <a:gd name="connsiteX76" fmla="*/ 5418472 w 5741575"/>
              <a:gd name="connsiteY76" fmla="*/ 89163 h 955271"/>
              <a:gd name="connsiteX77" fmla="*/ 5482354 w 5741575"/>
              <a:gd name="connsiteY77" fmla="*/ 69470 h 955271"/>
              <a:gd name="connsiteX78" fmla="*/ 5583280 w 5741575"/>
              <a:gd name="connsiteY78" fmla="*/ 49787 h 955271"/>
              <a:gd name="connsiteX79" fmla="*/ 5613766 w 5741575"/>
              <a:gd name="connsiteY79" fmla="*/ 41855 h 955271"/>
              <a:gd name="connsiteX80" fmla="*/ 5684952 w 5741575"/>
              <a:gd name="connsiteY80" fmla="*/ 26088 h 955271"/>
              <a:gd name="connsiteX81" fmla="*/ 5741575 w 5741575"/>
              <a:gd name="connsiteY81" fmla="*/ 0 h 955271"/>
              <a:gd name="connsiteX0" fmla="*/ 5741575 w 5741575"/>
              <a:gd name="connsiteY0" fmla="*/ 0 h 955271"/>
              <a:gd name="connsiteX1" fmla="*/ 5741575 w 5741575"/>
              <a:gd name="connsiteY1" fmla="*/ 955271 h 955271"/>
              <a:gd name="connsiteX2" fmla="*/ 0 w 5741575"/>
              <a:gd name="connsiteY2" fmla="*/ 955271 h 955271"/>
              <a:gd name="connsiteX3" fmla="*/ 8558 w 5741575"/>
              <a:gd name="connsiteY3" fmla="*/ 953971 h 955271"/>
              <a:gd name="connsiteX4" fmla="*/ 16894 w 5741575"/>
              <a:gd name="connsiteY4" fmla="*/ 953847 h 955271"/>
              <a:gd name="connsiteX5" fmla="*/ 28156 w 5741575"/>
              <a:gd name="connsiteY5" fmla="*/ 951374 h 955271"/>
              <a:gd name="connsiteX6" fmla="*/ 28293 w 5741575"/>
              <a:gd name="connsiteY6" fmla="*/ 950971 h 955271"/>
              <a:gd name="connsiteX7" fmla="*/ 59229 w 5741575"/>
              <a:gd name="connsiteY7" fmla="*/ 903950 h 955271"/>
              <a:gd name="connsiteX8" fmla="*/ 148657 w 5741575"/>
              <a:gd name="connsiteY8" fmla="*/ 898134 h 955271"/>
              <a:gd name="connsiteX9" fmla="*/ 174554 w 5741575"/>
              <a:gd name="connsiteY9" fmla="*/ 886351 h 955271"/>
              <a:gd name="connsiteX10" fmla="*/ 187633 w 5741575"/>
              <a:gd name="connsiteY10" fmla="*/ 878226 h 955271"/>
              <a:gd name="connsiteX11" fmla="*/ 187961 w 5741575"/>
              <a:gd name="connsiteY11" fmla="*/ 876538 h 955271"/>
              <a:gd name="connsiteX12" fmla="*/ 240501 w 5741575"/>
              <a:gd name="connsiteY12" fmla="*/ 873150 h 955271"/>
              <a:gd name="connsiteX13" fmla="*/ 246345 w 5741575"/>
              <a:gd name="connsiteY13" fmla="*/ 869942 h 955271"/>
              <a:gd name="connsiteX14" fmla="*/ 306299 w 5741575"/>
              <a:gd name="connsiteY14" fmla="*/ 873609 h 955271"/>
              <a:gd name="connsiteX15" fmla="*/ 331571 w 5741575"/>
              <a:gd name="connsiteY15" fmla="*/ 869866 h 955271"/>
              <a:gd name="connsiteX16" fmla="*/ 384157 w 5741575"/>
              <a:gd name="connsiteY16" fmla="*/ 867971 h 955271"/>
              <a:gd name="connsiteX17" fmla="*/ 477637 w 5741575"/>
              <a:gd name="connsiteY17" fmla="*/ 870334 h 955271"/>
              <a:gd name="connsiteX18" fmla="*/ 570239 w 5741575"/>
              <a:gd name="connsiteY18" fmla="*/ 829596 h 955271"/>
              <a:gd name="connsiteX19" fmla="*/ 772070 w 5741575"/>
              <a:gd name="connsiteY19" fmla="*/ 820296 h 955271"/>
              <a:gd name="connsiteX20" fmla="*/ 948872 w 5741575"/>
              <a:gd name="connsiteY20" fmla="*/ 772201 h 955271"/>
              <a:gd name="connsiteX21" fmla="*/ 1127089 w 5741575"/>
              <a:gd name="connsiteY21" fmla="*/ 746926 h 955271"/>
              <a:gd name="connsiteX22" fmla="*/ 1226314 w 5741575"/>
              <a:gd name="connsiteY22" fmla="*/ 722473 h 955271"/>
              <a:gd name="connsiteX23" fmla="*/ 1278773 w 5741575"/>
              <a:gd name="connsiteY23" fmla="*/ 711503 h 955271"/>
              <a:gd name="connsiteX24" fmla="*/ 1317691 w 5741575"/>
              <a:gd name="connsiteY24" fmla="*/ 708529 h 955271"/>
              <a:gd name="connsiteX25" fmla="*/ 1360404 w 5741575"/>
              <a:gd name="connsiteY25" fmla="*/ 675922 h 955271"/>
              <a:gd name="connsiteX26" fmla="*/ 1412292 w 5741575"/>
              <a:gd name="connsiteY26" fmla="*/ 670793 h 955271"/>
              <a:gd name="connsiteX27" fmla="*/ 1494753 w 5741575"/>
              <a:gd name="connsiteY27" fmla="*/ 644686 h 955271"/>
              <a:gd name="connsiteX28" fmla="*/ 1616217 w 5741575"/>
              <a:gd name="connsiteY28" fmla="*/ 622107 h 955271"/>
              <a:gd name="connsiteX29" fmla="*/ 1710928 w 5741575"/>
              <a:gd name="connsiteY29" fmla="*/ 600666 h 955271"/>
              <a:gd name="connsiteX30" fmla="*/ 1743718 w 5741575"/>
              <a:gd name="connsiteY30" fmla="*/ 584327 h 955271"/>
              <a:gd name="connsiteX31" fmla="*/ 1873778 w 5741575"/>
              <a:gd name="connsiteY31" fmla="*/ 530130 h 955271"/>
              <a:gd name="connsiteX32" fmla="*/ 1988411 w 5741575"/>
              <a:gd name="connsiteY32" fmla="*/ 491599 h 955271"/>
              <a:gd name="connsiteX33" fmla="*/ 2085507 w 5741575"/>
              <a:gd name="connsiteY33" fmla="*/ 498527 h 955271"/>
              <a:gd name="connsiteX34" fmla="*/ 2090767 w 5741575"/>
              <a:gd name="connsiteY34" fmla="*/ 490616 h 955271"/>
              <a:gd name="connsiteX35" fmla="*/ 2151143 w 5741575"/>
              <a:gd name="connsiteY35" fmla="*/ 478332 h 955271"/>
              <a:gd name="connsiteX36" fmla="*/ 2378710 w 5741575"/>
              <a:gd name="connsiteY36" fmla="*/ 477570 h 955271"/>
              <a:gd name="connsiteX37" fmla="*/ 2496256 w 5741575"/>
              <a:gd name="connsiteY37" fmla="*/ 452396 h 955271"/>
              <a:gd name="connsiteX38" fmla="*/ 2535387 w 5741575"/>
              <a:gd name="connsiteY38" fmla="*/ 436645 h 955271"/>
              <a:gd name="connsiteX39" fmla="*/ 2601109 w 5741575"/>
              <a:gd name="connsiteY39" fmla="*/ 410678 h 955271"/>
              <a:gd name="connsiteX40" fmla="*/ 2643855 w 5741575"/>
              <a:gd name="connsiteY40" fmla="*/ 374482 h 955271"/>
              <a:gd name="connsiteX41" fmla="*/ 2657726 w 5741575"/>
              <a:gd name="connsiteY41" fmla="*/ 365841 h 955271"/>
              <a:gd name="connsiteX42" fmla="*/ 2687125 w 5741575"/>
              <a:gd name="connsiteY42" fmla="*/ 366820 h 955271"/>
              <a:gd name="connsiteX43" fmla="*/ 2697479 w 5741575"/>
              <a:gd name="connsiteY43" fmla="*/ 361430 h 955271"/>
              <a:gd name="connsiteX44" fmla="*/ 2731718 w 5741575"/>
              <a:gd name="connsiteY44" fmla="*/ 361545 h 955271"/>
              <a:gd name="connsiteX45" fmla="*/ 2777227 w 5741575"/>
              <a:gd name="connsiteY45" fmla="*/ 368972 h 955271"/>
              <a:gd name="connsiteX46" fmla="*/ 2824768 w 5741575"/>
              <a:gd name="connsiteY46" fmla="*/ 361652 h 955271"/>
              <a:gd name="connsiteX47" fmla="*/ 2885545 w 5741575"/>
              <a:gd name="connsiteY47" fmla="*/ 372818 h 955271"/>
              <a:gd name="connsiteX48" fmla="*/ 3009558 w 5741575"/>
              <a:gd name="connsiteY48" fmla="*/ 370573 h 955271"/>
              <a:gd name="connsiteX49" fmla="*/ 3095010 w 5741575"/>
              <a:gd name="connsiteY49" fmla="*/ 332454 h 955271"/>
              <a:gd name="connsiteX50" fmla="*/ 3103742 w 5741575"/>
              <a:gd name="connsiteY50" fmla="*/ 337974 h 955271"/>
              <a:gd name="connsiteX51" fmla="*/ 3165093 w 5741575"/>
              <a:gd name="connsiteY51" fmla="*/ 329459 h 955271"/>
              <a:gd name="connsiteX52" fmla="*/ 3373785 w 5741575"/>
              <a:gd name="connsiteY52" fmla="*/ 255680 h 955271"/>
              <a:gd name="connsiteX53" fmla="*/ 3493851 w 5741575"/>
              <a:gd name="connsiteY53" fmla="*/ 240255 h 955271"/>
              <a:gd name="connsiteX54" fmla="*/ 3537470 w 5741575"/>
              <a:gd name="connsiteY54" fmla="*/ 241867 h 955271"/>
              <a:gd name="connsiteX55" fmla="*/ 3610489 w 5741575"/>
              <a:gd name="connsiteY55" fmla="*/ 244128 h 955271"/>
              <a:gd name="connsiteX56" fmla="*/ 3667539 w 5741575"/>
              <a:gd name="connsiteY56" fmla="*/ 263271 h 955271"/>
              <a:gd name="connsiteX57" fmla="*/ 3727614 w 5741575"/>
              <a:gd name="connsiteY57" fmla="*/ 258245 h 955271"/>
              <a:gd name="connsiteX58" fmla="*/ 3738369 w 5741575"/>
              <a:gd name="connsiteY58" fmla="*/ 234506 h 955271"/>
              <a:gd name="connsiteX59" fmla="*/ 3803670 w 5741575"/>
              <a:gd name="connsiteY59" fmla="*/ 236457 h 955271"/>
              <a:gd name="connsiteX60" fmla="*/ 3903080 w 5741575"/>
              <a:gd name="connsiteY60" fmla="*/ 241890 h 955271"/>
              <a:gd name="connsiteX61" fmla="*/ 4114838 w 5741575"/>
              <a:gd name="connsiteY61" fmla="*/ 238165 h 955271"/>
              <a:gd name="connsiteX62" fmla="*/ 4271023 w 5741575"/>
              <a:gd name="connsiteY62" fmla="*/ 241959 h 955271"/>
              <a:gd name="connsiteX63" fmla="*/ 4367397 w 5741575"/>
              <a:gd name="connsiteY63" fmla="*/ 271442 h 955271"/>
              <a:gd name="connsiteX64" fmla="*/ 4495366 w 5741575"/>
              <a:gd name="connsiteY64" fmla="*/ 271618 h 955271"/>
              <a:gd name="connsiteX65" fmla="*/ 4517347 w 5741575"/>
              <a:gd name="connsiteY65" fmla="*/ 275639 h 955271"/>
              <a:gd name="connsiteX66" fmla="*/ 4546116 w 5741575"/>
              <a:gd name="connsiteY66" fmla="*/ 268568 h 955271"/>
              <a:gd name="connsiteX67" fmla="*/ 4661259 w 5741575"/>
              <a:gd name="connsiteY67" fmla="*/ 238966 h 955271"/>
              <a:gd name="connsiteX68" fmla="*/ 4750403 w 5741575"/>
              <a:gd name="connsiteY68" fmla="*/ 204364 h 955271"/>
              <a:gd name="connsiteX69" fmla="*/ 4867614 w 5741575"/>
              <a:gd name="connsiteY69" fmla="*/ 208668 h 955271"/>
              <a:gd name="connsiteX70" fmla="*/ 4937036 w 5741575"/>
              <a:gd name="connsiteY70" fmla="*/ 195446 h 955271"/>
              <a:gd name="connsiteX71" fmla="*/ 5047626 w 5741575"/>
              <a:gd name="connsiteY71" fmla="*/ 149604 h 955271"/>
              <a:gd name="connsiteX72" fmla="*/ 5200247 w 5741575"/>
              <a:gd name="connsiteY72" fmla="*/ 142695 h 955271"/>
              <a:gd name="connsiteX73" fmla="*/ 5235691 w 5741575"/>
              <a:gd name="connsiteY73" fmla="*/ 173330 h 955271"/>
              <a:gd name="connsiteX74" fmla="*/ 5280133 w 5741575"/>
              <a:gd name="connsiteY74" fmla="*/ 189342 h 955271"/>
              <a:gd name="connsiteX75" fmla="*/ 5291963 w 5741575"/>
              <a:gd name="connsiteY75" fmla="*/ 139446 h 955271"/>
              <a:gd name="connsiteX76" fmla="*/ 5418472 w 5741575"/>
              <a:gd name="connsiteY76" fmla="*/ 89163 h 955271"/>
              <a:gd name="connsiteX77" fmla="*/ 5482354 w 5741575"/>
              <a:gd name="connsiteY77" fmla="*/ 69470 h 955271"/>
              <a:gd name="connsiteX78" fmla="*/ 5583280 w 5741575"/>
              <a:gd name="connsiteY78" fmla="*/ 49787 h 955271"/>
              <a:gd name="connsiteX79" fmla="*/ 5613766 w 5741575"/>
              <a:gd name="connsiteY79" fmla="*/ 41855 h 955271"/>
              <a:gd name="connsiteX80" fmla="*/ 5684952 w 5741575"/>
              <a:gd name="connsiteY80" fmla="*/ 26088 h 955271"/>
              <a:gd name="connsiteX81" fmla="*/ 5741575 w 5741575"/>
              <a:gd name="connsiteY81" fmla="*/ 0 h 955271"/>
              <a:gd name="connsiteX0" fmla="*/ 5741575 w 5741575"/>
              <a:gd name="connsiteY0" fmla="*/ 0 h 955271"/>
              <a:gd name="connsiteX1" fmla="*/ 5741575 w 5741575"/>
              <a:gd name="connsiteY1" fmla="*/ 955271 h 955271"/>
              <a:gd name="connsiteX2" fmla="*/ 0 w 5741575"/>
              <a:gd name="connsiteY2" fmla="*/ 955271 h 955271"/>
              <a:gd name="connsiteX3" fmla="*/ 8558 w 5741575"/>
              <a:gd name="connsiteY3" fmla="*/ 953971 h 955271"/>
              <a:gd name="connsiteX4" fmla="*/ 16894 w 5741575"/>
              <a:gd name="connsiteY4" fmla="*/ 953847 h 955271"/>
              <a:gd name="connsiteX5" fmla="*/ 28156 w 5741575"/>
              <a:gd name="connsiteY5" fmla="*/ 951374 h 955271"/>
              <a:gd name="connsiteX6" fmla="*/ 28293 w 5741575"/>
              <a:gd name="connsiteY6" fmla="*/ 950971 h 955271"/>
              <a:gd name="connsiteX7" fmla="*/ 59229 w 5741575"/>
              <a:gd name="connsiteY7" fmla="*/ 903950 h 955271"/>
              <a:gd name="connsiteX8" fmla="*/ 148657 w 5741575"/>
              <a:gd name="connsiteY8" fmla="*/ 898134 h 955271"/>
              <a:gd name="connsiteX9" fmla="*/ 174554 w 5741575"/>
              <a:gd name="connsiteY9" fmla="*/ 886351 h 955271"/>
              <a:gd name="connsiteX10" fmla="*/ 187633 w 5741575"/>
              <a:gd name="connsiteY10" fmla="*/ 878226 h 955271"/>
              <a:gd name="connsiteX11" fmla="*/ 187961 w 5741575"/>
              <a:gd name="connsiteY11" fmla="*/ 876538 h 955271"/>
              <a:gd name="connsiteX12" fmla="*/ 240501 w 5741575"/>
              <a:gd name="connsiteY12" fmla="*/ 873150 h 955271"/>
              <a:gd name="connsiteX13" fmla="*/ 246345 w 5741575"/>
              <a:gd name="connsiteY13" fmla="*/ 869942 h 955271"/>
              <a:gd name="connsiteX14" fmla="*/ 306299 w 5741575"/>
              <a:gd name="connsiteY14" fmla="*/ 873609 h 955271"/>
              <a:gd name="connsiteX15" fmla="*/ 331571 w 5741575"/>
              <a:gd name="connsiteY15" fmla="*/ 869866 h 955271"/>
              <a:gd name="connsiteX16" fmla="*/ 384157 w 5741575"/>
              <a:gd name="connsiteY16" fmla="*/ 867971 h 955271"/>
              <a:gd name="connsiteX17" fmla="*/ 477637 w 5741575"/>
              <a:gd name="connsiteY17" fmla="*/ 870334 h 955271"/>
              <a:gd name="connsiteX18" fmla="*/ 570239 w 5741575"/>
              <a:gd name="connsiteY18" fmla="*/ 829596 h 955271"/>
              <a:gd name="connsiteX19" fmla="*/ 772070 w 5741575"/>
              <a:gd name="connsiteY19" fmla="*/ 820296 h 955271"/>
              <a:gd name="connsiteX20" fmla="*/ 948872 w 5741575"/>
              <a:gd name="connsiteY20" fmla="*/ 772201 h 955271"/>
              <a:gd name="connsiteX21" fmla="*/ 1127089 w 5741575"/>
              <a:gd name="connsiteY21" fmla="*/ 746926 h 955271"/>
              <a:gd name="connsiteX22" fmla="*/ 1226314 w 5741575"/>
              <a:gd name="connsiteY22" fmla="*/ 722473 h 955271"/>
              <a:gd name="connsiteX23" fmla="*/ 1278773 w 5741575"/>
              <a:gd name="connsiteY23" fmla="*/ 711503 h 955271"/>
              <a:gd name="connsiteX24" fmla="*/ 1317691 w 5741575"/>
              <a:gd name="connsiteY24" fmla="*/ 708529 h 955271"/>
              <a:gd name="connsiteX25" fmla="*/ 1360404 w 5741575"/>
              <a:gd name="connsiteY25" fmla="*/ 675922 h 955271"/>
              <a:gd name="connsiteX26" fmla="*/ 1412292 w 5741575"/>
              <a:gd name="connsiteY26" fmla="*/ 670793 h 955271"/>
              <a:gd name="connsiteX27" fmla="*/ 1494753 w 5741575"/>
              <a:gd name="connsiteY27" fmla="*/ 644686 h 955271"/>
              <a:gd name="connsiteX28" fmla="*/ 1616217 w 5741575"/>
              <a:gd name="connsiteY28" fmla="*/ 622107 h 955271"/>
              <a:gd name="connsiteX29" fmla="*/ 1710928 w 5741575"/>
              <a:gd name="connsiteY29" fmla="*/ 600666 h 955271"/>
              <a:gd name="connsiteX30" fmla="*/ 1743718 w 5741575"/>
              <a:gd name="connsiteY30" fmla="*/ 584327 h 955271"/>
              <a:gd name="connsiteX31" fmla="*/ 1873778 w 5741575"/>
              <a:gd name="connsiteY31" fmla="*/ 530130 h 955271"/>
              <a:gd name="connsiteX32" fmla="*/ 1988411 w 5741575"/>
              <a:gd name="connsiteY32" fmla="*/ 491599 h 955271"/>
              <a:gd name="connsiteX33" fmla="*/ 2085507 w 5741575"/>
              <a:gd name="connsiteY33" fmla="*/ 498527 h 955271"/>
              <a:gd name="connsiteX34" fmla="*/ 2090767 w 5741575"/>
              <a:gd name="connsiteY34" fmla="*/ 490616 h 955271"/>
              <a:gd name="connsiteX35" fmla="*/ 2151143 w 5741575"/>
              <a:gd name="connsiteY35" fmla="*/ 478332 h 955271"/>
              <a:gd name="connsiteX36" fmla="*/ 2378710 w 5741575"/>
              <a:gd name="connsiteY36" fmla="*/ 477570 h 955271"/>
              <a:gd name="connsiteX37" fmla="*/ 2496256 w 5741575"/>
              <a:gd name="connsiteY37" fmla="*/ 452396 h 955271"/>
              <a:gd name="connsiteX38" fmla="*/ 2535387 w 5741575"/>
              <a:gd name="connsiteY38" fmla="*/ 436645 h 955271"/>
              <a:gd name="connsiteX39" fmla="*/ 2601109 w 5741575"/>
              <a:gd name="connsiteY39" fmla="*/ 410678 h 955271"/>
              <a:gd name="connsiteX40" fmla="*/ 2643855 w 5741575"/>
              <a:gd name="connsiteY40" fmla="*/ 374482 h 955271"/>
              <a:gd name="connsiteX41" fmla="*/ 2657726 w 5741575"/>
              <a:gd name="connsiteY41" fmla="*/ 365841 h 955271"/>
              <a:gd name="connsiteX42" fmla="*/ 2687125 w 5741575"/>
              <a:gd name="connsiteY42" fmla="*/ 366820 h 955271"/>
              <a:gd name="connsiteX43" fmla="*/ 2697479 w 5741575"/>
              <a:gd name="connsiteY43" fmla="*/ 361430 h 955271"/>
              <a:gd name="connsiteX44" fmla="*/ 2731718 w 5741575"/>
              <a:gd name="connsiteY44" fmla="*/ 361545 h 955271"/>
              <a:gd name="connsiteX45" fmla="*/ 2777227 w 5741575"/>
              <a:gd name="connsiteY45" fmla="*/ 368972 h 955271"/>
              <a:gd name="connsiteX46" fmla="*/ 2824768 w 5741575"/>
              <a:gd name="connsiteY46" fmla="*/ 361652 h 955271"/>
              <a:gd name="connsiteX47" fmla="*/ 2885545 w 5741575"/>
              <a:gd name="connsiteY47" fmla="*/ 372818 h 955271"/>
              <a:gd name="connsiteX48" fmla="*/ 3009558 w 5741575"/>
              <a:gd name="connsiteY48" fmla="*/ 370573 h 955271"/>
              <a:gd name="connsiteX49" fmla="*/ 3095010 w 5741575"/>
              <a:gd name="connsiteY49" fmla="*/ 332454 h 955271"/>
              <a:gd name="connsiteX50" fmla="*/ 3103742 w 5741575"/>
              <a:gd name="connsiteY50" fmla="*/ 337974 h 955271"/>
              <a:gd name="connsiteX51" fmla="*/ 3165093 w 5741575"/>
              <a:gd name="connsiteY51" fmla="*/ 329459 h 955271"/>
              <a:gd name="connsiteX52" fmla="*/ 3373785 w 5741575"/>
              <a:gd name="connsiteY52" fmla="*/ 255680 h 955271"/>
              <a:gd name="connsiteX53" fmla="*/ 3493851 w 5741575"/>
              <a:gd name="connsiteY53" fmla="*/ 240255 h 955271"/>
              <a:gd name="connsiteX54" fmla="*/ 3537470 w 5741575"/>
              <a:gd name="connsiteY54" fmla="*/ 241867 h 955271"/>
              <a:gd name="connsiteX55" fmla="*/ 3610489 w 5741575"/>
              <a:gd name="connsiteY55" fmla="*/ 244128 h 955271"/>
              <a:gd name="connsiteX56" fmla="*/ 3667539 w 5741575"/>
              <a:gd name="connsiteY56" fmla="*/ 263271 h 955271"/>
              <a:gd name="connsiteX57" fmla="*/ 3727614 w 5741575"/>
              <a:gd name="connsiteY57" fmla="*/ 258245 h 955271"/>
              <a:gd name="connsiteX58" fmla="*/ 3738369 w 5741575"/>
              <a:gd name="connsiteY58" fmla="*/ 234506 h 955271"/>
              <a:gd name="connsiteX59" fmla="*/ 3803670 w 5741575"/>
              <a:gd name="connsiteY59" fmla="*/ 236457 h 955271"/>
              <a:gd name="connsiteX60" fmla="*/ 3903080 w 5741575"/>
              <a:gd name="connsiteY60" fmla="*/ 241890 h 955271"/>
              <a:gd name="connsiteX61" fmla="*/ 4114838 w 5741575"/>
              <a:gd name="connsiteY61" fmla="*/ 238165 h 955271"/>
              <a:gd name="connsiteX62" fmla="*/ 4271023 w 5741575"/>
              <a:gd name="connsiteY62" fmla="*/ 241959 h 955271"/>
              <a:gd name="connsiteX63" fmla="*/ 4367397 w 5741575"/>
              <a:gd name="connsiteY63" fmla="*/ 271442 h 955271"/>
              <a:gd name="connsiteX64" fmla="*/ 4495366 w 5741575"/>
              <a:gd name="connsiteY64" fmla="*/ 271618 h 955271"/>
              <a:gd name="connsiteX65" fmla="*/ 4517347 w 5741575"/>
              <a:gd name="connsiteY65" fmla="*/ 275639 h 955271"/>
              <a:gd name="connsiteX66" fmla="*/ 4546116 w 5741575"/>
              <a:gd name="connsiteY66" fmla="*/ 268568 h 955271"/>
              <a:gd name="connsiteX67" fmla="*/ 4661259 w 5741575"/>
              <a:gd name="connsiteY67" fmla="*/ 238966 h 955271"/>
              <a:gd name="connsiteX68" fmla="*/ 4750403 w 5741575"/>
              <a:gd name="connsiteY68" fmla="*/ 204364 h 955271"/>
              <a:gd name="connsiteX69" fmla="*/ 4867614 w 5741575"/>
              <a:gd name="connsiteY69" fmla="*/ 208668 h 955271"/>
              <a:gd name="connsiteX70" fmla="*/ 4937036 w 5741575"/>
              <a:gd name="connsiteY70" fmla="*/ 195446 h 955271"/>
              <a:gd name="connsiteX71" fmla="*/ 5047626 w 5741575"/>
              <a:gd name="connsiteY71" fmla="*/ 149604 h 955271"/>
              <a:gd name="connsiteX72" fmla="*/ 5200247 w 5741575"/>
              <a:gd name="connsiteY72" fmla="*/ 142695 h 955271"/>
              <a:gd name="connsiteX73" fmla="*/ 5235691 w 5741575"/>
              <a:gd name="connsiteY73" fmla="*/ 173330 h 955271"/>
              <a:gd name="connsiteX74" fmla="*/ 5291963 w 5741575"/>
              <a:gd name="connsiteY74" fmla="*/ 139446 h 955271"/>
              <a:gd name="connsiteX75" fmla="*/ 5418472 w 5741575"/>
              <a:gd name="connsiteY75" fmla="*/ 89163 h 955271"/>
              <a:gd name="connsiteX76" fmla="*/ 5482354 w 5741575"/>
              <a:gd name="connsiteY76" fmla="*/ 69470 h 955271"/>
              <a:gd name="connsiteX77" fmla="*/ 5583280 w 5741575"/>
              <a:gd name="connsiteY77" fmla="*/ 49787 h 955271"/>
              <a:gd name="connsiteX78" fmla="*/ 5613766 w 5741575"/>
              <a:gd name="connsiteY78" fmla="*/ 41855 h 955271"/>
              <a:gd name="connsiteX79" fmla="*/ 5684952 w 5741575"/>
              <a:gd name="connsiteY79" fmla="*/ 26088 h 955271"/>
              <a:gd name="connsiteX80" fmla="*/ 5741575 w 5741575"/>
              <a:gd name="connsiteY80" fmla="*/ 0 h 955271"/>
              <a:gd name="connsiteX0" fmla="*/ 5741575 w 5741575"/>
              <a:gd name="connsiteY0" fmla="*/ 0 h 955271"/>
              <a:gd name="connsiteX1" fmla="*/ 5741575 w 5741575"/>
              <a:gd name="connsiteY1" fmla="*/ 955271 h 955271"/>
              <a:gd name="connsiteX2" fmla="*/ 0 w 5741575"/>
              <a:gd name="connsiteY2" fmla="*/ 955271 h 955271"/>
              <a:gd name="connsiteX3" fmla="*/ 8558 w 5741575"/>
              <a:gd name="connsiteY3" fmla="*/ 953971 h 955271"/>
              <a:gd name="connsiteX4" fmla="*/ 16894 w 5741575"/>
              <a:gd name="connsiteY4" fmla="*/ 953847 h 955271"/>
              <a:gd name="connsiteX5" fmla="*/ 28156 w 5741575"/>
              <a:gd name="connsiteY5" fmla="*/ 951374 h 955271"/>
              <a:gd name="connsiteX6" fmla="*/ 28293 w 5741575"/>
              <a:gd name="connsiteY6" fmla="*/ 950971 h 955271"/>
              <a:gd name="connsiteX7" fmla="*/ 59229 w 5741575"/>
              <a:gd name="connsiteY7" fmla="*/ 903950 h 955271"/>
              <a:gd name="connsiteX8" fmla="*/ 148657 w 5741575"/>
              <a:gd name="connsiteY8" fmla="*/ 898134 h 955271"/>
              <a:gd name="connsiteX9" fmla="*/ 174554 w 5741575"/>
              <a:gd name="connsiteY9" fmla="*/ 886351 h 955271"/>
              <a:gd name="connsiteX10" fmla="*/ 187633 w 5741575"/>
              <a:gd name="connsiteY10" fmla="*/ 878226 h 955271"/>
              <a:gd name="connsiteX11" fmla="*/ 187961 w 5741575"/>
              <a:gd name="connsiteY11" fmla="*/ 876538 h 955271"/>
              <a:gd name="connsiteX12" fmla="*/ 240501 w 5741575"/>
              <a:gd name="connsiteY12" fmla="*/ 873150 h 955271"/>
              <a:gd name="connsiteX13" fmla="*/ 246345 w 5741575"/>
              <a:gd name="connsiteY13" fmla="*/ 869942 h 955271"/>
              <a:gd name="connsiteX14" fmla="*/ 306299 w 5741575"/>
              <a:gd name="connsiteY14" fmla="*/ 873609 h 955271"/>
              <a:gd name="connsiteX15" fmla="*/ 331571 w 5741575"/>
              <a:gd name="connsiteY15" fmla="*/ 869866 h 955271"/>
              <a:gd name="connsiteX16" fmla="*/ 384157 w 5741575"/>
              <a:gd name="connsiteY16" fmla="*/ 867971 h 955271"/>
              <a:gd name="connsiteX17" fmla="*/ 477637 w 5741575"/>
              <a:gd name="connsiteY17" fmla="*/ 870334 h 955271"/>
              <a:gd name="connsiteX18" fmla="*/ 570239 w 5741575"/>
              <a:gd name="connsiteY18" fmla="*/ 829596 h 955271"/>
              <a:gd name="connsiteX19" fmla="*/ 772070 w 5741575"/>
              <a:gd name="connsiteY19" fmla="*/ 820296 h 955271"/>
              <a:gd name="connsiteX20" fmla="*/ 948872 w 5741575"/>
              <a:gd name="connsiteY20" fmla="*/ 772201 h 955271"/>
              <a:gd name="connsiteX21" fmla="*/ 1127089 w 5741575"/>
              <a:gd name="connsiteY21" fmla="*/ 746926 h 955271"/>
              <a:gd name="connsiteX22" fmla="*/ 1226314 w 5741575"/>
              <a:gd name="connsiteY22" fmla="*/ 722473 h 955271"/>
              <a:gd name="connsiteX23" fmla="*/ 1278773 w 5741575"/>
              <a:gd name="connsiteY23" fmla="*/ 711503 h 955271"/>
              <a:gd name="connsiteX24" fmla="*/ 1317691 w 5741575"/>
              <a:gd name="connsiteY24" fmla="*/ 708529 h 955271"/>
              <a:gd name="connsiteX25" fmla="*/ 1360404 w 5741575"/>
              <a:gd name="connsiteY25" fmla="*/ 675922 h 955271"/>
              <a:gd name="connsiteX26" fmla="*/ 1412292 w 5741575"/>
              <a:gd name="connsiteY26" fmla="*/ 670793 h 955271"/>
              <a:gd name="connsiteX27" fmla="*/ 1494753 w 5741575"/>
              <a:gd name="connsiteY27" fmla="*/ 644686 h 955271"/>
              <a:gd name="connsiteX28" fmla="*/ 1616217 w 5741575"/>
              <a:gd name="connsiteY28" fmla="*/ 622107 h 955271"/>
              <a:gd name="connsiteX29" fmla="*/ 1710928 w 5741575"/>
              <a:gd name="connsiteY29" fmla="*/ 600666 h 955271"/>
              <a:gd name="connsiteX30" fmla="*/ 1743718 w 5741575"/>
              <a:gd name="connsiteY30" fmla="*/ 584327 h 955271"/>
              <a:gd name="connsiteX31" fmla="*/ 1873778 w 5741575"/>
              <a:gd name="connsiteY31" fmla="*/ 530130 h 955271"/>
              <a:gd name="connsiteX32" fmla="*/ 1988411 w 5741575"/>
              <a:gd name="connsiteY32" fmla="*/ 491599 h 955271"/>
              <a:gd name="connsiteX33" fmla="*/ 2085507 w 5741575"/>
              <a:gd name="connsiteY33" fmla="*/ 498527 h 955271"/>
              <a:gd name="connsiteX34" fmla="*/ 2090767 w 5741575"/>
              <a:gd name="connsiteY34" fmla="*/ 490616 h 955271"/>
              <a:gd name="connsiteX35" fmla="*/ 2151143 w 5741575"/>
              <a:gd name="connsiteY35" fmla="*/ 478332 h 955271"/>
              <a:gd name="connsiteX36" fmla="*/ 2378710 w 5741575"/>
              <a:gd name="connsiteY36" fmla="*/ 477570 h 955271"/>
              <a:gd name="connsiteX37" fmla="*/ 2496256 w 5741575"/>
              <a:gd name="connsiteY37" fmla="*/ 452396 h 955271"/>
              <a:gd name="connsiteX38" fmla="*/ 2535387 w 5741575"/>
              <a:gd name="connsiteY38" fmla="*/ 436645 h 955271"/>
              <a:gd name="connsiteX39" fmla="*/ 2601109 w 5741575"/>
              <a:gd name="connsiteY39" fmla="*/ 410678 h 955271"/>
              <a:gd name="connsiteX40" fmla="*/ 2643855 w 5741575"/>
              <a:gd name="connsiteY40" fmla="*/ 374482 h 955271"/>
              <a:gd name="connsiteX41" fmla="*/ 2657726 w 5741575"/>
              <a:gd name="connsiteY41" fmla="*/ 365841 h 955271"/>
              <a:gd name="connsiteX42" fmla="*/ 2687125 w 5741575"/>
              <a:gd name="connsiteY42" fmla="*/ 366820 h 955271"/>
              <a:gd name="connsiteX43" fmla="*/ 2697479 w 5741575"/>
              <a:gd name="connsiteY43" fmla="*/ 361430 h 955271"/>
              <a:gd name="connsiteX44" fmla="*/ 2731718 w 5741575"/>
              <a:gd name="connsiteY44" fmla="*/ 361545 h 955271"/>
              <a:gd name="connsiteX45" fmla="*/ 2777227 w 5741575"/>
              <a:gd name="connsiteY45" fmla="*/ 368972 h 955271"/>
              <a:gd name="connsiteX46" fmla="*/ 2824768 w 5741575"/>
              <a:gd name="connsiteY46" fmla="*/ 361652 h 955271"/>
              <a:gd name="connsiteX47" fmla="*/ 2885545 w 5741575"/>
              <a:gd name="connsiteY47" fmla="*/ 372818 h 955271"/>
              <a:gd name="connsiteX48" fmla="*/ 3009558 w 5741575"/>
              <a:gd name="connsiteY48" fmla="*/ 370573 h 955271"/>
              <a:gd name="connsiteX49" fmla="*/ 3095010 w 5741575"/>
              <a:gd name="connsiteY49" fmla="*/ 332454 h 955271"/>
              <a:gd name="connsiteX50" fmla="*/ 3103742 w 5741575"/>
              <a:gd name="connsiteY50" fmla="*/ 337974 h 955271"/>
              <a:gd name="connsiteX51" fmla="*/ 3165093 w 5741575"/>
              <a:gd name="connsiteY51" fmla="*/ 329459 h 955271"/>
              <a:gd name="connsiteX52" fmla="*/ 3373785 w 5741575"/>
              <a:gd name="connsiteY52" fmla="*/ 255680 h 955271"/>
              <a:gd name="connsiteX53" fmla="*/ 3493851 w 5741575"/>
              <a:gd name="connsiteY53" fmla="*/ 240255 h 955271"/>
              <a:gd name="connsiteX54" fmla="*/ 3537470 w 5741575"/>
              <a:gd name="connsiteY54" fmla="*/ 241867 h 955271"/>
              <a:gd name="connsiteX55" fmla="*/ 3610489 w 5741575"/>
              <a:gd name="connsiteY55" fmla="*/ 244128 h 955271"/>
              <a:gd name="connsiteX56" fmla="*/ 3667539 w 5741575"/>
              <a:gd name="connsiteY56" fmla="*/ 263271 h 955271"/>
              <a:gd name="connsiteX57" fmla="*/ 3727614 w 5741575"/>
              <a:gd name="connsiteY57" fmla="*/ 258245 h 955271"/>
              <a:gd name="connsiteX58" fmla="*/ 3738369 w 5741575"/>
              <a:gd name="connsiteY58" fmla="*/ 234506 h 955271"/>
              <a:gd name="connsiteX59" fmla="*/ 3803670 w 5741575"/>
              <a:gd name="connsiteY59" fmla="*/ 236457 h 955271"/>
              <a:gd name="connsiteX60" fmla="*/ 3903080 w 5741575"/>
              <a:gd name="connsiteY60" fmla="*/ 241890 h 955271"/>
              <a:gd name="connsiteX61" fmla="*/ 4114838 w 5741575"/>
              <a:gd name="connsiteY61" fmla="*/ 238165 h 955271"/>
              <a:gd name="connsiteX62" fmla="*/ 4271023 w 5741575"/>
              <a:gd name="connsiteY62" fmla="*/ 241959 h 955271"/>
              <a:gd name="connsiteX63" fmla="*/ 4367397 w 5741575"/>
              <a:gd name="connsiteY63" fmla="*/ 271442 h 955271"/>
              <a:gd name="connsiteX64" fmla="*/ 4495366 w 5741575"/>
              <a:gd name="connsiteY64" fmla="*/ 271618 h 955271"/>
              <a:gd name="connsiteX65" fmla="*/ 4517347 w 5741575"/>
              <a:gd name="connsiteY65" fmla="*/ 275639 h 955271"/>
              <a:gd name="connsiteX66" fmla="*/ 4546116 w 5741575"/>
              <a:gd name="connsiteY66" fmla="*/ 268568 h 955271"/>
              <a:gd name="connsiteX67" fmla="*/ 4661259 w 5741575"/>
              <a:gd name="connsiteY67" fmla="*/ 238966 h 955271"/>
              <a:gd name="connsiteX68" fmla="*/ 4750403 w 5741575"/>
              <a:gd name="connsiteY68" fmla="*/ 204364 h 955271"/>
              <a:gd name="connsiteX69" fmla="*/ 4867614 w 5741575"/>
              <a:gd name="connsiteY69" fmla="*/ 208668 h 955271"/>
              <a:gd name="connsiteX70" fmla="*/ 4937036 w 5741575"/>
              <a:gd name="connsiteY70" fmla="*/ 195446 h 955271"/>
              <a:gd name="connsiteX71" fmla="*/ 5047626 w 5741575"/>
              <a:gd name="connsiteY71" fmla="*/ 149604 h 955271"/>
              <a:gd name="connsiteX72" fmla="*/ 5200247 w 5741575"/>
              <a:gd name="connsiteY72" fmla="*/ 142695 h 955271"/>
              <a:gd name="connsiteX73" fmla="*/ 5291963 w 5741575"/>
              <a:gd name="connsiteY73" fmla="*/ 139446 h 955271"/>
              <a:gd name="connsiteX74" fmla="*/ 5418472 w 5741575"/>
              <a:gd name="connsiteY74" fmla="*/ 89163 h 955271"/>
              <a:gd name="connsiteX75" fmla="*/ 5482354 w 5741575"/>
              <a:gd name="connsiteY75" fmla="*/ 69470 h 955271"/>
              <a:gd name="connsiteX76" fmla="*/ 5583280 w 5741575"/>
              <a:gd name="connsiteY76" fmla="*/ 49787 h 955271"/>
              <a:gd name="connsiteX77" fmla="*/ 5613766 w 5741575"/>
              <a:gd name="connsiteY77" fmla="*/ 41855 h 955271"/>
              <a:gd name="connsiteX78" fmla="*/ 5684952 w 5741575"/>
              <a:gd name="connsiteY78" fmla="*/ 26088 h 955271"/>
              <a:gd name="connsiteX79" fmla="*/ 5741575 w 5741575"/>
              <a:gd name="connsiteY79" fmla="*/ 0 h 955271"/>
              <a:gd name="connsiteX0" fmla="*/ 5741575 w 5741575"/>
              <a:gd name="connsiteY0" fmla="*/ 0 h 955271"/>
              <a:gd name="connsiteX1" fmla="*/ 5741575 w 5741575"/>
              <a:gd name="connsiteY1" fmla="*/ 955271 h 955271"/>
              <a:gd name="connsiteX2" fmla="*/ 0 w 5741575"/>
              <a:gd name="connsiteY2" fmla="*/ 955271 h 955271"/>
              <a:gd name="connsiteX3" fmla="*/ 8558 w 5741575"/>
              <a:gd name="connsiteY3" fmla="*/ 953971 h 955271"/>
              <a:gd name="connsiteX4" fmla="*/ 16894 w 5741575"/>
              <a:gd name="connsiteY4" fmla="*/ 953847 h 955271"/>
              <a:gd name="connsiteX5" fmla="*/ 28156 w 5741575"/>
              <a:gd name="connsiteY5" fmla="*/ 951374 h 955271"/>
              <a:gd name="connsiteX6" fmla="*/ 28293 w 5741575"/>
              <a:gd name="connsiteY6" fmla="*/ 950971 h 955271"/>
              <a:gd name="connsiteX7" fmla="*/ 59229 w 5741575"/>
              <a:gd name="connsiteY7" fmla="*/ 903950 h 955271"/>
              <a:gd name="connsiteX8" fmla="*/ 148657 w 5741575"/>
              <a:gd name="connsiteY8" fmla="*/ 898134 h 955271"/>
              <a:gd name="connsiteX9" fmla="*/ 174554 w 5741575"/>
              <a:gd name="connsiteY9" fmla="*/ 886351 h 955271"/>
              <a:gd name="connsiteX10" fmla="*/ 187633 w 5741575"/>
              <a:gd name="connsiteY10" fmla="*/ 878226 h 955271"/>
              <a:gd name="connsiteX11" fmla="*/ 187961 w 5741575"/>
              <a:gd name="connsiteY11" fmla="*/ 876538 h 955271"/>
              <a:gd name="connsiteX12" fmla="*/ 240501 w 5741575"/>
              <a:gd name="connsiteY12" fmla="*/ 873150 h 955271"/>
              <a:gd name="connsiteX13" fmla="*/ 246345 w 5741575"/>
              <a:gd name="connsiteY13" fmla="*/ 869942 h 955271"/>
              <a:gd name="connsiteX14" fmla="*/ 306299 w 5741575"/>
              <a:gd name="connsiteY14" fmla="*/ 873609 h 955271"/>
              <a:gd name="connsiteX15" fmla="*/ 331571 w 5741575"/>
              <a:gd name="connsiteY15" fmla="*/ 869866 h 955271"/>
              <a:gd name="connsiteX16" fmla="*/ 384157 w 5741575"/>
              <a:gd name="connsiteY16" fmla="*/ 867971 h 955271"/>
              <a:gd name="connsiteX17" fmla="*/ 477637 w 5741575"/>
              <a:gd name="connsiteY17" fmla="*/ 870334 h 955271"/>
              <a:gd name="connsiteX18" fmla="*/ 570239 w 5741575"/>
              <a:gd name="connsiteY18" fmla="*/ 829596 h 955271"/>
              <a:gd name="connsiteX19" fmla="*/ 772070 w 5741575"/>
              <a:gd name="connsiteY19" fmla="*/ 820296 h 955271"/>
              <a:gd name="connsiteX20" fmla="*/ 948872 w 5741575"/>
              <a:gd name="connsiteY20" fmla="*/ 772201 h 955271"/>
              <a:gd name="connsiteX21" fmla="*/ 1127089 w 5741575"/>
              <a:gd name="connsiteY21" fmla="*/ 746926 h 955271"/>
              <a:gd name="connsiteX22" fmla="*/ 1226314 w 5741575"/>
              <a:gd name="connsiteY22" fmla="*/ 722473 h 955271"/>
              <a:gd name="connsiteX23" fmla="*/ 1278773 w 5741575"/>
              <a:gd name="connsiteY23" fmla="*/ 711503 h 955271"/>
              <a:gd name="connsiteX24" fmla="*/ 1317691 w 5741575"/>
              <a:gd name="connsiteY24" fmla="*/ 708529 h 955271"/>
              <a:gd name="connsiteX25" fmla="*/ 1360404 w 5741575"/>
              <a:gd name="connsiteY25" fmla="*/ 675922 h 955271"/>
              <a:gd name="connsiteX26" fmla="*/ 1412292 w 5741575"/>
              <a:gd name="connsiteY26" fmla="*/ 670793 h 955271"/>
              <a:gd name="connsiteX27" fmla="*/ 1494753 w 5741575"/>
              <a:gd name="connsiteY27" fmla="*/ 644686 h 955271"/>
              <a:gd name="connsiteX28" fmla="*/ 1616217 w 5741575"/>
              <a:gd name="connsiteY28" fmla="*/ 622107 h 955271"/>
              <a:gd name="connsiteX29" fmla="*/ 1710928 w 5741575"/>
              <a:gd name="connsiteY29" fmla="*/ 600666 h 955271"/>
              <a:gd name="connsiteX30" fmla="*/ 1743718 w 5741575"/>
              <a:gd name="connsiteY30" fmla="*/ 584327 h 955271"/>
              <a:gd name="connsiteX31" fmla="*/ 1873778 w 5741575"/>
              <a:gd name="connsiteY31" fmla="*/ 530130 h 955271"/>
              <a:gd name="connsiteX32" fmla="*/ 1988411 w 5741575"/>
              <a:gd name="connsiteY32" fmla="*/ 491599 h 955271"/>
              <a:gd name="connsiteX33" fmla="*/ 2085507 w 5741575"/>
              <a:gd name="connsiteY33" fmla="*/ 498527 h 955271"/>
              <a:gd name="connsiteX34" fmla="*/ 2090767 w 5741575"/>
              <a:gd name="connsiteY34" fmla="*/ 490616 h 955271"/>
              <a:gd name="connsiteX35" fmla="*/ 2151143 w 5741575"/>
              <a:gd name="connsiteY35" fmla="*/ 478332 h 955271"/>
              <a:gd name="connsiteX36" fmla="*/ 2378710 w 5741575"/>
              <a:gd name="connsiteY36" fmla="*/ 477570 h 955271"/>
              <a:gd name="connsiteX37" fmla="*/ 2496256 w 5741575"/>
              <a:gd name="connsiteY37" fmla="*/ 452396 h 955271"/>
              <a:gd name="connsiteX38" fmla="*/ 2535387 w 5741575"/>
              <a:gd name="connsiteY38" fmla="*/ 436645 h 955271"/>
              <a:gd name="connsiteX39" fmla="*/ 2601109 w 5741575"/>
              <a:gd name="connsiteY39" fmla="*/ 410678 h 955271"/>
              <a:gd name="connsiteX40" fmla="*/ 2643855 w 5741575"/>
              <a:gd name="connsiteY40" fmla="*/ 374482 h 955271"/>
              <a:gd name="connsiteX41" fmla="*/ 2657726 w 5741575"/>
              <a:gd name="connsiteY41" fmla="*/ 365841 h 955271"/>
              <a:gd name="connsiteX42" fmla="*/ 2687125 w 5741575"/>
              <a:gd name="connsiteY42" fmla="*/ 366820 h 955271"/>
              <a:gd name="connsiteX43" fmla="*/ 2697479 w 5741575"/>
              <a:gd name="connsiteY43" fmla="*/ 361430 h 955271"/>
              <a:gd name="connsiteX44" fmla="*/ 2731718 w 5741575"/>
              <a:gd name="connsiteY44" fmla="*/ 361545 h 955271"/>
              <a:gd name="connsiteX45" fmla="*/ 2777227 w 5741575"/>
              <a:gd name="connsiteY45" fmla="*/ 368972 h 955271"/>
              <a:gd name="connsiteX46" fmla="*/ 2824768 w 5741575"/>
              <a:gd name="connsiteY46" fmla="*/ 361652 h 955271"/>
              <a:gd name="connsiteX47" fmla="*/ 2885545 w 5741575"/>
              <a:gd name="connsiteY47" fmla="*/ 372818 h 955271"/>
              <a:gd name="connsiteX48" fmla="*/ 3009558 w 5741575"/>
              <a:gd name="connsiteY48" fmla="*/ 370573 h 955271"/>
              <a:gd name="connsiteX49" fmla="*/ 3095010 w 5741575"/>
              <a:gd name="connsiteY49" fmla="*/ 332454 h 955271"/>
              <a:gd name="connsiteX50" fmla="*/ 3103742 w 5741575"/>
              <a:gd name="connsiteY50" fmla="*/ 337974 h 955271"/>
              <a:gd name="connsiteX51" fmla="*/ 3165093 w 5741575"/>
              <a:gd name="connsiteY51" fmla="*/ 329459 h 955271"/>
              <a:gd name="connsiteX52" fmla="*/ 3373785 w 5741575"/>
              <a:gd name="connsiteY52" fmla="*/ 255680 h 955271"/>
              <a:gd name="connsiteX53" fmla="*/ 3493851 w 5741575"/>
              <a:gd name="connsiteY53" fmla="*/ 240255 h 955271"/>
              <a:gd name="connsiteX54" fmla="*/ 3537470 w 5741575"/>
              <a:gd name="connsiteY54" fmla="*/ 241867 h 955271"/>
              <a:gd name="connsiteX55" fmla="*/ 3610489 w 5741575"/>
              <a:gd name="connsiteY55" fmla="*/ 244128 h 955271"/>
              <a:gd name="connsiteX56" fmla="*/ 3667539 w 5741575"/>
              <a:gd name="connsiteY56" fmla="*/ 263271 h 955271"/>
              <a:gd name="connsiteX57" fmla="*/ 3727614 w 5741575"/>
              <a:gd name="connsiteY57" fmla="*/ 258245 h 955271"/>
              <a:gd name="connsiteX58" fmla="*/ 3738369 w 5741575"/>
              <a:gd name="connsiteY58" fmla="*/ 234506 h 955271"/>
              <a:gd name="connsiteX59" fmla="*/ 3803670 w 5741575"/>
              <a:gd name="connsiteY59" fmla="*/ 236457 h 955271"/>
              <a:gd name="connsiteX60" fmla="*/ 3903080 w 5741575"/>
              <a:gd name="connsiteY60" fmla="*/ 241890 h 955271"/>
              <a:gd name="connsiteX61" fmla="*/ 4114838 w 5741575"/>
              <a:gd name="connsiteY61" fmla="*/ 238165 h 955271"/>
              <a:gd name="connsiteX62" fmla="*/ 4271023 w 5741575"/>
              <a:gd name="connsiteY62" fmla="*/ 241959 h 955271"/>
              <a:gd name="connsiteX63" fmla="*/ 4367397 w 5741575"/>
              <a:gd name="connsiteY63" fmla="*/ 271442 h 955271"/>
              <a:gd name="connsiteX64" fmla="*/ 4495366 w 5741575"/>
              <a:gd name="connsiteY64" fmla="*/ 271618 h 955271"/>
              <a:gd name="connsiteX65" fmla="*/ 4517347 w 5741575"/>
              <a:gd name="connsiteY65" fmla="*/ 275639 h 955271"/>
              <a:gd name="connsiteX66" fmla="*/ 4546116 w 5741575"/>
              <a:gd name="connsiteY66" fmla="*/ 268568 h 955271"/>
              <a:gd name="connsiteX67" fmla="*/ 4661259 w 5741575"/>
              <a:gd name="connsiteY67" fmla="*/ 238966 h 955271"/>
              <a:gd name="connsiteX68" fmla="*/ 4750403 w 5741575"/>
              <a:gd name="connsiteY68" fmla="*/ 204364 h 955271"/>
              <a:gd name="connsiteX69" fmla="*/ 4867614 w 5741575"/>
              <a:gd name="connsiteY69" fmla="*/ 208668 h 955271"/>
              <a:gd name="connsiteX70" fmla="*/ 4937036 w 5741575"/>
              <a:gd name="connsiteY70" fmla="*/ 195446 h 955271"/>
              <a:gd name="connsiteX71" fmla="*/ 5067740 w 5741575"/>
              <a:gd name="connsiteY71" fmla="*/ 172293 h 955271"/>
              <a:gd name="connsiteX72" fmla="*/ 5200247 w 5741575"/>
              <a:gd name="connsiteY72" fmla="*/ 142695 h 955271"/>
              <a:gd name="connsiteX73" fmla="*/ 5291963 w 5741575"/>
              <a:gd name="connsiteY73" fmla="*/ 139446 h 955271"/>
              <a:gd name="connsiteX74" fmla="*/ 5418472 w 5741575"/>
              <a:gd name="connsiteY74" fmla="*/ 89163 h 955271"/>
              <a:gd name="connsiteX75" fmla="*/ 5482354 w 5741575"/>
              <a:gd name="connsiteY75" fmla="*/ 69470 h 955271"/>
              <a:gd name="connsiteX76" fmla="*/ 5583280 w 5741575"/>
              <a:gd name="connsiteY76" fmla="*/ 49787 h 955271"/>
              <a:gd name="connsiteX77" fmla="*/ 5613766 w 5741575"/>
              <a:gd name="connsiteY77" fmla="*/ 41855 h 955271"/>
              <a:gd name="connsiteX78" fmla="*/ 5684952 w 5741575"/>
              <a:gd name="connsiteY78" fmla="*/ 26088 h 955271"/>
              <a:gd name="connsiteX79" fmla="*/ 5741575 w 5741575"/>
              <a:gd name="connsiteY79" fmla="*/ 0 h 955271"/>
              <a:gd name="connsiteX0" fmla="*/ 5741575 w 5741575"/>
              <a:gd name="connsiteY0" fmla="*/ 0 h 955271"/>
              <a:gd name="connsiteX1" fmla="*/ 5741575 w 5741575"/>
              <a:gd name="connsiteY1" fmla="*/ 955271 h 955271"/>
              <a:gd name="connsiteX2" fmla="*/ 0 w 5741575"/>
              <a:gd name="connsiteY2" fmla="*/ 955271 h 955271"/>
              <a:gd name="connsiteX3" fmla="*/ 8558 w 5741575"/>
              <a:gd name="connsiteY3" fmla="*/ 953971 h 955271"/>
              <a:gd name="connsiteX4" fmla="*/ 16894 w 5741575"/>
              <a:gd name="connsiteY4" fmla="*/ 953847 h 955271"/>
              <a:gd name="connsiteX5" fmla="*/ 28156 w 5741575"/>
              <a:gd name="connsiteY5" fmla="*/ 951374 h 955271"/>
              <a:gd name="connsiteX6" fmla="*/ 28293 w 5741575"/>
              <a:gd name="connsiteY6" fmla="*/ 950971 h 955271"/>
              <a:gd name="connsiteX7" fmla="*/ 59229 w 5741575"/>
              <a:gd name="connsiteY7" fmla="*/ 903950 h 955271"/>
              <a:gd name="connsiteX8" fmla="*/ 148657 w 5741575"/>
              <a:gd name="connsiteY8" fmla="*/ 898134 h 955271"/>
              <a:gd name="connsiteX9" fmla="*/ 174554 w 5741575"/>
              <a:gd name="connsiteY9" fmla="*/ 886351 h 955271"/>
              <a:gd name="connsiteX10" fmla="*/ 187633 w 5741575"/>
              <a:gd name="connsiteY10" fmla="*/ 878226 h 955271"/>
              <a:gd name="connsiteX11" fmla="*/ 187961 w 5741575"/>
              <a:gd name="connsiteY11" fmla="*/ 876538 h 955271"/>
              <a:gd name="connsiteX12" fmla="*/ 240501 w 5741575"/>
              <a:gd name="connsiteY12" fmla="*/ 873150 h 955271"/>
              <a:gd name="connsiteX13" fmla="*/ 246345 w 5741575"/>
              <a:gd name="connsiteY13" fmla="*/ 869942 h 955271"/>
              <a:gd name="connsiteX14" fmla="*/ 306299 w 5741575"/>
              <a:gd name="connsiteY14" fmla="*/ 873609 h 955271"/>
              <a:gd name="connsiteX15" fmla="*/ 331571 w 5741575"/>
              <a:gd name="connsiteY15" fmla="*/ 869866 h 955271"/>
              <a:gd name="connsiteX16" fmla="*/ 384157 w 5741575"/>
              <a:gd name="connsiteY16" fmla="*/ 867971 h 955271"/>
              <a:gd name="connsiteX17" fmla="*/ 477637 w 5741575"/>
              <a:gd name="connsiteY17" fmla="*/ 870334 h 955271"/>
              <a:gd name="connsiteX18" fmla="*/ 570239 w 5741575"/>
              <a:gd name="connsiteY18" fmla="*/ 829596 h 955271"/>
              <a:gd name="connsiteX19" fmla="*/ 772070 w 5741575"/>
              <a:gd name="connsiteY19" fmla="*/ 820296 h 955271"/>
              <a:gd name="connsiteX20" fmla="*/ 948872 w 5741575"/>
              <a:gd name="connsiteY20" fmla="*/ 772201 h 955271"/>
              <a:gd name="connsiteX21" fmla="*/ 1127089 w 5741575"/>
              <a:gd name="connsiteY21" fmla="*/ 746926 h 955271"/>
              <a:gd name="connsiteX22" fmla="*/ 1226314 w 5741575"/>
              <a:gd name="connsiteY22" fmla="*/ 722473 h 955271"/>
              <a:gd name="connsiteX23" fmla="*/ 1278773 w 5741575"/>
              <a:gd name="connsiteY23" fmla="*/ 711503 h 955271"/>
              <a:gd name="connsiteX24" fmla="*/ 1317691 w 5741575"/>
              <a:gd name="connsiteY24" fmla="*/ 708529 h 955271"/>
              <a:gd name="connsiteX25" fmla="*/ 1360404 w 5741575"/>
              <a:gd name="connsiteY25" fmla="*/ 675922 h 955271"/>
              <a:gd name="connsiteX26" fmla="*/ 1412292 w 5741575"/>
              <a:gd name="connsiteY26" fmla="*/ 670793 h 955271"/>
              <a:gd name="connsiteX27" fmla="*/ 1494753 w 5741575"/>
              <a:gd name="connsiteY27" fmla="*/ 644686 h 955271"/>
              <a:gd name="connsiteX28" fmla="*/ 1616217 w 5741575"/>
              <a:gd name="connsiteY28" fmla="*/ 622107 h 955271"/>
              <a:gd name="connsiteX29" fmla="*/ 1710928 w 5741575"/>
              <a:gd name="connsiteY29" fmla="*/ 600666 h 955271"/>
              <a:gd name="connsiteX30" fmla="*/ 1743718 w 5741575"/>
              <a:gd name="connsiteY30" fmla="*/ 584327 h 955271"/>
              <a:gd name="connsiteX31" fmla="*/ 1873778 w 5741575"/>
              <a:gd name="connsiteY31" fmla="*/ 530130 h 955271"/>
              <a:gd name="connsiteX32" fmla="*/ 1988411 w 5741575"/>
              <a:gd name="connsiteY32" fmla="*/ 491599 h 955271"/>
              <a:gd name="connsiteX33" fmla="*/ 2085507 w 5741575"/>
              <a:gd name="connsiteY33" fmla="*/ 498527 h 955271"/>
              <a:gd name="connsiteX34" fmla="*/ 2090767 w 5741575"/>
              <a:gd name="connsiteY34" fmla="*/ 490616 h 955271"/>
              <a:gd name="connsiteX35" fmla="*/ 2151143 w 5741575"/>
              <a:gd name="connsiteY35" fmla="*/ 478332 h 955271"/>
              <a:gd name="connsiteX36" fmla="*/ 2378710 w 5741575"/>
              <a:gd name="connsiteY36" fmla="*/ 477570 h 955271"/>
              <a:gd name="connsiteX37" fmla="*/ 2496256 w 5741575"/>
              <a:gd name="connsiteY37" fmla="*/ 452396 h 955271"/>
              <a:gd name="connsiteX38" fmla="*/ 2535387 w 5741575"/>
              <a:gd name="connsiteY38" fmla="*/ 436645 h 955271"/>
              <a:gd name="connsiteX39" fmla="*/ 2601109 w 5741575"/>
              <a:gd name="connsiteY39" fmla="*/ 410678 h 955271"/>
              <a:gd name="connsiteX40" fmla="*/ 2643855 w 5741575"/>
              <a:gd name="connsiteY40" fmla="*/ 374482 h 955271"/>
              <a:gd name="connsiteX41" fmla="*/ 2657726 w 5741575"/>
              <a:gd name="connsiteY41" fmla="*/ 365841 h 955271"/>
              <a:gd name="connsiteX42" fmla="*/ 2687125 w 5741575"/>
              <a:gd name="connsiteY42" fmla="*/ 366820 h 955271"/>
              <a:gd name="connsiteX43" fmla="*/ 2697479 w 5741575"/>
              <a:gd name="connsiteY43" fmla="*/ 361430 h 955271"/>
              <a:gd name="connsiteX44" fmla="*/ 2731718 w 5741575"/>
              <a:gd name="connsiteY44" fmla="*/ 361545 h 955271"/>
              <a:gd name="connsiteX45" fmla="*/ 2777227 w 5741575"/>
              <a:gd name="connsiteY45" fmla="*/ 368972 h 955271"/>
              <a:gd name="connsiteX46" fmla="*/ 2824768 w 5741575"/>
              <a:gd name="connsiteY46" fmla="*/ 361652 h 955271"/>
              <a:gd name="connsiteX47" fmla="*/ 2885545 w 5741575"/>
              <a:gd name="connsiteY47" fmla="*/ 372818 h 955271"/>
              <a:gd name="connsiteX48" fmla="*/ 3009558 w 5741575"/>
              <a:gd name="connsiteY48" fmla="*/ 370573 h 955271"/>
              <a:gd name="connsiteX49" fmla="*/ 3095010 w 5741575"/>
              <a:gd name="connsiteY49" fmla="*/ 332454 h 955271"/>
              <a:gd name="connsiteX50" fmla="*/ 3103742 w 5741575"/>
              <a:gd name="connsiteY50" fmla="*/ 337974 h 955271"/>
              <a:gd name="connsiteX51" fmla="*/ 3165093 w 5741575"/>
              <a:gd name="connsiteY51" fmla="*/ 329459 h 955271"/>
              <a:gd name="connsiteX52" fmla="*/ 3373785 w 5741575"/>
              <a:gd name="connsiteY52" fmla="*/ 255680 h 955271"/>
              <a:gd name="connsiteX53" fmla="*/ 3493851 w 5741575"/>
              <a:gd name="connsiteY53" fmla="*/ 240255 h 955271"/>
              <a:gd name="connsiteX54" fmla="*/ 3537470 w 5741575"/>
              <a:gd name="connsiteY54" fmla="*/ 241867 h 955271"/>
              <a:gd name="connsiteX55" fmla="*/ 3610489 w 5741575"/>
              <a:gd name="connsiteY55" fmla="*/ 244128 h 955271"/>
              <a:gd name="connsiteX56" fmla="*/ 3667539 w 5741575"/>
              <a:gd name="connsiteY56" fmla="*/ 263271 h 955271"/>
              <a:gd name="connsiteX57" fmla="*/ 3727614 w 5741575"/>
              <a:gd name="connsiteY57" fmla="*/ 258245 h 955271"/>
              <a:gd name="connsiteX58" fmla="*/ 3738369 w 5741575"/>
              <a:gd name="connsiteY58" fmla="*/ 234506 h 955271"/>
              <a:gd name="connsiteX59" fmla="*/ 3803670 w 5741575"/>
              <a:gd name="connsiteY59" fmla="*/ 236457 h 955271"/>
              <a:gd name="connsiteX60" fmla="*/ 3903080 w 5741575"/>
              <a:gd name="connsiteY60" fmla="*/ 241890 h 955271"/>
              <a:gd name="connsiteX61" fmla="*/ 4114838 w 5741575"/>
              <a:gd name="connsiteY61" fmla="*/ 238165 h 955271"/>
              <a:gd name="connsiteX62" fmla="*/ 4271023 w 5741575"/>
              <a:gd name="connsiteY62" fmla="*/ 241959 h 955271"/>
              <a:gd name="connsiteX63" fmla="*/ 4367397 w 5741575"/>
              <a:gd name="connsiteY63" fmla="*/ 271442 h 955271"/>
              <a:gd name="connsiteX64" fmla="*/ 4495366 w 5741575"/>
              <a:gd name="connsiteY64" fmla="*/ 271618 h 955271"/>
              <a:gd name="connsiteX65" fmla="*/ 4517347 w 5741575"/>
              <a:gd name="connsiteY65" fmla="*/ 275639 h 955271"/>
              <a:gd name="connsiteX66" fmla="*/ 4546116 w 5741575"/>
              <a:gd name="connsiteY66" fmla="*/ 268568 h 955271"/>
              <a:gd name="connsiteX67" fmla="*/ 4661259 w 5741575"/>
              <a:gd name="connsiteY67" fmla="*/ 238966 h 955271"/>
              <a:gd name="connsiteX68" fmla="*/ 4750403 w 5741575"/>
              <a:gd name="connsiteY68" fmla="*/ 204364 h 955271"/>
              <a:gd name="connsiteX69" fmla="*/ 4867614 w 5741575"/>
              <a:gd name="connsiteY69" fmla="*/ 208668 h 955271"/>
              <a:gd name="connsiteX70" fmla="*/ 4937036 w 5741575"/>
              <a:gd name="connsiteY70" fmla="*/ 195446 h 955271"/>
              <a:gd name="connsiteX71" fmla="*/ 5067740 w 5741575"/>
              <a:gd name="connsiteY71" fmla="*/ 172293 h 955271"/>
              <a:gd name="connsiteX72" fmla="*/ 5200247 w 5741575"/>
              <a:gd name="connsiteY72" fmla="*/ 142695 h 955271"/>
              <a:gd name="connsiteX73" fmla="*/ 5291963 w 5741575"/>
              <a:gd name="connsiteY73" fmla="*/ 139446 h 955271"/>
              <a:gd name="connsiteX74" fmla="*/ 5418472 w 5741575"/>
              <a:gd name="connsiteY74" fmla="*/ 89163 h 955271"/>
              <a:gd name="connsiteX75" fmla="*/ 5482354 w 5741575"/>
              <a:gd name="connsiteY75" fmla="*/ 69470 h 955271"/>
              <a:gd name="connsiteX76" fmla="*/ 5583280 w 5741575"/>
              <a:gd name="connsiteY76" fmla="*/ 49787 h 955271"/>
              <a:gd name="connsiteX77" fmla="*/ 5613766 w 5741575"/>
              <a:gd name="connsiteY77" fmla="*/ 41855 h 955271"/>
              <a:gd name="connsiteX78" fmla="*/ 5684952 w 5741575"/>
              <a:gd name="connsiteY78" fmla="*/ 26088 h 955271"/>
              <a:gd name="connsiteX79" fmla="*/ 5741575 w 5741575"/>
              <a:gd name="connsiteY79" fmla="*/ 0 h 955271"/>
              <a:gd name="connsiteX0" fmla="*/ 5741575 w 5741575"/>
              <a:gd name="connsiteY0" fmla="*/ 0 h 955271"/>
              <a:gd name="connsiteX1" fmla="*/ 5741575 w 5741575"/>
              <a:gd name="connsiteY1" fmla="*/ 955271 h 955271"/>
              <a:gd name="connsiteX2" fmla="*/ 0 w 5741575"/>
              <a:gd name="connsiteY2" fmla="*/ 955271 h 955271"/>
              <a:gd name="connsiteX3" fmla="*/ 8558 w 5741575"/>
              <a:gd name="connsiteY3" fmla="*/ 953971 h 955271"/>
              <a:gd name="connsiteX4" fmla="*/ 16894 w 5741575"/>
              <a:gd name="connsiteY4" fmla="*/ 953847 h 955271"/>
              <a:gd name="connsiteX5" fmla="*/ 28156 w 5741575"/>
              <a:gd name="connsiteY5" fmla="*/ 951374 h 955271"/>
              <a:gd name="connsiteX6" fmla="*/ 28293 w 5741575"/>
              <a:gd name="connsiteY6" fmla="*/ 950971 h 955271"/>
              <a:gd name="connsiteX7" fmla="*/ 59229 w 5741575"/>
              <a:gd name="connsiteY7" fmla="*/ 903950 h 955271"/>
              <a:gd name="connsiteX8" fmla="*/ 148657 w 5741575"/>
              <a:gd name="connsiteY8" fmla="*/ 898134 h 955271"/>
              <a:gd name="connsiteX9" fmla="*/ 174554 w 5741575"/>
              <a:gd name="connsiteY9" fmla="*/ 886351 h 955271"/>
              <a:gd name="connsiteX10" fmla="*/ 187633 w 5741575"/>
              <a:gd name="connsiteY10" fmla="*/ 878226 h 955271"/>
              <a:gd name="connsiteX11" fmla="*/ 187961 w 5741575"/>
              <a:gd name="connsiteY11" fmla="*/ 876538 h 955271"/>
              <a:gd name="connsiteX12" fmla="*/ 240501 w 5741575"/>
              <a:gd name="connsiteY12" fmla="*/ 873150 h 955271"/>
              <a:gd name="connsiteX13" fmla="*/ 246345 w 5741575"/>
              <a:gd name="connsiteY13" fmla="*/ 869942 h 955271"/>
              <a:gd name="connsiteX14" fmla="*/ 306299 w 5741575"/>
              <a:gd name="connsiteY14" fmla="*/ 873609 h 955271"/>
              <a:gd name="connsiteX15" fmla="*/ 331571 w 5741575"/>
              <a:gd name="connsiteY15" fmla="*/ 869866 h 955271"/>
              <a:gd name="connsiteX16" fmla="*/ 384157 w 5741575"/>
              <a:gd name="connsiteY16" fmla="*/ 867971 h 955271"/>
              <a:gd name="connsiteX17" fmla="*/ 477637 w 5741575"/>
              <a:gd name="connsiteY17" fmla="*/ 870334 h 955271"/>
              <a:gd name="connsiteX18" fmla="*/ 570239 w 5741575"/>
              <a:gd name="connsiteY18" fmla="*/ 829596 h 955271"/>
              <a:gd name="connsiteX19" fmla="*/ 772070 w 5741575"/>
              <a:gd name="connsiteY19" fmla="*/ 820296 h 955271"/>
              <a:gd name="connsiteX20" fmla="*/ 948872 w 5741575"/>
              <a:gd name="connsiteY20" fmla="*/ 772201 h 955271"/>
              <a:gd name="connsiteX21" fmla="*/ 1127089 w 5741575"/>
              <a:gd name="connsiteY21" fmla="*/ 746926 h 955271"/>
              <a:gd name="connsiteX22" fmla="*/ 1226314 w 5741575"/>
              <a:gd name="connsiteY22" fmla="*/ 722473 h 955271"/>
              <a:gd name="connsiteX23" fmla="*/ 1278773 w 5741575"/>
              <a:gd name="connsiteY23" fmla="*/ 711503 h 955271"/>
              <a:gd name="connsiteX24" fmla="*/ 1317691 w 5741575"/>
              <a:gd name="connsiteY24" fmla="*/ 708529 h 955271"/>
              <a:gd name="connsiteX25" fmla="*/ 1360404 w 5741575"/>
              <a:gd name="connsiteY25" fmla="*/ 675922 h 955271"/>
              <a:gd name="connsiteX26" fmla="*/ 1412292 w 5741575"/>
              <a:gd name="connsiteY26" fmla="*/ 670793 h 955271"/>
              <a:gd name="connsiteX27" fmla="*/ 1494753 w 5741575"/>
              <a:gd name="connsiteY27" fmla="*/ 644686 h 955271"/>
              <a:gd name="connsiteX28" fmla="*/ 1616217 w 5741575"/>
              <a:gd name="connsiteY28" fmla="*/ 622107 h 955271"/>
              <a:gd name="connsiteX29" fmla="*/ 1710928 w 5741575"/>
              <a:gd name="connsiteY29" fmla="*/ 600666 h 955271"/>
              <a:gd name="connsiteX30" fmla="*/ 1743718 w 5741575"/>
              <a:gd name="connsiteY30" fmla="*/ 584327 h 955271"/>
              <a:gd name="connsiteX31" fmla="*/ 1873778 w 5741575"/>
              <a:gd name="connsiteY31" fmla="*/ 530130 h 955271"/>
              <a:gd name="connsiteX32" fmla="*/ 1988411 w 5741575"/>
              <a:gd name="connsiteY32" fmla="*/ 491599 h 955271"/>
              <a:gd name="connsiteX33" fmla="*/ 2085507 w 5741575"/>
              <a:gd name="connsiteY33" fmla="*/ 498527 h 955271"/>
              <a:gd name="connsiteX34" fmla="*/ 2090767 w 5741575"/>
              <a:gd name="connsiteY34" fmla="*/ 490616 h 955271"/>
              <a:gd name="connsiteX35" fmla="*/ 2151143 w 5741575"/>
              <a:gd name="connsiteY35" fmla="*/ 478332 h 955271"/>
              <a:gd name="connsiteX36" fmla="*/ 2378710 w 5741575"/>
              <a:gd name="connsiteY36" fmla="*/ 477570 h 955271"/>
              <a:gd name="connsiteX37" fmla="*/ 2496256 w 5741575"/>
              <a:gd name="connsiteY37" fmla="*/ 452396 h 955271"/>
              <a:gd name="connsiteX38" fmla="*/ 2535387 w 5741575"/>
              <a:gd name="connsiteY38" fmla="*/ 436645 h 955271"/>
              <a:gd name="connsiteX39" fmla="*/ 2601109 w 5741575"/>
              <a:gd name="connsiteY39" fmla="*/ 410678 h 955271"/>
              <a:gd name="connsiteX40" fmla="*/ 2643855 w 5741575"/>
              <a:gd name="connsiteY40" fmla="*/ 374482 h 955271"/>
              <a:gd name="connsiteX41" fmla="*/ 2657726 w 5741575"/>
              <a:gd name="connsiteY41" fmla="*/ 365841 h 955271"/>
              <a:gd name="connsiteX42" fmla="*/ 2687125 w 5741575"/>
              <a:gd name="connsiteY42" fmla="*/ 366820 h 955271"/>
              <a:gd name="connsiteX43" fmla="*/ 2697479 w 5741575"/>
              <a:gd name="connsiteY43" fmla="*/ 361430 h 955271"/>
              <a:gd name="connsiteX44" fmla="*/ 2731718 w 5741575"/>
              <a:gd name="connsiteY44" fmla="*/ 361545 h 955271"/>
              <a:gd name="connsiteX45" fmla="*/ 2777227 w 5741575"/>
              <a:gd name="connsiteY45" fmla="*/ 368972 h 955271"/>
              <a:gd name="connsiteX46" fmla="*/ 2824768 w 5741575"/>
              <a:gd name="connsiteY46" fmla="*/ 361652 h 955271"/>
              <a:gd name="connsiteX47" fmla="*/ 2885545 w 5741575"/>
              <a:gd name="connsiteY47" fmla="*/ 372818 h 955271"/>
              <a:gd name="connsiteX48" fmla="*/ 3009558 w 5741575"/>
              <a:gd name="connsiteY48" fmla="*/ 370573 h 955271"/>
              <a:gd name="connsiteX49" fmla="*/ 3095010 w 5741575"/>
              <a:gd name="connsiteY49" fmla="*/ 332454 h 955271"/>
              <a:gd name="connsiteX50" fmla="*/ 3103742 w 5741575"/>
              <a:gd name="connsiteY50" fmla="*/ 337974 h 955271"/>
              <a:gd name="connsiteX51" fmla="*/ 3195264 w 5741575"/>
              <a:gd name="connsiteY51" fmla="*/ 293158 h 955271"/>
              <a:gd name="connsiteX52" fmla="*/ 3373785 w 5741575"/>
              <a:gd name="connsiteY52" fmla="*/ 255680 h 955271"/>
              <a:gd name="connsiteX53" fmla="*/ 3493851 w 5741575"/>
              <a:gd name="connsiteY53" fmla="*/ 240255 h 955271"/>
              <a:gd name="connsiteX54" fmla="*/ 3537470 w 5741575"/>
              <a:gd name="connsiteY54" fmla="*/ 241867 h 955271"/>
              <a:gd name="connsiteX55" fmla="*/ 3610489 w 5741575"/>
              <a:gd name="connsiteY55" fmla="*/ 244128 h 955271"/>
              <a:gd name="connsiteX56" fmla="*/ 3667539 w 5741575"/>
              <a:gd name="connsiteY56" fmla="*/ 263271 h 955271"/>
              <a:gd name="connsiteX57" fmla="*/ 3727614 w 5741575"/>
              <a:gd name="connsiteY57" fmla="*/ 258245 h 955271"/>
              <a:gd name="connsiteX58" fmla="*/ 3738369 w 5741575"/>
              <a:gd name="connsiteY58" fmla="*/ 234506 h 955271"/>
              <a:gd name="connsiteX59" fmla="*/ 3803670 w 5741575"/>
              <a:gd name="connsiteY59" fmla="*/ 236457 h 955271"/>
              <a:gd name="connsiteX60" fmla="*/ 3903080 w 5741575"/>
              <a:gd name="connsiteY60" fmla="*/ 241890 h 955271"/>
              <a:gd name="connsiteX61" fmla="*/ 4114838 w 5741575"/>
              <a:gd name="connsiteY61" fmla="*/ 238165 h 955271"/>
              <a:gd name="connsiteX62" fmla="*/ 4271023 w 5741575"/>
              <a:gd name="connsiteY62" fmla="*/ 241959 h 955271"/>
              <a:gd name="connsiteX63" fmla="*/ 4367397 w 5741575"/>
              <a:gd name="connsiteY63" fmla="*/ 271442 h 955271"/>
              <a:gd name="connsiteX64" fmla="*/ 4495366 w 5741575"/>
              <a:gd name="connsiteY64" fmla="*/ 271618 h 955271"/>
              <a:gd name="connsiteX65" fmla="*/ 4517347 w 5741575"/>
              <a:gd name="connsiteY65" fmla="*/ 275639 h 955271"/>
              <a:gd name="connsiteX66" fmla="*/ 4546116 w 5741575"/>
              <a:gd name="connsiteY66" fmla="*/ 268568 h 955271"/>
              <a:gd name="connsiteX67" fmla="*/ 4661259 w 5741575"/>
              <a:gd name="connsiteY67" fmla="*/ 238966 h 955271"/>
              <a:gd name="connsiteX68" fmla="*/ 4750403 w 5741575"/>
              <a:gd name="connsiteY68" fmla="*/ 204364 h 955271"/>
              <a:gd name="connsiteX69" fmla="*/ 4867614 w 5741575"/>
              <a:gd name="connsiteY69" fmla="*/ 208668 h 955271"/>
              <a:gd name="connsiteX70" fmla="*/ 4937036 w 5741575"/>
              <a:gd name="connsiteY70" fmla="*/ 195446 h 955271"/>
              <a:gd name="connsiteX71" fmla="*/ 5067740 w 5741575"/>
              <a:gd name="connsiteY71" fmla="*/ 172293 h 955271"/>
              <a:gd name="connsiteX72" fmla="*/ 5200247 w 5741575"/>
              <a:gd name="connsiteY72" fmla="*/ 142695 h 955271"/>
              <a:gd name="connsiteX73" fmla="*/ 5291963 w 5741575"/>
              <a:gd name="connsiteY73" fmla="*/ 139446 h 955271"/>
              <a:gd name="connsiteX74" fmla="*/ 5418472 w 5741575"/>
              <a:gd name="connsiteY74" fmla="*/ 89163 h 955271"/>
              <a:gd name="connsiteX75" fmla="*/ 5482354 w 5741575"/>
              <a:gd name="connsiteY75" fmla="*/ 69470 h 955271"/>
              <a:gd name="connsiteX76" fmla="*/ 5583280 w 5741575"/>
              <a:gd name="connsiteY76" fmla="*/ 49787 h 955271"/>
              <a:gd name="connsiteX77" fmla="*/ 5613766 w 5741575"/>
              <a:gd name="connsiteY77" fmla="*/ 41855 h 955271"/>
              <a:gd name="connsiteX78" fmla="*/ 5684952 w 5741575"/>
              <a:gd name="connsiteY78" fmla="*/ 26088 h 955271"/>
              <a:gd name="connsiteX79" fmla="*/ 5741575 w 5741575"/>
              <a:gd name="connsiteY79" fmla="*/ 0 h 955271"/>
              <a:gd name="connsiteX0" fmla="*/ 5741575 w 5741575"/>
              <a:gd name="connsiteY0" fmla="*/ 0 h 955271"/>
              <a:gd name="connsiteX1" fmla="*/ 5741575 w 5741575"/>
              <a:gd name="connsiteY1" fmla="*/ 955271 h 955271"/>
              <a:gd name="connsiteX2" fmla="*/ 0 w 5741575"/>
              <a:gd name="connsiteY2" fmla="*/ 955271 h 955271"/>
              <a:gd name="connsiteX3" fmla="*/ 8558 w 5741575"/>
              <a:gd name="connsiteY3" fmla="*/ 953971 h 955271"/>
              <a:gd name="connsiteX4" fmla="*/ 16894 w 5741575"/>
              <a:gd name="connsiteY4" fmla="*/ 953847 h 955271"/>
              <a:gd name="connsiteX5" fmla="*/ 28156 w 5741575"/>
              <a:gd name="connsiteY5" fmla="*/ 951374 h 955271"/>
              <a:gd name="connsiteX6" fmla="*/ 28293 w 5741575"/>
              <a:gd name="connsiteY6" fmla="*/ 950971 h 955271"/>
              <a:gd name="connsiteX7" fmla="*/ 59229 w 5741575"/>
              <a:gd name="connsiteY7" fmla="*/ 903950 h 955271"/>
              <a:gd name="connsiteX8" fmla="*/ 148657 w 5741575"/>
              <a:gd name="connsiteY8" fmla="*/ 898134 h 955271"/>
              <a:gd name="connsiteX9" fmla="*/ 174554 w 5741575"/>
              <a:gd name="connsiteY9" fmla="*/ 886351 h 955271"/>
              <a:gd name="connsiteX10" fmla="*/ 187633 w 5741575"/>
              <a:gd name="connsiteY10" fmla="*/ 878226 h 955271"/>
              <a:gd name="connsiteX11" fmla="*/ 187961 w 5741575"/>
              <a:gd name="connsiteY11" fmla="*/ 876538 h 955271"/>
              <a:gd name="connsiteX12" fmla="*/ 240501 w 5741575"/>
              <a:gd name="connsiteY12" fmla="*/ 873150 h 955271"/>
              <a:gd name="connsiteX13" fmla="*/ 246345 w 5741575"/>
              <a:gd name="connsiteY13" fmla="*/ 869942 h 955271"/>
              <a:gd name="connsiteX14" fmla="*/ 306299 w 5741575"/>
              <a:gd name="connsiteY14" fmla="*/ 873609 h 955271"/>
              <a:gd name="connsiteX15" fmla="*/ 331571 w 5741575"/>
              <a:gd name="connsiteY15" fmla="*/ 869866 h 955271"/>
              <a:gd name="connsiteX16" fmla="*/ 384157 w 5741575"/>
              <a:gd name="connsiteY16" fmla="*/ 867971 h 955271"/>
              <a:gd name="connsiteX17" fmla="*/ 477637 w 5741575"/>
              <a:gd name="connsiteY17" fmla="*/ 870334 h 955271"/>
              <a:gd name="connsiteX18" fmla="*/ 570239 w 5741575"/>
              <a:gd name="connsiteY18" fmla="*/ 829596 h 955271"/>
              <a:gd name="connsiteX19" fmla="*/ 772070 w 5741575"/>
              <a:gd name="connsiteY19" fmla="*/ 820296 h 955271"/>
              <a:gd name="connsiteX20" fmla="*/ 948872 w 5741575"/>
              <a:gd name="connsiteY20" fmla="*/ 772201 h 955271"/>
              <a:gd name="connsiteX21" fmla="*/ 1127089 w 5741575"/>
              <a:gd name="connsiteY21" fmla="*/ 746926 h 955271"/>
              <a:gd name="connsiteX22" fmla="*/ 1226314 w 5741575"/>
              <a:gd name="connsiteY22" fmla="*/ 722473 h 955271"/>
              <a:gd name="connsiteX23" fmla="*/ 1278773 w 5741575"/>
              <a:gd name="connsiteY23" fmla="*/ 711503 h 955271"/>
              <a:gd name="connsiteX24" fmla="*/ 1317691 w 5741575"/>
              <a:gd name="connsiteY24" fmla="*/ 708529 h 955271"/>
              <a:gd name="connsiteX25" fmla="*/ 1360404 w 5741575"/>
              <a:gd name="connsiteY25" fmla="*/ 675922 h 955271"/>
              <a:gd name="connsiteX26" fmla="*/ 1412292 w 5741575"/>
              <a:gd name="connsiteY26" fmla="*/ 670793 h 955271"/>
              <a:gd name="connsiteX27" fmla="*/ 1494753 w 5741575"/>
              <a:gd name="connsiteY27" fmla="*/ 644686 h 955271"/>
              <a:gd name="connsiteX28" fmla="*/ 1616217 w 5741575"/>
              <a:gd name="connsiteY28" fmla="*/ 622107 h 955271"/>
              <a:gd name="connsiteX29" fmla="*/ 1710928 w 5741575"/>
              <a:gd name="connsiteY29" fmla="*/ 600666 h 955271"/>
              <a:gd name="connsiteX30" fmla="*/ 1743718 w 5741575"/>
              <a:gd name="connsiteY30" fmla="*/ 584327 h 955271"/>
              <a:gd name="connsiteX31" fmla="*/ 1873778 w 5741575"/>
              <a:gd name="connsiteY31" fmla="*/ 530130 h 955271"/>
              <a:gd name="connsiteX32" fmla="*/ 1988411 w 5741575"/>
              <a:gd name="connsiteY32" fmla="*/ 491599 h 955271"/>
              <a:gd name="connsiteX33" fmla="*/ 2085507 w 5741575"/>
              <a:gd name="connsiteY33" fmla="*/ 498527 h 955271"/>
              <a:gd name="connsiteX34" fmla="*/ 2090767 w 5741575"/>
              <a:gd name="connsiteY34" fmla="*/ 490616 h 955271"/>
              <a:gd name="connsiteX35" fmla="*/ 2151143 w 5741575"/>
              <a:gd name="connsiteY35" fmla="*/ 478332 h 955271"/>
              <a:gd name="connsiteX36" fmla="*/ 2378710 w 5741575"/>
              <a:gd name="connsiteY36" fmla="*/ 477570 h 955271"/>
              <a:gd name="connsiteX37" fmla="*/ 2496256 w 5741575"/>
              <a:gd name="connsiteY37" fmla="*/ 452396 h 955271"/>
              <a:gd name="connsiteX38" fmla="*/ 2535387 w 5741575"/>
              <a:gd name="connsiteY38" fmla="*/ 436645 h 955271"/>
              <a:gd name="connsiteX39" fmla="*/ 2601109 w 5741575"/>
              <a:gd name="connsiteY39" fmla="*/ 410678 h 955271"/>
              <a:gd name="connsiteX40" fmla="*/ 2643855 w 5741575"/>
              <a:gd name="connsiteY40" fmla="*/ 374482 h 955271"/>
              <a:gd name="connsiteX41" fmla="*/ 2657726 w 5741575"/>
              <a:gd name="connsiteY41" fmla="*/ 365841 h 955271"/>
              <a:gd name="connsiteX42" fmla="*/ 2687125 w 5741575"/>
              <a:gd name="connsiteY42" fmla="*/ 366820 h 955271"/>
              <a:gd name="connsiteX43" fmla="*/ 2697479 w 5741575"/>
              <a:gd name="connsiteY43" fmla="*/ 361430 h 955271"/>
              <a:gd name="connsiteX44" fmla="*/ 2731718 w 5741575"/>
              <a:gd name="connsiteY44" fmla="*/ 361545 h 955271"/>
              <a:gd name="connsiteX45" fmla="*/ 2777227 w 5741575"/>
              <a:gd name="connsiteY45" fmla="*/ 368972 h 955271"/>
              <a:gd name="connsiteX46" fmla="*/ 2824768 w 5741575"/>
              <a:gd name="connsiteY46" fmla="*/ 361652 h 955271"/>
              <a:gd name="connsiteX47" fmla="*/ 2885545 w 5741575"/>
              <a:gd name="connsiteY47" fmla="*/ 372818 h 955271"/>
              <a:gd name="connsiteX48" fmla="*/ 3009558 w 5741575"/>
              <a:gd name="connsiteY48" fmla="*/ 370573 h 955271"/>
              <a:gd name="connsiteX49" fmla="*/ 3095010 w 5741575"/>
              <a:gd name="connsiteY49" fmla="*/ 332454 h 955271"/>
              <a:gd name="connsiteX50" fmla="*/ 3148998 w 5741575"/>
              <a:gd name="connsiteY50" fmla="*/ 315286 h 955271"/>
              <a:gd name="connsiteX51" fmla="*/ 3195264 w 5741575"/>
              <a:gd name="connsiteY51" fmla="*/ 293158 h 955271"/>
              <a:gd name="connsiteX52" fmla="*/ 3373785 w 5741575"/>
              <a:gd name="connsiteY52" fmla="*/ 255680 h 955271"/>
              <a:gd name="connsiteX53" fmla="*/ 3493851 w 5741575"/>
              <a:gd name="connsiteY53" fmla="*/ 240255 h 955271"/>
              <a:gd name="connsiteX54" fmla="*/ 3537470 w 5741575"/>
              <a:gd name="connsiteY54" fmla="*/ 241867 h 955271"/>
              <a:gd name="connsiteX55" fmla="*/ 3610489 w 5741575"/>
              <a:gd name="connsiteY55" fmla="*/ 244128 h 955271"/>
              <a:gd name="connsiteX56" fmla="*/ 3667539 w 5741575"/>
              <a:gd name="connsiteY56" fmla="*/ 263271 h 955271"/>
              <a:gd name="connsiteX57" fmla="*/ 3727614 w 5741575"/>
              <a:gd name="connsiteY57" fmla="*/ 258245 h 955271"/>
              <a:gd name="connsiteX58" fmla="*/ 3738369 w 5741575"/>
              <a:gd name="connsiteY58" fmla="*/ 234506 h 955271"/>
              <a:gd name="connsiteX59" fmla="*/ 3803670 w 5741575"/>
              <a:gd name="connsiteY59" fmla="*/ 236457 h 955271"/>
              <a:gd name="connsiteX60" fmla="*/ 3903080 w 5741575"/>
              <a:gd name="connsiteY60" fmla="*/ 241890 h 955271"/>
              <a:gd name="connsiteX61" fmla="*/ 4114838 w 5741575"/>
              <a:gd name="connsiteY61" fmla="*/ 238165 h 955271"/>
              <a:gd name="connsiteX62" fmla="*/ 4271023 w 5741575"/>
              <a:gd name="connsiteY62" fmla="*/ 241959 h 955271"/>
              <a:gd name="connsiteX63" fmla="*/ 4367397 w 5741575"/>
              <a:gd name="connsiteY63" fmla="*/ 271442 h 955271"/>
              <a:gd name="connsiteX64" fmla="*/ 4495366 w 5741575"/>
              <a:gd name="connsiteY64" fmla="*/ 271618 h 955271"/>
              <a:gd name="connsiteX65" fmla="*/ 4517347 w 5741575"/>
              <a:gd name="connsiteY65" fmla="*/ 275639 h 955271"/>
              <a:gd name="connsiteX66" fmla="*/ 4546116 w 5741575"/>
              <a:gd name="connsiteY66" fmla="*/ 268568 h 955271"/>
              <a:gd name="connsiteX67" fmla="*/ 4661259 w 5741575"/>
              <a:gd name="connsiteY67" fmla="*/ 238966 h 955271"/>
              <a:gd name="connsiteX68" fmla="*/ 4750403 w 5741575"/>
              <a:gd name="connsiteY68" fmla="*/ 204364 h 955271"/>
              <a:gd name="connsiteX69" fmla="*/ 4867614 w 5741575"/>
              <a:gd name="connsiteY69" fmla="*/ 208668 h 955271"/>
              <a:gd name="connsiteX70" fmla="*/ 4937036 w 5741575"/>
              <a:gd name="connsiteY70" fmla="*/ 195446 h 955271"/>
              <a:gd name="connsiteX71" fmla="*/ 5067740 w 5741575"/>
              <a:gd name="connsiteY71" fmla="*/ 172293 h 955271"/>
              <a:gd name="connsiteX72" fmla="*/ 5200247 w 5741575"/>
              <a:gd name="connsiteY72" fmla="*/ 142695 h 955271"/>
              <a:gd name="connsiteX73" fmla="*/ 5291963 w 5741575"/>
              <a:gd name="connsiteY73" fmla="*/ 139446 h 955271"/>
              <a:gd name="connsiteX74" fmla="*/ 5418472 w 5741575"/>
              <a:gd name="connsiteY74" fmla="*/ 89163 h 955271"/>
              <a:gd name="connsiteX75" fmla="*/ 5482354 w 5741575"/>
              <a:gd name="connsiteY75" fmla="*/ 69470 h 955271"/>
              <a:gd name="connsiteX76" fmla="*/ 5583280 w 5741575"/>
              <a:gd name="connsiteY76" fmla="*/ 49787 h 955271"/>
              <a:gd name="connsiteX77" fmla="*/ 5613766 w 5741575"/>
              <a:gd name="connsiteY77" fmla="*/ 41855 h 955271"/>
              <a:gd name="connsiteX78" fmla="*/ 5684952 w 5741575"/>
              <a:gd name="connsiteY78" fmla="*/ 26088 h 955271"/>
              <a:gd name="connsiteX79" fmla="*/ 5741575 w 5741575"/>
              <a:gd name="connsiteY79" fmla="*/ 0 h 955271"/>
              <a:gd name="connsiteX0" fmla="*/ 5741575 w 5741575"/>
              <a:gd name="connsiteY0" fmla="*/ 0 h 955271"/>
              <a:gd name="connsiteX1" fmla="*/ 5741575 w 5741575"/>
              <a:gd name="connsiteY1" fmla="*/ 955271 h 955271"/>
              <a:gd name="connsiteX2" fmla="*/ 0 w 5741575"/>
              <a:gd name="connsiteY2" fmla="*/ 955271 h 955271"/>
              <a:gd name="connsiteX3" fmla="*/ 8558 w 5741575"/>
              <a:gd name="connsiteY3" fmla="*/ 953971 h 955271"/>
              <a:gd name="connsiteX4" fmla="*/ 16894 w 5741575"/>
              <a:gd name="connsiteY4" fmla="*/ 953847 h 955271"/>
              <a:gd name="connsiteX5" fmla="*/ 28156 w 5741575"/>
              <a:gd name="connsiteY5" fmla="*/ 951374 h 955271"/>
              <a:gd name="connsiteX6" fmla="*/ 28293 w 5741575"/>
              <a:gd name="connsiteY6" fmla="*/ 950971 h 955271"/>
              <a:gd name="connsiteX7" fmla="*/ 59229 w 5741575"/>
              <a:gd name="connsiteY7" fmla="*/ 903950 h 955271"/>
              <a:gd name="connsiteX8" fmla="*/ 148657 w 5741575"/>
              <a:gd name="connsiteY8" fmla="*/ 898134 h 955271"/>
              <a:gd name="connsiteX9" fmla="*/ 174554 w 5741575"/>
              <a:gd name="connsiteY9" fmla="*/ 886351 h 955271"/>
              <a:gd name="connsiteX10" fmla="*/ 187633 w 5741575"/>
              <a:gd name="connsiteY10" fmla="*/ 878226 h 955271"/>
              <a:gd name="connsiteX11" fmla="*/ 187961 w 5741575"/>
              <a:gd name="connsiteY11" fmla="*/ 876538 h 955271"/>
              <a:gd name="connsiteX12" fmla="*/ 240501 w 5741575"/>
              <a:gd name="connsiteY12" fmla="*/ 873150 h 955271"/>
              <a:gd name="connsiteX13" fmla="*/ 246345 w 5741575"/>
              <a:gd name="connsiteY13" fmla="*/ 869942 h 955271"/>
              <a:gd name="connsiteX14" fmla="*/ 306299 w 5741575"/>
              <a:gd name="connsiteY14" fmla="*/ 873609 h 955271"/>
              <a:gd name="connsiteX15" fmla="*/ 331571 w 5741575"/>
              <a:gd name="connsiteY15" fmla="*/ 869866 h 955271"/>
              <a:gd name="connsiteX16" fmla="*/ 384157 w 5741575"/>
              <a:gd name="connsiteY16" fmla="*/ 867971 h 955271"/>
              <a:gd name="connsiteX17" fmla="*/ 477637 w 5741575"/>
              <a:gd name="connsiteY17" fmla="*/ 870334 h 955271"/>
              <a:gd name="connsiteX18" fmla="*/ 570239 w 5741575"/>
              <a:gd name="connsiteY18" fmla="*/ 829596 h 955271"/>
              <a:gd name="connsiteX19" fmla="*/ 772070 w 5741575"/>
              <a:gd name="connsiteY19" fmla="*/ 820296 h 955271"/>
              <a:gd name="connsiteX20" fmla="*/ 948872 w 5741575"/>
              <a:gd name="connsiteY20" fmla="*/ 772201 h 955271"/>
              <a:gd name="connsiteX21" fmla="*/ 1127089 w 5741575"/>
              <a:gd name="connsiteY21" fmla="*/ 746926 h 955271"/>
              <a:gd name="connsiteX22" fmla="*/ 1226314 w 5741575"/>
              <a:gd name="connsiteY22" fmla="*/ 722473 h 955271"/>
              <a:gd name="connsiteX23" fmla="*/ 1278773 w 5741575"/>
              <a:gd name="connsiteY23" fmla="*/ 711503 h 955271"/>
              <a:gd name="connsiteX24" fmla="*/ 1317691 w 5741575"/>
              <a:gd name="connsiteY24" fmla="*/ 708529 h 955271"/>
              <a:gd name="connsiteX25" fmla="*/ 1360404 w 5741575"/>
              <a:gd name="connsiteY25" fmla="*/ 675922 h 955271"/>
              <a:gd name="connsiteX26" fmla="*/ 1412292 w 5741575"/>
              <a:gd name="connsiteY26" fmla="*/ 670793 h 955271"/>
              <a:gd name="connsiteX27" fmla="*/ 1494753 w 5741575"/>
              <a:gd name="connsiteY27" fmla="*/ 644686 h 955271"/>
              <a:gd name="connsiteX28" fmla="*/ 1616217 w 5741575"/>
              <a:gd name="connsiteY28" fmla="*/ 622107 h 955271"/>
              <a:gd name="connsiteX29" fmla="*/ 1710928 w 5741575"/>
              <a:gd name="connsiteY29" fmla="*/ 600666 h 955271"/>
              <a:gd name="connsiteX30" fmla="*/ 1743718 w 5741575"/>
              <a:gd name="connsiteY30" fmla="*/ 584327 h 955271"/>
              <a:gd name="connsiteX31" fmla="*/ 1873778 w 5741575"/>
              <a:gd name="connsiteY31" fmla="*/ 530130 h 955271"/>
              <a:gd name="connsiteX32" fmla="*/ 1988411 w 5741575"/>
              <a:gd name="connsiteY32" fmla="*/ 491599 h 955271"/>
              <a:gd name="connsiteX33" fmla="*/ 2085507 w 5741575"/>
              <a:gd name="connsiteY33" fmla="*/ 498527 h 955271"/>
              <a:gd name="connsiteX34" fmla="*/ 2090767 w 5741575"/>
              <a:gd name="connsiteY34" fmla="*/ 490616 h 955271"/>
              <a:gd name="connsiteX35" fmla="*/ 2151143 w 5741575"/>
              <a:gd name="connsiteY35" fmla="*/ 478332 h 955271"/>
              <a:gd name="connsiteX36" fmla="*/ 2378710 w 5741575"/>
              <a:gd name="connsiteY36" fmla="*/ 477570 h 955271"/>
              <a:gd name="connsiteX37" fmla="*/ 2496256 w 5741575"/>
              <a:gd name="connsiteY37" fmla="*/ 452396 h 955271"/>
              <a:gd name="connsiteX38" fmla="*/ 2535387 w 5741575"/>
              <a:gd name="connsiteY38" fmla="*/ 436645 h 955271"/>
              <a:gd name="connsiteX39" fmla="*/ 2601109 w 5741575"/>
              <a:gd name="connsiteY39" fmla="*/ 410678 h 955271"/>
              <a:gd name="connsiteX40" fmla="*/ 2643855 w 5741575"/>
              <a:gd name="connsiteY40" fmla="*/ 374482 h 955271"/>
              <a:gd name="connsiteX41" fmla="*/ 2657726 w 5741575"/>
              <a:gd name="connsiteY41" fmla="*/ 365841 h 955271"/>
              <a:gd name="connsiteX42" fmla="*/ 2687125 w 5741575"/>
              <a:gd name="connsiteY42" fmla="*/ 366820 h 955271"/>
              <a:gd name="connsiteX43" fmla="*/ 2697479 w 5741575"/>
              <a:gd name="connsiteY43" fmla="*/ 361430 h 955271"/>
              <a:gd name="connsiteX44" fmla="*/ 2777227 w 5741575"/>
              <a:gd name="connsiteY44" fmla="*/ 368972 h 955271"/>
              <a:gd name="connsiteX45" fmla="*/ 2824768 w 5741575"/>
              <a:gd name="connsiteY45" fmla="*/ 361652 h 955271"/>
              <a:gd name="connsiteX46" fmla="*/ 2885545 w 5741575"/>
              <a:gd name="connsiteY46" fmla="*/ 372818 h 955271"/>
              <a:gd name="connsiteX47" fmla="*/ 3009558 w 5741575"/>
              <a:gd name="connsiteY47" fmla="*/ 370573 h 955271"/>
              <a:gd name="connsiteX48" fmla="*/ 3095010 w 5741575"/>
              <a:gd name="connsiteY48" fmla="*/ 332454 h 955271"/>
              <a:gd name="connsiteX49" fmla="*/ 3148998 w 5741575"/>
              <a:gd name="connsiteY49" fmla="*/ 315286 h 955271"/>
              <a:gd name="connsiteX50" fmla="*/ 3195264 w 5741575"/>
              <a:gd name="connsiteY50" fmla="*/ 293158 h 955271"/>
              <a:gd name="connsiteX51" fmla="*/ 3373785 w 5741575"/>
              <a:gd name="connsiteY51" fmla="*/ 255680 h 955271"/>
              <a:gd name="connsiteX52" fmla="*/ 3493851 w 5741575"/>
              <a:gd name="connsiteY52" fmla="*/ 240255 h 955271"/>
              <a:gd name="connsiteX53" fmla="*/ 3537470 w 5741575"/>
              <a:gd name="connsiteY53" fmla="*/ 241867 h 955271"/>
              <a:gd name="connsiteX54" fmla="*/ 3610489 w 5741575"/>
              <a:gd name="connsiteY54" fmla="*/ 244128 h 955271"/>
              <a:gd name="connsiteX55" fmla="*/ 3667539 w 5741575"/>
              <a:gd name="connsiteY55" fmla="*/ 263271 h 955271"/>
              <a:gd name="connsiteX56" fmla="*/ 3727614 w 5741575"/>
              <a:gd name="connsiteY56" fmla="*/ 258245 h 955271"/>
              <a:gd name="connsiteX57" fmla="*/ 3738369 w 5741575"/>
              <a:gd name="connsiteY57" fmla="*/ 234506 h 955271"/>
              <a:gd name="connsiteX58" fmla="*/ 3803670 w 5741575"/>
              <a:gd name="connsiteY58" fmla="*/ 236457 h 955271"/>
              <a:gd name="connsiteX59" fmla="*/ 3903080 w 5741575"/>
              <a:gd name="connsiteY59" fmla="*/ 241890 h 955271"/>
              <a:gd name="connsiteX60" fmla="*/ 4114838 w 5741575"/>
              <a:gd name="connsiteY60" fmla="*/ 238165 h 955271"/>
              <a:gd name="connsiteX61" fmla="*/ 4271023 w 5741575"/>
              <a:gd name="connsiteY61" fmla="*/ 241959 h 955271"/>
              <a:gd name="connsiteX62" fmla="*/ 4367397 w 5741575"/>
              <a:gd name="connsiteY62" fmla="*/ 271442 h 955271"/>
              <a:gd name="connsiteX63" fmla="*/ 4495366 w 5741575"/>
              <a:gd name="connsiteY63" fmla="*/ 271618 h 955271"/>
              <a:gd name="connsiteX64" fmla="*/ 4517347 w 5741575"/>
              <a:gd name="connsiteY64" fmla="*/ 275639 h 955271"/>
              <a:gd name="connsiteX65" fmla="*/ 4546116 w 5741575"/>
              <a:gd name="connsiteY65" fmla="*/ 268568 h 955271"/>
              <a:gd name="connsiteX66" fmla="*/ 4661259 w 5741575"/>
              <a:gd name="connsiteY66" fmla="*/ 238966 h 955271"/>
              <a:gd name="connsiteX67" fmla="*/ 4750403 w 5741575"/>
              <a:gd name="connsiteY67" fmla="*/ 204364 h 955271"/>
              <a:gd name="connsiteX68" fmla="*/ 4867614 w 5741575"/>
              <a:gd name="connsiteY68" fmla="*/ 208668 h 955271"/>
              <a:gd name="connsiteX69" fmla="*/ 4937036 w 5741575"/>
              <a:gd name="connsiteY69" fmla="*/ 195446 h 955271"/>
              <a:gd name="connsiteX70" fmla="*/ 5067740 w 5741575"/>
              <a:gd name="connsiteY70" fmla="*/ 172293 h 955271"/>
              <a:gd name="connsiteX71" fmla="*/ 5200247 w 5741575"/>
              <a:gd name="connsiteY71" fmla="*/ 142695 h 955271"/>
              <a:gd name="connsiteX72" fmla="*/ 5291963 w 5741575"/>
              <a:gd name="connsiteY72" fmla="*/ 139446 h 955271"/>
              <a:gd name="connsiteX73" fmla="*/ 5418472 w 5741575"/>
              <a:gd name="connsiteY73" fmla="*/ 89163 h 955271"/>
              <a:gd name="connsiteX74" fmla="*/ 5482354 w 5741575"/>
              <a:gd name="connsiteY74" fmla="*/ 69470 h 955271"/>
              <a:gd name="connsiteX75" fmla="*/ 5583280 w 5741575"/>
              <a:gd name="connsiteY75" fmla="*/ 49787 h 955271"/>
              <a:gd name="connsiteX76" fmla="*/ 5613766 w 5741575"/>
              <a:gd name="connsiteY76" fmla="*/ 41855 h 955271"/>
              <a:gd name="connsiteX77" fmla="*/ 5684952 w 5741575"/>
              <a:gd name="connsiteY77" fmla="*/ 26088 h 955271"/>
              <a:gd name="connsiteX78" fmla="*/ 5741575 w 5741575"/>
              <a:gd name="connsiteY78" fmla="*/ 0 h 955271"/>
              <a:gd name="connsiteX0" fmla="*/ 5741575 w 5741575"/>
              <a:gd name="connsiteY0" fmla="*/ 0 h 955271"/>
              <a:gd name="connsiteX1" fmla="*/ 5741575 w 5741575"/>
              <a:gd name="connsiteY1" fmla="*/ 955271 h 955271"/>
              <a:gd name="connsiteX2" fmla="*/ 0 w 5741575"/>
              <a:gd name="connsiteY2" fmla="*/ 955271 h 955271"/>
              <a:gd name="connsiteX3" fmla="*/ 8558 w 5741575"/>
              <a:gd name="connsiteY3" fmla="*/ 953971 h 955271"/>
              <a:gd name="connsiteX4" fmla="*/ 16894 w 5741575"/>
              <a:gd name="connsiteY4" fmla="*/ 953847 h 955271"/>
              <a:gd name="connsiteX5" fmla="*/ 28156 w 5741575"/>
              <a:gd name="connsiteY5" fmla="*/ 951374 h 955271"/>
              <a:gd name="connsiteX6" fmla="*/ 28293 w 5741575"/>
              <a:gd name="connsiteY6" fmla="*/ 950971 h 955271"/>
              <a:gd name="connsiteX7" fmla="*/ 59229 w 5741575"/>
              <a:gd name="connsiteY7" fmla="*/ 903950 h 955271"/>
              <a:gd name="connsiteX8" fmla="*/ 148657 w 5741575"/>
              <a:gd name="connsiteY8" fmla="*/ 898134 h 955271"/>
              <a:gd name="connsiteX9" fmla="*/ 174554 w 5741575"/>
              <a:gd name="connsiteY9" fmla="*/ 886351 h 955271"/>
              <a:gd name="connsiteX10" fmla="*/ 187633 w 5741575"/>
              <a:gd name="connsiteY10" fmla="*/ 878226 h 955271"/>
              <a:gd name="connsiteX11" fmla="*/ 187961 w 5741575"/>
              <a:gd name="connsiteY11" fmla="*/ 876538 h 955271"/>
              <a:gd name="connsiteX12" fmla="*/ 240501 w 5741575"/>
              <a:gd name="connsiteY12" fmla="*/ 873150 h 955271"/>
              <a:gd name="connsiteX13" fmla="*/ 246345 w 5741575"/>
              <a:gd name="connsiteY13" fmla="*/ 869942 h 955271"/>
              <a:gd name="connsiteX14" fmla="*/ 306299 w 5741575"/>
              <a:gd name="connsiteY14" fmla="*/ 873609 h 955271"/>
              <a:gd name="connsiteX15" fmla="*/ 331571 w 5741575"/>
              <a:gd name="connsiteY15" fmla="*/ 869866 h 955271"/>
              <a:gd name="connsiteX16" fmla="*/ 384157 w 5741575"/>
              <a:gd name="connsiteY16" fmla="*/ 867971 h 955271"/>
              <a:gd name="connsiteX17" fmla="*/ 477637 w 5741575"/>
              <a:gd name="connsiteY17" fmla="*/ 870334 h 955271"/>
              <a:gd name="connsiteX18" fmla="*/ 570239 w 5741575"/>
              <a:gd name="connsiteY18" fmla="*/ 829596 h 955271"/>
              <a:gd name="connsiteX19" fmla="*/ 772070 w 5741575"/>
              <a:gd name="connsiteY19" fmla="*/ 820296 h 955271"/>
              <a:gd name="connsiteX20" fmla="*/ 948872 w 5741575"/>
              <a:gd name="connsiteY20" fmla="*/ 772201 h 955271"/>
              <a:gd name="connsiteX21" fmla="*/ 1127089 w 5741575"/>
              <a:gd name="connsiteY21" fmla="*/ 746926 h 955271"/>
              <a:gd name="connsiteX22" fmla="*/ 1226314 w 5741575"/>
              <a:gd name="connsiteY22" fmla="*/ 722473 h 955271"/>
              <a:gd name="connsiteX23" fmla="*/ 1278773 w 5741575"/>
              <a:gd name="connsiteY23" fmla="*/ 711503 h 955271"/>
              <a:gd name="connsiteX24" fmla="*/ 1317691 w 5741575"/>
              <a:gd name="connsiteY24" fmla="*/ 708529 h 955271"/>
              <a:gd name="connsiteX25" fmla="*/ 1360404 w 5741575"/>
              <a:gd name="connsiteY25" fmla="*/ 675922 h 955271"/>
              <a:gd name="connsiteX26" fmla="*/ 1412292 w 5741575"/>
              <a:gd name="connsiteY26" fmla="*/ 670793 h 955271"/>
              <a:gd name="connsiteX27" fmla="*/ 1494753 w 5741575"/>
              <a:gd name="connsiteY27" fmla="*/ 644686 h 955271"/>
              <a:gd name="connsiteX28" fmla="*/ 1616217 w 5741575"/>
              <a:gd name="connsiteY28" fmla="*/ 622107 h 955271"/>
              <a:gd name="connsiteX29" fmla="*/ 1710928 w 5741575"/>
              <a:gd name="connsiteY29" fmla="*/ 600666 h 955271"/>
              <a:gd name="connsiteX30" fmla="*/ 1743718 w 5741575"/>
              <a:gd name="connsiteY30" fmla="*/ 584327 h 955271"/>
              <a:gd name="connsiteX31" fmla="*/ 1873778 w 5741575"/>
              <a:gd name="connsiteY31" fmla="*/ 530130 h 955271"/>
              <a:gd name="connsiteX32" fmla="*/ 1988411 w 5741575"/>
              <a:gd name="connsiteY32" fmla="*/ 491599 h 955271"/>
              <a:gd name="connsiteX33" fmla="*/ 2085507 w 5741575"/>
              <a:gd name="connsiteY33" fmla="*/ 498527 h 955271"/>
              <a:gd name="connsiteX34" fmla="*/ 2090767 w 5741575"/>
              <a:gd name="connsiteY34" fmla="*/ 490616 h 955271"/>
              <a:gd name="connsiteX35" fmla="*/ 2151143 w 5741575"/>
              <a:gd name="connsiteY35" fmla="*/ 478332 h 955271"/>
              <a:gd name="connsiteX36" fmla="*/ 2378710 w 5741575"/>
              <a:gd name="connsiteY36" fmla="*/ 477570 h 955271"/>
              <a:gd name="connsiteX37" fmla="*/ 2496256 w 5741575"/>
              <a:gd name="connsiteY37" fmla="*/ 452396 h 955271"/>
              <a:gd name="connsiteX38" fmla="*/ 2535387 w 5741575"/>
              <a:gd name="connsiteY38" fmla="*/ 436645 h 955271"/>
              <a:gd name="connsiteX39" fmla="*/ 2601109 w 5741575"/>
              <a:gd name="connsiteY39" fmla="*/ 410678 h 955271"/>
              <a:gd name="connsiteX40" fmla="*/ 2643855 w 5741575"/>
              <a:gd name="connsiteY40" fmla="*/ 374482 h 955271"/>
              <a:gd name="connsiteX41" fmla="*/ 2657726 w 5741575"/>
              <a:gd name="connsiteY41" fmla="*/ 365841 h 955271"/>
              <a:gd name="connsiteX42" fmla="*/ 2687125 w 5741575"/>
              <a:gd name="connsiteY42" fmla="*/ 366820 h 955271"/>
              <a:gd name="connsiteX43" fmla="*/ 2777227 w 5741575"/>
              <a:gd name="connsiteY43" fmla="*/ 368972 h 955271"/>
              <a:gd name="connsiteX44" fmla="*/ 2824768 w 5741575"/>
              <a:gd name="connsiteY44" fmla="*/ 361652 h 955271"/>
              <a:gd name="connsiteX45" fmla="*/ 2885545 w 5741575"/>
              <a:gd name="connsiteY45" fmla="*/ 372818 h 955271"/>
              <a:gd name="connsiteX46" fmla="*/ 3009558 w 5741575"/>
              <a:gd name="connsiteY46" fmla="*/ 370573 h 955271"/>
              <a:gd name="connsiteX47" fmla="*/ 3095010 w 5741575"/>
              <a:gd name="connsiteY47" fmla="*/ 332454 h 955271"/>
              <a:gd name="connsiteX48" fmla="*/ 3148998 w 5741575"/>
              <a:gd name="connsiteY48" fmla="*/ 315286 h 955271"/>
              <a:gd name="connsiteX49" fmla="*/ 3195264 w 5741575"/>
              <a:gd name="connsiteY49" fmla="*/ 293158 h 955271"/>
              <a:gd name="connsiteX50" fmla="*/ 3373785 w 5741575"/>
              <a:gd name="connsiteY50" fmla="*/ 255680 h 955271"/>
              <a:gd name="connsiteX51" fmla="*/ 3493851 w 5741575"/>
              <a:gd name="connsiteY51" fmla="*/ 240255 h 955271"/>
              <a:gd name="connsiteX52" fmla="*/ 3537470 w 5741575"/>
              <a:gd name="connsiteY52" fmla="*/ 241867 h 955271"/>
              <a:gd name="connsiteX53" fmla="*/ 3610489 w 5741575"/>
              <a:gd name="connsiteY53" fmla="*/ 244128 h 955271"/>
              <a:gd name="connsiteX54" fmla="*/ 3667539 w 5741575"/>
              <a:gd name="connsiteY54" fmla="*/ 263271 h 955271"/>
              <a:gd name="connsiteX55" fmla="*/ 3727614 w 5741575"/>
              <a:gd name="connsiteY55" fmla="*/ 258245 h 955271"/>
              <a:gd name="connsiteX56" fmla="*/ 3738369 w 5741575"/>
              <a:gd name="connsiteY56" fmla="*/ 234506 h 955271"/>
              <a:gd name="connsiteX57" fmla="*/ 3803670 w 5741575"/>
              <a:gd name="connsiteY57" fmla="*/ 236457 h 955271"/>
              <a:gd name="connsiteX58" fmla="*/ 3903080 w 5741575"/>
              <a:gd name="connsiteY58" fmla="*/ 241890 h 955271"/>
              <a:gd name="connsiteX59" fmla="*/ 4114838 w 5741575"/>
              <a:gd name="connsiteY59" fmla="*/ 238165 h 955271"/>
              <a:gd name="connsiteX60" fmla="*/ 4271023 w 5741575"/>
              <a:gd name="connsiteY60" fmla="*/ 241959 h 955271"/>
              <a:gd name="connsiteX61" fmla="*/ 4367397 w 5741575"/>
              <a:gd name="connsiteY61" fmla="*/ 271442 h 955271"/>
              <a:gd name="connsiteX62" fmla="*/ 4495366 w 5741575"/>
              <a:gd name="connsiteY62" fmla="*/ 271618 h 955271"/>
              <a:gd name="connsiteX63" fmla="*/ 4517347 w 5741575"/>
              <a:gd name="connsiteY63" fmla="*/ 275639 h 955271"/>
              <a:gd name="connsiteX64" fmla="*/ 4546116 w 5741575"/>
              <a:gd name="connsiteY64" fmla="*/ 268568 h 955271"/>
              <a:gd name="connsiteX65" fmla="*/ 4661259 w 5741575"/>
              <a:gd name="connsiteY65" fmla="*/ 238966 h 955271"/>
              <a:gd name="connsiteX66" fmla="*/ 4750403 w 5741575"/>
              <a:gd name="connsiteY66" fmla="*/ 204364 h 955271"/>
              <a:gd name="connsiteX67" fmla="*/ 4867614 w 5741575"/>
              <a:gd name="connsiteY67" fmla="*/ 208668 h 955271"/>
              <a:gd name="connsiteX68" fmla="*/ 4937036 w 5741575"/>
              <a:gd name="connsiteY68" fmla="*/ 195446 h 955271"/>
              <a:gd name="connsiteX69" fmla="*/ 5067740 w 5741575"/>
              <a:gd name="connsiteY69" fmla="*/ 172293 h 955271"/>
              <a:gd name="connsiteX70" fmla="*/ 5200247 w 5741575"/>
              <a:gd name="connsiteY70" fmla="*/ 142695 h 955271"/>
              <a:gd name="connsiteX71" fmla="*/ 5291963 w 5741575"/>
              <a:gd name="connsiteY71" fmla="*/ 139446 h 955271"/>
              <a:gd name="connsiteX72" fmla="*/ 5418472 w 5741575"/>
              <a:gd name="connsiteY72" fmla="*/ 89163 h 955271"/>
              <a:gd name="connsiteX73" fmla="*/ 5482354 w 5741575"/>
              <a:gd name="connsiteY73" fmla="*/ 69470 h 955271"/>
              <a:gd name="connsiteX74" fmla="*/ 5583280 w 5741575"/>
              <a:gd name="connsiteY74" fmla="*/ 49787 h 955271"/>
              <a:gd name="connsiteX75" fmla="*/ 5613766 w 5741575"/>
              <a:gd name="connsiteY75" fmla="*/ 41855 h 955271"/>
              <a:gd name="connsiteX76" fmla="*/ 5684952 w 5741575"/>
              <a:gd name="connsiteY76" fmla="*/ 26088 h 955271"/>
              <a:gd name="connsiteX77" fmla="*/ 5741575 w 5741575"/>
              <a:gd name="connsiteY77" fmla="*/ 0 h 955271"/>
              <a:gd name="connsiteX0" fmla="*/ 5741575 w 5741575"/>
              <a:gd name="connsiteY0" fmla="*/ 0 h 955271"/>
              <a:gd name="connsiteX1" fmla="*/ 5741575 w 5741575"/>
              <a:gd name="connsiteY1" fmla="*/ 955271 h 955271"/>
              <a:gd name="connsiteX2" fmla="*/ 0 w 5741575"/>
              <a:gd name="connsiteY2" fmla="*/ 955271 h 955271"/>
              <a:gd name="connsiteX3" fmla="*/ 8558 w 5741575"/>
              <a:gd name="connsiteY3" fmla="*/ 953971 h 955271"/>
              <a:gd name="connsiteX4" fmla="*/ 16894 w 5741575"/>
              <a:gd name="connsiteY4" fmla="*/ 953847 h 955271"/>
              <a:gd name="connsiteX5" fmla="*/ 28156 w 5741575"/>
              <a:gd name="connsiteY5" fmla="*/ 951374 h 955271"/>
              <a:gd name="connsiteX6" fmla="*/ 28293 w 5741575"/>
              <a:gd name="connsiteY6" fmla="*/ 950971 h 955271"/>
              <a:gd name="connsiteX7" fmla="*/ 59229 w 5741575"/>
              <a:gd name="connsiteY7" fmla="*/ 903950 h 955271"/>
              <a:gd name="connsiteX8" fmla="*/ 148657 w 5741575"/>
              <a:gd name="connsiteY8" fmla="*/ 898134 h 955271"/>
              <a:gd name="connsiteX9" fmla="*/ 174554 w 5741575"/>
              <a:gd name="connsiteY9" fmla="*/ 886351 h 955271"/>
              <a:gd name="connsiteX10" fmla="*/ 187633 w 5741575"/>
              <a:gd name="connsiteY10" fmla="*/ 878226 h 955271"/>
              <a:gd name="connsiteX11" fmla="*/ 187961 w 5741575"/>
              <a:gd name="connsiteY11" fmla="*/ 876538 h 955271"/>
              <a:gd name="connsiteX12" fmla="*/ 240501 w 5741575"/>
              <a:gd name="connsiteY12" fmla="*/ 873150 h 955271"/>
              <a:gd name="connsiteX13" fmla="*/ 246345 w 5741575"/>
              <a:gd name="connsiteY13" fmla="*/ 869942 h 955271"/>
              <a:gd name="connsiteX14" fmla="*/ 306299 w 5741575"/>
              <a:gd name="connsiteY14" fmla="*/ 873609 h 955271"/>
              <a:gd name="connsiteX15" fmla="*/ 331571 w 5741575"/>
              <a:gd name="connsiteY15" fmla="*/ 869866 h 955271"/>
              <a:gd name="connsiteX16" fmla="*/ 384157 w 5741575"/>
              <a:gd name="connsiteY16" fmla="*/ 867971 h 955271"/>
              <a:gd name="connsiteX17" fmla="*/ 477637 w 5741575"/>
              <a:gd name="connsiteY17" fmla="*/ 870334 h 955271"/>
              <a:gd name="connsiteX18" fmla="*/ 570239 w 5741575"/>
              <a:gd name="connsiteY18" fmla="*/ 829596 h 955271"/>
              <a:gd name="connsiteX19" fmla="*/ 772070 w 5741575"/>
              <a:gd name="connsiteY19" fmla="*/ 820296 h 955271"/>
              <a:gd name="connsiteX20" fmla="*/ 948872 w 5741575"/>
              <a:gd name="connsiteY20" fmla="*/ 772201 h 955271"/>
              <a:gd name="connsiteX21" fmla="*/ 1127089 w 5741575"/>
              <a:gd name="connsiteY21" fmla="*/ 746926 h 955271"/>
              <a:gd name="connsiteX22" fmla="*/ 1226314 w 5741575"/>
              <a:gd name="connsiteY22" fmla="*/ 722473 h 955271"/>
              <a:gd name="connsiteX23" fmla="*/ 1278773 w 5741575"/>
              <a:gd name="connsiteY23" fmla="*/ 711503 h 955271"/>
              <a:gd name="connsiteX24" fmla="*/ 1317691 w 5741575"/>
              <a:gd name="connsiteY24" fmla="*/ 708529 h 955271"/>
              <a:gd name="connsiteX25" fmla="*/ 1360404 w 5741575"/>
              <a:gd name="connsiteY25" fmla="*/ 675922 h 955271"/>
              <a:gd name="connsiteX26" fmla="*/ 1412292 w 5741575"/>
              <a:gd name="connsiteY26" fmla="*/ 670793 h 955271"/>
              <a:gd name="connsiteX27" fmla="*/ 1494753 w 5741575"/>
              <a:gd name="connsiteY27" fmla="*/ 644686 h 955271"/>
              <a:gd name="connsiteX28" fmla="*/ 1616217 w 5741575"/>
              <a:gd name="connsiteY28" fmla="*/ 622107 h 955271"/>
              <a:gd name="connsiteX29" fmla="*/ 1710928 w 5741575"/>
              <a:gd name="connsiteY29" fmla="*/ 600666 h 955271"/>
              <a:gd name="connsiteX30" fmla="*/ 1743718 w 5741575"/>
              <a:gd name="connsiteY30" fmla="*/ 584327 h 955271"/>
              <a:gd name="connsiteX31" fmla="*/ 1873778 w 5741575"/>
              <a:gd name="connsiteY31" fmla="*/ 530130 h 955271"/>
              <a:gd name="connsiteX32" fmla="*/ 1988411 w 5741575"/>
              <a:gd name="connsiteY32" fmla="*/ 491599 h 955271"/>
              <a:gd name="connsiteX33" fmla="*/ 2085507 w 5741575"/>
              <a:gd name="connsiteY33" fmla="*/ 498527 h 955271"/>
              <a:gd name="connsiteX34" fmla="*/ 2090767 w 5741575"/>
              <a:gd name="connsiteY34" fmla="*/ 490616 h 955271"/>
              <a:gd name="connsiteX35" fmla="*/ 2151143 w 5741575"/>
              <a:gd name="connsiteY35" fmla="*/ 478332 h 955271"/>
              <a:gd name="connsiteX36" fmla="*/ 2378710 w 5741575"/>
              <a:gd name="connsiteY36" fmla="*/ 477570 h 955271"/>
              <a:gd name="connsiteX37" fmla="*/ 2496256 w 5741575"/>
              <a:gd name="connsiteY37" fmla="*/ 452396 h 955271"/>
              <a:gd name="connsiteX38" fmla="*/ 2535387 w 5741575"/>
              <a:gd name="connsiteY38" fmla="*/ 436645 h 955271"/>
              <a:gd name="connsiteX39" fmla="*/ 2601109 w 5741575"/>
              <a:gd name="connsiteY39" fmla="*/ 410678 h 955271"/>
              <a:gd name="connsiteX40" fmla="*/ 2643855 w 5741575"/>
              <a:gd name="connsiteY40" fmla="*/ 374482 h 955271"/>
              <a:gd name="connsiteX41" fmla="*/ 2657726 w 5741575"/>
              <a:gd name="connsiteY41" fmla="*/ 365841 h 955271"/>
              <a:gd name="connsiteX42" fmla="*/ 2717296 w 5741575"/>
              <a:gd name="connsiteY42" fmla="*/ 362282 h 955271"/>
              <a:gd name="connsiteX43" fmla="*/ 2777227 w 5741575"/>
              <a:gd name="connsiteY43" fmla="*/ 368972 h 955271"/>
              <a:gd name="connsiteX44" fmla="*/ 2824768 w 5741575"/>
              <a:gd name="connsiteY44" fmla="*/ 361652 h 955271"/>
              <a:gd name="connsiteX45" fmla="*/ 2885545 w 5741575"/>
              <a:gd name="connsiteY45" fmla="*/ 372818 h 955271"/>
              <a:gd name="connsiteX46" fmla="*/ 3009558 w 5741575"/>
              <a:gd name="connsiteY46" fmla="*/ 370573 h 955271"/>
              <a:gd name="connsiteX47" fmla="*/ 3095010 w 5741575"/>
              <a:gd name="connsiteY47" fmla="*/ 332454 h 955271"/>
              <a:gd name="connsiteX48" fmla="*/ 3148998 w 5741575"/>
              <a:gd name="connsiteY48" fmla="*/ 315286 h 955271"/>
              <a:gd name="connsiteX49" fmla="*/ 3195264 w 5741575"/>
              <a:gd name="connsiteY49" fmla="*/ 293158 h 955271"/>
              <a:gd name="connsiteX50" fmla="*/ 3373785 w 5741575"/>
              <a:gd name="connsiteY50" fmla="*/ 255680 h 955271"/>
              <a:gd name="connsiteX51" fmla="*/ 3493851 w 5741575"/>
              <a:gd name="connsiteY51" fmla="*/ 240255 h 955271"/>
              <a:gd name="connsiteX52" fmla="*/ 3537470 w 5741575"/>
              <a:gd name="connsiteY52" fmla="*/ 241867 h 955271"/>
              <a:gd name="connsiteX53" fmla="*/ 3610489 w 5741575"/>
              <a:gd name="connsiteY53" fmla="*/ 244128 h 955271"/>
              <a:gd name="connsiteX54" fmla="*/ 3667539 w 5741575"/>
              <a:gd name="connsiteY54" fmla="*/ 263271 h 955271"/>
              <a:gd name="connsiteX55" fmla="*/ 3727614 w 5741575"/>
              <a:gd name="connsiteY55" fmla="*/ 258245 h 955271"/>
              <a:gd name="connsiteX56" fmla="*/ 3738369 w 5741575"/>
              <a:gd name="connsiteY56" fmla="*/ 234506 h 955271"/>
              <a:gd name="connsiteX57" fmla="*/ 3803670 w 5741575"/>
              <a:gd name="connsiteY57" fmla="*/ 236457 h 955271"/>
              <a:gd name="connsiteX58" fmla="*/ 3903080 w 5741575"/>
              <a:gd name="connsiteY58" fmla="*/ 241890 h 955271"/>
              <a:gd name="connsiteX59" fmla="*/ 4114838 w 5741575"/>
              <a:gd name="connsiteY59" fmla="*/ 238165 h 955271"/>
              <a:gd name="connsiteX60" fmla="*/ 4271023 w 5741575"/>
              <a:gd name="connsiteY60" fmla="*/ 241959 h 955271"/>
              <a:gd name="connsiteX61" fmla="*/ 4367397 w 5741575"/>
              <a:gd name="connsiteY61" fmla="*/ 271442 h 955271"/>
              <a:gd name="connsiteX62" fmla="*/ 4495366 w 5741575"/>
              <a:gd name="connsiteY62" fmla="*/ 271618 h 955271"/>
              <a:gd name="connsiteX63" fmla="*/ 4517347 w 5741575"/>
              <a:gd name="connsiteY63" fmla="*/ 275639 h 955271"/>
              <a:gd name="connsiteX64" fmla="*/ 4546116 w 5741575"/>
              <a:gd name="connsiteY64" fmla="*/ 268568 h 955271"/>
              <a:gd name="connsiteX65" fmla="*/ 4661259 w 5741575"/>
              <a:gd name="connsiteY65" fmla="*/ 238966 h 955271"/>
              <a:gd name="connsiteX66" fmla="*/ 4750403 w 5741575"/>
              <a:gd name="connsiteY66" fmla="*/ 204364 h 955271"/>
              <a:gd name="connsiteX67" fmla="*/ 4867614 w 5741575"/>
              <a:gd name="connsiteY67" fmla="*/ 208668 h 955271"/>
              <a:gd name="connsiteX68" fmla="*/ 4937036 w 5741575"/>
              <a:gd name="connsiteY68" fmla="*/ 195446 h 955271"/>
              <a:gd name="connsiteX69" fmla="*/ 5067740 w 5741575"/>
              <a:gd name="connsiteY69" fmla="*/ 172293 h 955271"/>
              <a:gd name="connsiteX70" fmla="*/ 5200247 w 5741575"/>
              <a:gd name="connsiteY70" fmla="*/ 142695 h 955271"/>
              <a:gd name="connsiteX71" fmla="*/ 5291963 w 5741575"/>
              <a:gd name="connsiteY71" fmla="*/ 139446 h 955271"/>
              <a:gd name="connsiteX72" fmla="*/ 5418472 w 5741575"/>
              <a:gd name="connsiteY72" fmla="*/ 89163 h 955271"/>
              <a:gd name="connsiteX73" fmla="*/ 5482354 w 5741575"/>
              <a:gd name="connsiteY73" fmla="*/ 69470 h 955271"/>
              <a:gd name="connsiteX74" fmla="*/ 5583280 w 5741575"/>
              <a:gd name="connsiteY74" fmla="*/ 49787 h 955271"/>
              <a:gd name="connsiteX75" fmla="*/ 5613766 w 5741575"/>
              <a:gd name="connsiteY75" fmla="*/ 41855 h 955271"/>
              <a:gd name="connsiteX76" fmla="*/ 5684952 w 5741575"/>
              <a:gd name="connsiteY76" fmla="*/ 26088 h 955271"/>
              <a:gd name="connsiteX77" fmla="*/ 5741575 w 5741575"/>
              <a:gd name="connsiteY77" fmla="*/ 0 h 955271"/>
              <a:gd name="connsiteX0" fmla="*/ 5741575 w 5741575"/>
              <a:gd name="connsiteY0" fmla="*/ 0 h 955271"/>
              <a:gd name="connsiteX1" fmla="*/ 5741575 w 5741575"/>
              <a:gd name="connsiteY1" fmla="*/ 955271 h 955271"/>
              <a:gd name="connsiteX2" fmla="*/ 0 w 5741575"/>
              <a:gd name="connsiteY2" fmla="*/ 955271 h 955271"/>
              <a:gd name="connsiteX3" fmla="*/ 8558 w 5741575"/>
              <a:gd name="connsiteY3" fmla="*/ 953971 h 955271"/>
              <a:gd name="connsiteX4" fmla="*/ 16894 w 5741575"/>
              <a:gd name="connsiteY4" fmla="*/ 953847 h 955271"/>
              <a:gd name="connsiteX5" fmla="*/ 28156 w 5741575"/>
              <a:gd name="connsiteY5" fmla="*/ 951374 h 955271"/>
              <a:gd name="connsiteX6" fmla="*/ 28293 w 5741575"/>
              <a:gd name="connsiteY6" fmla="*/ 950971 h 955271"/>
              <a:gd name="connsiteX7" fmla="*/ 59229 w 5741575"/>
              <a:gd name="connsiteY7" fmla="*/ 903950 h 955271"/>
              <a:gd name="connsiteX8" fmla="*/ 148657 w 5741575"/>
              <a:gd name="connsiteY8" fmla="*/ 898134 h 955271"/>
              <a:gd name="connsiteX9" fmla="*/ 174554 w 5741575"/>
              <a:gd name="connsiteY9" fmla="*/ 886351 h 955271"/>
              <a:gd name="connsiteX10" fmla="*/ 187633 w 5741575"/>
              <a:gd name="connsiteY10" fmla="*/ 878226 h 955271"/>
              <a:gd name="connsiteX11" fmla="*/ 187961 w 5741575"/>
              <a:gd name="connsiteY11" fmla="*/ 876538 h 955271"/>
              <a:gd name="connsiteX12" fmla="*/ 240501 w 5741575"/>
              <a:gd name="connsiteY12" fmla="*/ 873150 h 955271"/>
              <a:gd name="connsiteX13" fmla="*/ 246345 w 5741575"/>
              <a:gd name="connsiteY13" fmla="*/ 869942 h 955271"/>
              <a:gd name="connsiteX14" fmla="*/ 306299 w 5741575"/>
              <a:gd name="connsiteY14" fmla="*/ 873609 h 955271"/>
              <a:gd name="connsiteX15" fmla="*/ 331571 w 5741575"/>
              <a:gd name="connsiteY15" fmla="*/ 869866 h 955271"/>
              <a:gd name="connsiteX16" fmla="*/ 384157 w 5741575"/>
              <a:gd name="connsiteY16" fmla="*/ 867971 h 955271"/>
              <a:gd name="connsiteX17" fmla="*/ 477637 w 5741575"/>
              <a:gd name="connsiteY17" fmla="*/ 870334 h 955271"/>
              <a:gd name="connsiteX18" fmla="*/ 570239 w 5741575"/>
              <a:gd name="connsiteY18" fmla="*/ 829596 h 955271"/>
              <a:gd name="connsiteX19" fmla="*/ 772070 w 5741575"/>
              <a:gd name="connsiteY19" fmla="*/ 820296 h 955271"/>
              <a:gd name="connsiteX20" fmla="*/ 948872 w 5741575"/>
              <a:gd name="connsiteY20" fmla="*/ 772201 h 955271"/>
              <a:gd name="connsiteX21" fmla="*/ 1127089 w 5741575"/>
              <a:gd name="connsiteY21" fmla="*/ 746926 h 955271"/>
              <a:gd name="connsiteX22" fmla="*/ 1226314 w 5741575"/>
              <a:gd name="connsiteY22" fmla="*/ 722473 h 955271"/>
              <a:gd name="connsiteX23" fmla="*/ 1278773 w 5741575"/>
              <a:gd name="connsiteY23" fmla="*/ 711503 h 955271"/>
              <a:gd name="connsiteX24" fmla="*/ 1317691 w 5741575"/>
              <a:gd name="connsiteY24" fmla="*/ 708529 h 955271"/>
              <a:gd name="connsiteX25" fmla="*/ 1360404 w 5741575"/>
              <a:gd name="connsiteY25" fmla="*/ 675922 h 955271"/>
              <a:gd name="connsiteX26" fmla="*/ 1412292 w 5741575"/>
              <a:gd name="connsiteY26" fmla="*/ 670793 h 955271"/>
              <a:gd name="connsiteX27" fmla="*/ 1494753 w 5741575"/>
              <a:gd name="connsiteY27" fmla="*/ 644686 h 955271"/>
              <a:gd name="connsiteX28" fmla="*/ 1616217 w 5741575"/>
              <a:gd name="connsiteY28" fmla="*/ 622107 h 955271"/>
              <a:gd name="connsiteX29" fmla="*/ 1710928 w 5741575"/>
              <a:gd name="connsiteY29" fmla="*/ 600666 h 955271"/>
              <a:gd name="connsiteX30" fmla="*/ 1743718 w 5741575"/>
              <a:gd name="connsiteY30" fmla="*/ 584327 h 955271"/>
              <a:gd name="connsiteX31" fmla="*/ 1873778 w 5741575"/>
              <a:gd name="connsiteY31" fmla="*/ 530130 h 955271"/>
              <a:gd name="connsiteX32" fmla="*/ 1988411 w 5741575"/>
              <a:gd name="connsiteY32" fmla="*/ 491599 h 955271"/>
              <a:gd name="connsiteX33" fmla="*/ 2085507 w 5741575"/>
              <a:gd name="connsiteY33" fmla="*/ 498527 h 955271"/>
              <a:gd name="connsiteX34" fmla="*/ 2090767 w 5741575"/>
              <a:gd name="connsiteY34" fmla="*/ 490616 h 955271"/>
              <a:gd name="connsiteX35" fmla="*/ 2151143 w 5741575"/>
              <a:gd name="connsiteY35" fmla="*/ 478332 h 955271"/>
              <a:gd name="connsiteX36" fmla="*/ 2378710 w 5741575"/>
              <a:gd name="connsiteY36" fmla="*/ 477570 h 955271"/>
              <a:gd name="connsiteX37" fmla="*/ 2496256 w 5741575"/>
              <a:gd name="connsiteY37" fmla="*/ 452396 h 955271"/>
              <a:gd name="connsiteX38" fmla="*/ 2535387 w 5741575"/>
              <a:gd name="connsiteY38" fmla="*/ 436645 h 955271"/>
              <a:gd name="connsiteX39" fmla="*/ 2601109 w 5741575"/>
              <a:gd name="connsiteY39" fmla="*/ 410678 h 955271"/>
              <a:gd name="connsiteX40" fmla="*/ 2643855 w 5741575"/>
              <a:gd name="connsiteY40" fmla="*/ 374482 h 955271"/>
              <a:gd name="connsiteX41" fmla="*/ 2657726 w 5741575"/>
              <a:gd name="connsiteY41" fmla="*/ 365841 h 955271"/>
              <a:gd name="connsiteX42" fmla="*/ 2717296 w 5741575"/>
              <a:gd name="connsiteY42" fmla="*/ 362282 h 955271"/>
              <a:gd name="connsiteX43" fmla="*/ 2777227 w 5741575"/>
              <a:gd name="connsiteY43" fmla="*/ 368972 h 955271"/>
              <a:gd name="connsiteX44" fmla="*/ 2824768 w 5741575"/>
              <a:gd name="connsiteY44" fmla="*/ 361652 h 955271"/>
              <a:gd name="connsiteX45" fmla="*/ 2885545 w 5741575"/>
              <a:gd name="connsiteY45" fmla="*/ 372818 h 955271"/>
              <a:gd name="connsiteX46" fmla="*/ 3009558 w 5741575"/>
              <a:gd name="connsiteY46" fmla="*/ 370573 h 955271"/>
              <a:gd name="connsiteX47" fmla="*/ 3095010 w 5741575"/>
              <a:gd name="connsiteY47" fmla="*/ 332454 h 955271"/>
              <a:gd name="connsiteX48" fmla="*/ 3148998 w 5741575"/>
              <a:gd name="connsiteY48" fmla="*/ 315286 h 955271"/>
              <a:gd name="connsiteX49" fmla="*/ 3195264 w 5741575"/>
              <a:gd name="connsiteY49" fmla="*/ 293158 h 955271"/>
              <a:gd name="connsiteX50" fmla="*/ 3373785 w 5741575"/>
              <a:gd name="connsiteY50" fmla="*/ 255680 h 955271"/>
              <a:gd name="connsiteX51" fmla="*/ 3493851 w 5741575"/>
              <a:gd name="connsiteY51" fmla="*/ 240255 h 955271"/>
              <a:gd name="connsiteX52" fmla="*/ 3537470 w 5741575"/>
              <a:gd name="connsiteY52" fmla="*/ 241867 h 955271"/>
              <a:gd name="connsiteX53" fmla="*/ 3610489 w 5741575"/>
              <a:gd name="connsiteY53" fmla="*/ 244128 h 955271"/>
              <a:gd name="connsiteX54" fmla="*/ 3667539 w 5741575"/>
              <a:gd name="connsiteY54" fmla="*/ 263271 h 955271"/>
              <a:gd name="connsiteX55" fmla="*/ 3727614 w 5741575"/>
              <a:gd name="connsiteY55" fmla="*/ 258245 h 955271"/>
              <a:gd name="connsiteX56" fmla="*/ 3738369 w 5741575"/>
              <a:gd name="connsiteY56" fmla="*/ 234506 h 955271"/>
              <a:gd name="connsiteX57" fmla="*/ 3803670 w 5741575"/>
              <a:gd name="connsiteY57" fmla="*/ 236457 h 955271"/>
              <a:gd name="connsiteX58" fmla="*/ 3903080 w 5741575"/>
              <a:gd name="connsiteY58" fmla="*/ 241890 h 955271"/>
              <a:gd name="connsiteX59" fmla="*/ 4114838 w 5741575"/>
              <a:gd name="connsiteY59" fmla="*/ 238165 h 955271"/>
              <a:gd name="connsiteX60" fmla="*/ 4271023 w 5741575"/>
              <a:gd name="connsiteY60" fmla="*/ 241959 h 955271"/>
              <a:gd name="connsiteX61" fmla="*/ 4367397 w 5741575"/>
              <a:gd name="connsiteY61" fmla="*/ 271442 h 955271"/>
              <a:gd name="connsiteX62" fmla="*/ 4495366 w 5741575"/>
              <a:gd name="connsiteY62" fmla="*/ 271618 h 955271"/>
              <a:gd name="connsiteX63" fmla="*/ 4517347 w 5741575"/>
              <a:gd name="connsiteY63" fmla="*/ 275639 h 955271"/>
              <a:gd name="connsiteX64" fmla="*/ 4546116 w 5741575"/>
              <a:gd name="connsiteY64" fmla="*/ 268568 h 955271"/>
              <a:gd name="connsiteX65" fmla="*/ 4661259 w 5741575"/>
              <a:gd name="connsiteY65" fmla="*/ 238966 h 955271"/>
              <a:gd name="connsiteX66" fmla="*/ 4750403 w 5741575"/>
              <a:gd name="connsiteY66" fmla="*/ 204364 h 955271"/>
              <a:gd name="connsiteX67" fmla="*/ 4867614 w 5741575"/>
              <a:gd name="connsiteY67" fmla="*/ 208668 h 955271"/>
              <a:gd name="connsiteX68" fmla="*/ 4937036 w 5741575"/>
              <a:gd name="connsiteY68" fmla="*/ 195446 h 955271"/>
              <a:gd name="connsiteX69" fmla="*/ 5067740 w 5741575"/>
              <a:gd name="connsiteY69" fmla="*/ 172293 h 955271"/>
              <a:gd name="connsiteX70" fmla="*/ 5200247 w 5741575"/>
              <a:gd name="connsiteY70" fmla="*/ 142695 h 955271"/>
              <a:gd name="connsiteX71" fmla="*/ 5276878 w 5741575"/>
              <a:gd name="connsiteY71" fmla="*/ 125833 h 955271"/>
              <a:gd name="connsiteX72" fmla="*/ 5418472 w 5741575"/>
              <a:gd name="connsiteY72" fmla="*/ 89163 h 955271"/>
              <a:gd name="connsiteX73" fmla="*/ 5482354 w 5741575"/>
              <a:gd name="connsiteY73" fmla="*/ 69470 h 955271"/>
              <a:gd name="connsiteX74" fmla="*/ 5583280 w 5741575"/>
              <a:gd name="connsiteY74" fmla="*/ 49787 h 955271"/>
              <a:gd name="connsiteX75" fmla="*/ 5613766 w 5741575"/>
              <a:gd name="connsiteY75" fmla="*/ 41855 h 955271"/>
              <a:gd name="connsiteX76" fmla="*/ 5684952 w 5741575"/>
              <a:gd name="connsiteY76" fmla="*/ 26088 h 955271"/>
              <a:gd name="connsiteX77" fmla="*/ 5741575 w 5741575"/>
              <a:gd name="connsiteY77" fmla="*/ 0 h 955271"/>
              <a:gd name="connsiteX0" fmla="*/ 5741575 w 5741575"/>
              <a:gd name="connsiteY0" fmla="*/ 0 h 955271"/>
              <a:gd name="connsiteX1" fmla="*/ 5741575 w 5741575"/>
              <a:gd name="connsiteY1" fmla="*/ 955271 h 955271"/>
              <a:gd name="connsiteX2" fmla="*/ 0 w 5741575"/>
              <a:gd name="connsiteY2" fmla="*/ 955271 h 955271"/>
              <a:gd name="connsiteX3" fmla="*/ 8558 w 5741575"/>
              <a:gd name="connsiteY3" fmla="*/ 953971 h 955271"/>
              <a:gd name="connsiteX4" fmla="*/ 16894 w 5741575"/>
              <a:gd name="connsiteY4" fmla="*/ 953847 h 955271"/>
              <a:gd name="connsiteX5" fmla="*/ 28156 w 5741575"/>
              <a:gd name="connsiteY5" fmla="*/ 951374 h 955271"/>
              <a:gd name="connsiteX6" fmla="*/ 28293 w 5741575"/>
              <a:gd name="connsiteY6" fmla="*/ 950971 h 955271"/>
              <a:gd name="connsiteX7" fmla="*/ 59229 w 5741575"/>
              <a:gd name="connsiteY7" fmla="*/ 903950 h 955271"/>
              <a:gd name="connsiteX8" fmla="*/ 148657 w 5741575"/>
              <a:gd name="connsiteY8" fmla="*/ 898134 h 955271"/>
              <a:gd name="connsiteX9" fmla="*/ 174554 w 5741575"/>
              <a:gd name="connsiteY9" fmla="*/ 886351 h 955271"/>
              <a:gd name="connsiteX10" fmla="*/ 187633 w 5741575"/>
              <a:gd name="connsiteY10" fmla="*/ 878226 h 955271"/>
              <a:gd name="connsiteX11" fmla="*/ 187961 w 5741575"/>
              <a:gd name="connsiteY11" fmla="*/ 876538 h 955271"/>
              <a:gd name="connsiteX12" fmla="*/ 240501 w 5741575"/>
              <a:gd name="connsiteY12" fmla="*/ 873150 h 955271"/>
              <a:gd name="connsiteX13" fmla="*/ 246345 w 5741575"/>
              <a:gd name="connsiteY13" fmla="*/ 869942 h 955271"/>
              <a:gd name="connsiteX14" fmla="*/ 306299 w 5741575"/>
              <a:gd name="connsiteY14" fmla="*/ 873609 h 955271"/>
              <a:gd name="connsiteX15" fmla="*/ 331571 w 5741575"/>
              <a:gd name="connsiteY15" fmla="*/ 869866 h 955271"/>
              <a:gd name="connsiteX16" fmla="*/ 384157 w 5741575"/>
              <a:gd name="connsiteY16" fmla="*/ 867971 h 955271"/>
              <a:gd name="connsiteX17" fmla="*/ 477637 w 5741575"/>
              <a:gd name="connsiteY17" fmla="*/ 870334 h 955271"/>
              <a:gd name="connsiteX18" fmla="*/ 570239 w 5741575"/>
              <a:gd name="connsiteY18" fmla="*/ 829596 h 955271"/>
              <a:gd name="connsiteX19" fmla="*/ 772070 w 5741575"/>
              <a:gd name="connsiteY19" fmla="*/ 820296 h 955271"/>
              <a:gd name="connsiteX20" fmla="*/ 948872 w 5741575"/>
              <a:gd name="connsiteY20" fmla="*/ 772201 h 955271"/>
              <a:gd name="connsiteX21" fmla="*/ 1127089 w 5741575"/>
              <a:gd name="connsiteY21" fmla="*/ 746926 h 955271"/>
              <a:gd name="connsiteX22" fmla="*/ 1226314 w 5741575"/>
              <a:gd name="connsiteY22" fmla="*/ 722473 h 955271"/>
              <a:gd name="connsiteX23" fmla="*/ 1278773 w 5741575"/>
              <a:gd name="connsiteY23" fmla="*/ 711503 h 955271"/>
              <a:gd name="connsiteX24" fmla="*/ 1317691 w 5741575"/>
              <a:gd name="connsiteY24" fmla="*/ 708529 h 955271"/>
              <a:gd name="connsiteX25" fmla="*/ 1360404 w 5741575"/>
              <a:gd name="connsiteY25" fmla="*/ 675922 h 955271"/>
              <a:gd name="connsiteX26" fmla="*/ 1412292 w 5741575"/>
              <a:gd name="connsiteY26" fmla="*/ 670793 h 955271"/>
              <a:gd name="connsiteX27" fmla="*/ 1494753 w 5741575"/>
              <a:gd name="connsiteY27" fmla="*/ 644686 h 955271"/>
              <a:gd name="connsiteX28" fmla="*/ 1616217 w 5741575"/>
              <a:gd name="connsiteY28" fmla="*/ 622107 h 955271"/>
              <a:gd name="connsiteX29" fmla="*/ 1710928 w 5741575"/>
              <a:gd name="connsiteY29" fmla="*/ 600666 h 955271"/>
              <a:gd name="connsiteX30" fmla="*/ 1743718 w 5741575"/>
              <a:gd name="connsiteY30" fmla="*/ 584327 h 955271"/>
              <a:gd name="connsiteX31" fmla="*/ 1873778 w 5741575"/>
              <a:gd name="connsiteY31" fmla="*/ 530130 h 955271"/>
              <a:gd name="connsiteX32" fmla="*/ 1988411 w 5741575"/>
              <a:gd name="connsiteY32" fmla="*/ 491599 h 955271"/>
              <a:gd name="connsiteX33" fmla="*/ 2085507 w 5741575"/>
              <a:gd name="connsiteY33" fmla="*/ 498527 h 955271"/>
              <a:gd name="connsiteX34" fmla="*/ 2090767 w 5741575"/>
              <a:gd name="connsiteY34" fmla="*/ 490616 h 955271"/>
              <a:gd name="connsiteX35" fmla="*/ 2151143 w 5741575"/>
              <a:gd name="connsiteY35" fmla="*/ 478332 h 955271"/>
              <a:gd name="connsiteX36" fmla="*/ 2378710 w 5741575"/>
              <a:gd name="connsiteY36" fmla="*/ 477570 h 955271"/>
              <a:gd name="connsiteX37" fmla="*/ 2496256 w 5741575"/>
              <a:gd name="connsiteY37" fmla="*/ 452396 h 955271"/>
              <a:gd name="connsiteX38" fmla="*/ 2535387 w 5741575"/>
              <a:gd name="connsiteY38" fmla="*/ 436645 h 955271"/>
              <a:gd name="connsiteX39" fmla="*/ 2601109 w 5741575"/>
              <a:gd name="connsiteY39" fmla="*/ 410678 h 955271"/>
              <a:gd name="connsiteX40" fmla="*/ 2643855 w 5741575"/>
              <a:gd name="connsiteY40" fmla="*/ 374482 h 955271"/>
              <a:gd name="connsiteX41" fmla="*/ 2657726 w 5741575"/>
              <a:gd name="connsiteY41" fmla="*/ 365841 h 955271"/>
              <a:gd name="connsiteX42" fmla="*/ 2717296 w 5741575"/>
              <a:gd name="connsiteY42" fmla="*/ 362282 h 955271"/>
              <a:gd name="connsiteX43" fmla="*/ 2777227 w 5741575"/>
              <a:gd name="connsiteY43" fmla="*/ 368972 h 955271"/>
              <a:gd name="connsiteX44" fmla="*/ 2824768 w 5741575"/>
              <a:gd name="connsiteY44" fmla="*/ 361652 h 955271"/>
              <a:gd name="connsiteX45" fmla="*/ 2885545 w 5741575"/>
              <a:gd name="connsiteY45" fmla="*/ 372818 h 955271"/>
              <a:gd name="connsiteX46" fmla="*/ 3009558 w 5741575"/>
              <a:gd name="connsiteY46" fmla="*/ 370573 h 955271"/>
              <a:gd name="connsiteX47" fmla="*/ 3095010 w 5741575"/>
              <a:gd name="connsiteY47" fmla="*/ 332454 h 955271"/>
              <a:gd name="connsiteX48" fmla="*/ 3148998 w 5741575"/>
              <a:gd name="connsiteY48" fmla="*/ 315286 h 955271"/>
              <a:gd name="connsiteX49" fmla="*/ 3195264 w 5741575"/>
              <a:gd name="connsiteY49" fmla="*/ 293158 h 955271"/>
              <a:gd name="connsiteX50" fmla="*/ 3373785 w 5741575"/>
              <a:gd name="connsiteY50" fmla="*/ 255680 h 955271"/>
              <a:gd name="connsiteX51" fmla="*/ 3493851 w 5741575"/>
              <a:gd name="connsiteY51" fmla="*/ 240255 h 955271"/>
              <a:gd name="connsiteX52" fmla="*/ 3537470 w 5741575"/>
              <a:gd name="connsiteY52" fmla="*/ 241867 h 955271"/>
              <a:gd name="connsiteX53" fmla="*/ 3610489 w 5741575"/>
              <a:gd name="connsiteY53" fmla="*/ 244128 h 955271"/>
              <a:gd name="connsiteX54" fmla="*/ 3667539 w 5741575"/>
              <a:gd name="connsiteY54" fmla="*/ 263271 h 955271"/>
              <a:gd name="connsiteX55" fmla="*/ 3727614 w 5741575"/>
              <a:gd name="connsiteY55" fmla="*/ 258245 h 955271"/>
              <a:gd name="connsiteX56" fmla="*/ 3738369 w 5741575"/>
              <a:gd name="connsiteY56" fmla="*/ 234506 h 955271"/>
              <a:gd name="connsiteX57" fmla="*/ 3803670 w 5741575"/>
              <a:gd name="connsiteY57" fmla="*/ 236457 h 955271"/>
              <a:gd name="connsiteX58" fmla="*/ 3903080 w 5741575"/>
              <a:gd name="connsiteY58" fmla="*/ 241890 h 955271"/>
              <a:gd name="connsiteX59" fmla="*/ 4114838 w 5741575"/>
              <a:gd name="connsiteY59" fmla="*/ 238165 h 955271"/>
              <a:gd name="connsiteX60" fmla="*/ 4271023 w 5741575"/>
              <a:gd name="connsiteY60" fmla="*/ 241959 h 955271"/>
              <a:gd name="connsiteX61" fmla="*/ 4367397 w 5741575"/>
              <a:gd name="connsiteY61" fmla="*/ 271442 h 955271"/>
              <a:gd name="connsiteX62" fmla="*/ 4495366 w 5741575"/>
              <a:gd name="connsiteY62" fmla="*/ 271618 h 955271"/>
              <a:gd name="connsiteX63" fmla="*/ 4517347 w 5741575"/>
              <a:gd name="connsiteY63" fmla="*/ 275639 h 955271"/>
              <a:gd name="connsiteX64" fmla="*/ 4546116 w 5741575"/>
              <a:gd name="connsiteY64" fmla="*/ 268568 h 955271"/>
              <a:gd name="connsiteX65" fmla="*/ 4661259 w 5741575"/>
              <a:gd name="connsiteY65" fmla="*/ 238966 h 955271"/>
              <a:gd name="connsiteX66" fmla="*/ 4750403 w 5741575"/>
              <a:gd name="connsiteY66" fmla="*/ 204364 h 955271"/>
              <a:gd name="connsiteX67" fmla="*/ 4867614 w 5741575"/>
              <a:gd name="connsiteY67" fmla="*/ 208668 h 955271"/>
              <a:gd name="connsiteX68" fmla="*/ 4937036 w 5741575"/>
              <a:gd name="connsiteY68" fmla="*/ 195446 h 955271"/>
              <a:gd name="connsiteX69" fmla="*/ 5067740 w 5741575"/>
              <a:gd name="connsiteY69" fmla="*/ 172293 h 955271"/>
              <a:gd name="connsiteX70" fmla="*/ 5200247 w 5741575"/>
              <a:gd name="connsiteY70" fmla="*/ 142695 h 955271"/>
              <a:gd name="connsiteX71" fmla="*/ 5276878 w 5741575"/>
              <a:gd name="connsiteY71" fmla="*/ 125833 h 955271"/>
              <a:gd name="connsiteX72" fmla="*/ 5418472 w 5741575"/>
              <a:gd name="connsiteY72" fmla="*/ 89163 h 955271"/>
              <a:gd name="connsiteX73" fmla="*/ 5482354 w 5741575"/>
              <a:gd name="connsiteY73" fmla="*/ 69470 h 955271"/>
              <a:gd name="connsiteX74" fmla="*/ 5583280 w 5741575"/>
              <a:gd name="connsiteY74" fmla="*/ 49787 h 955271"/>
              <a:gd name="connsiteX75" fmla="*/ 5613766 w 5741575"/>
              <a:gd name="connsiteY75" fmla="*/ 41855 h 955271"/>
              <a:gd name="connsiteX76" fmla="*/ 5684952 w 5741575"/>
              <a:gd name="connsiteY76" fmla="*/ 26088 h 955271"/>
              <a:gd name="connsiteX77" fmla="*/ 5741575 w 5741575"/>
              <a:gd name="connsiteY77" fmla="*/ 0 h 955271"/>
              <a:gd name="connsiteX0" fmla="*/ 5741575 w 5741575"/>
              <a:gd name="connsiteY0" fmla="*/ 0 h 955271"/>
              <a:gd name="connsiteX1" fmla="*/ 5741575 w 5741575"/>
              <a:gd name="connsiteY1" fmla="*/ 955271 h 955271"/>
              <a:gd name="connsiteX2" fmla="*/ 0 w 5741575"/>
              <a:gd name="connsiteY2" fmla="*/ 955271 h 955271"/>
              <a:gd name="connsiteX3" fmla="*/ 8558 w 5741575"/>
              <a:gd name="connsiteY3" fmla="*/ 953971 h 955271"/>
              <a:gd name="connsiteX4" fmla="*/ 16894 w 5741575"/>
              <a:gd name="connsiteY4" fmla="*/ 953847 h 955271"/>
              <a:gd name="connsiteX5" fmla="*/ 28156 w 5741575"/>
              <a:gd name="connsiteY5" fmla="*/ 951374 h 955271"/>
              <a:gd name="connsiteX6" fmla="*/ 28293 w 5741575"/>
              <a:gd name="connsiteY6" fmla="*/ 950971 h 955271"/>
              <a:gd name="connsiteX7" fmla="*/ 59229 w 5741575"/>
              <a:gd name="connsiteY7" fmla="*/ 903950 h 955271"/>
              <a:gd name="connsiteX8" fmla="*/ 148657 w 5741575"/>
              <a:gd name="connsiteY8" fmla="*/ 898134 h 955271"/>
              <a:gd name="connsiteX9" fmla="*/ 174554 w 5741575"/>
              <a:gd name="connsiteY9" fmla="*/ 886351 h 955271"/>
              <a:gd name="connsiteX10" fmla="*/ 187633 w 5741575"/>
              <a:gd name="connsiteY10" fmla="*/ 878226 h 955271"/>
              <a:gd name="connsiteX11" fmla="*/ 187961 w 5741575"/>
              <a:gd name="connsiteY11" fmla="*/ 876538 h 955271"/>
              <a:gd name="connsiteX12" fmla="*/ 240501 w 5741575"/>
              <a:gd name="connsiteY12" fmla="*/ 873150 h 955271"/>
              <a:gd name="connsiteX13" fmla="*/ 246345 w 5741575"/>
              <a:gd name="connsiteY13" fmla="*/ 869942 h 955271"/>
              <a:gd name="connsiteX14" fmla="*/ 306299 w 5741575"/>
              <a:gd name="connsiteY14" fmla="*/ 873609 h 955271"/>
              <a:gd name="connsiteX15" fmla="*/ 331571 w 5741575"/>
              <a:gd name="connsiteY15" fmla="*/ 869866 h 955271"/>
              <a:gd name="connsiteX16" fmla="*/ 384157 w 5741575"/>
              <a:gd name="connsiteY16" fmla="*/ 867971 h 955271"/>
              <a:gd name="connsiteX17" fmla="*/ 477637 w 5741575"/>
              <a:gd name="connsiteY17" fmla="*/ 870334 h 955271"/>
              <a:gd name="connsiteX18" fmla="*/ 570239 w 5741575"/>
              <a:gd name="connsiteY18" fmla="*/ 829596 h 955271"/>
              <a:gd name="connsiteX19" fmla="*/ 772070 w 5741575"/>
              <a:gd name="connsiteY19" fmla="*/ 820296 h 955271"/>
              <a:gd name="connsiteX20" fmla="*/ 948872 w 5741575"/>
              <a:gd name="connsiteY20" fmla="*/ 772201 h 955271"/>
              <a:gd name="connsiteX21" fmla="*/ 1127089 w 5741575"/>
              <a:gd name="connsiteY21" fmla="*/ 746926 h 955271"/>
              <a:gd name="connsiteX22" fmla="*/ 1226314 w 5741575"/>
              <a:gd name="connsiteY22" fmla="*/ 722473 h 955271"/>
              <a:gd name="connsiteX23" fmla="*/ 1278773 w 5741575"/>
              <a:gd name="connsiteY23" fmla="*/ 711503 h 955271"/>
              <a:gd name="connsiteX24" fmla="*/ 1317691 w 5741575"/>
              <a:gd name="connsiteY24" fmla="*/ 708529 h 955271"/>
              <a:gd name="connsiteX25" fmla="*/ 1360404 w 5741575"/>
              <a:gd name="connsiteY25" fmla="*/ 675922 h 955271"/>
              <a:gd name="connsiteX26" fmla="*/ 1412292 w 5741575"/>
              <a:gd name="connsiteY26" fmla="*/ 670793 h 955271"/>
              <a:gd name="connsiteX27" fmla="*/ 1494753 w 5741575"/>
              <a:gd name="connsiteY27" fmla="*/ 644686 h 955271"/>
              <a:gd name="connsiteX28" fmla="*/ 1616217 w 5741575"/>
              <a:gd name="connsiteY28" fmla="*/ 622107 h 955271"/>
              <a:gd name="connsiteX29" fmla="*/ 1710928 w 5741575"/>
              <a:gd name="connsiteY29" fmla="*/ 600666 h 955271"/>
              <a:gd name="connsiteX30" fmla="*/ 1743718 w 5741575"/>
              <a:gd name="connsiteY30" fmla="*/ 584327 h 955271"/>
              <a:gd name="connsiteX31" fmla="*/ 1873778 w 5741575"/>
              <a:gd name="connsiteY31" fmla="*/ 530130 h 955271"/>
              <a:gd name="connsiteX32" fmla="*/ 1988411 w 5741575"/>
              <a:gd name="connsiteY32" fmla="*/ 491599 h 955271"/>
              <a:gd name="connsiteX33" fmla="*/ 2085507 w 5741575"/>
              <a:gd name="connsiteY33" fmla="*/ 498527 h 955271"/>
              <a:gd name="connsiteX34" fmla="*/ 2090767 w 5741575"/>
              <a:gd name="connsiteY34" fmla="*/ 490616 h 955271"/>
              <a:gd name="connsiteX35" fmla="*/ 2151143 w 5741575"/>
              <a:gd name="connsiteY35" fmla="*/ 478332 h 955271"/>
              <a:gd name="connsiteX36" fmla="*/ 2378710 w 5741575"/>
              <a:gd name="connsiteY36" fmla="*/ 477570 h 955271"/>
              <a:gd name="connsiteX37" fmla="*/ 2496256 w 5741575"/>
              <a:gd name="connsiteY37" fmla="*/ 452396 h 955271"/>
              <a:gd name="connsiteX38" fmla="*/ 2535387 w 5741575"/>
              <a:gd name="connsiteY38" fmla="*/ 436645 h 955271"/>
              <a:gd name="connsiteX39" fmla="*/ 2601109 w 5741575"/>
              <a:gd name="connsiteY39" fmla="*/ 410678 h 955271"/>
              <a:gd name="connsiteX40" fmla="*/ 2643855 w 5741575"/>
              <a:gd name="connsiteY40" fmla="*/ 374482 h 955271"/>
              <a:gd name="connsiteX41" fmla="*/ 2657726 w 5741575"/>
              <a:gd name="connsiteY41" fmla="*/ 365841 h 955271"/>
              <a:gd name="connsiteX42" fmla="*/ 2717296 w 5741575"/>
              <a:gd name="connsiteY42" fmla="*/ 362282 h 955271"/>
              <a:gd name="connsiteX43" fmla="*/ 2777227 w 5741575"/>
              <a:gd name="connsiteY43" fmla="*/ 368972 h 955271"/>
              <a:gd name="connsiteX44" fmla="*/ 2824768 w 5741575"/>
              <a:gd name="connsiteY44" fmla="*/ 361652 h 955271"/>
              <a:gd name="connsiteX45" fmla="*/ 2885545 w 5741575"/>
              <a:gd name="connsiteY45" fmla="*/ 372818 h 955271"/>
              <a:gd name="connsiteX46" fmla="*/ 3009558 w 5741575"/>
              <a:gd name="connsiteY46" fmla="*/ 370573 h 955271"/>
              <a:gd name="connsiteX47" fmla="*/ 3095010 w 5741575"/>
              <a:gd name="connsiteY47" fmla="*/ 332454 h 955271"/>
              <a:gd name="connsiteX48" fmla="*/ 3148998 w 5741575"/>
              <a:gd name="connsiteY48" fmla="*/ 315286 h 955271"/>
              <a:gd name="connsiteX49" fmla="*/ 3195264 w 5741575"/>
              <a:gd name="connsiteY49" fmla="*/ 293158 h 955271"/>
              <a:gd name="connsiteX50" fmla="*/ 3373785 w 5741575"/>
              <a:gd name="connsiteY50" fmla="*/ 255680 h 955271"/>
              <a:gd name="connsiteX51" fmla="*/ 3493851 w 5741575"/>
              <a:gd name="connsiteY51" fmla="*/ 240255 h 955271"/>
              <a:gd name="connsiteX52" fmla="*/ 3537470 w 5741575"/>
              <a:gd name="connsiteY52" fmla="*/ 241867 h 955271"/>
              <a:gd name="connsiteX53" fmla="*/ 3610489 w 5741575"/>
              <a:gd name="connsiteY53" fmla="*/ 244128 h 955271"/>
              <a:gd name="connsiteX54" fmla="*/ 3667539 w 5741575"/>
              <a:gd name="connsiteY54" fmla="*/ 263271 h 955271"/>
              <a:gd name="connsiteX55" fmla="*/ 3727614 w 5741575"/>
              <a:gd name="connsiteY55" fmla="*/ 258245 h 955271"/>
              <a:gd name="connsiteX56" fmla="*/ 3738369 w 5741575"/>
              <a:gd name="connsiteY56" fmla="*/ 234506 h 955271"/>
              <a:gd name="connsiteX57" fmla="*/ 3803670 w 5741575"/>
              <a:gd name="connsiteY57" fmla="*/ 236457 h 955271"/>
              <a:gd name="connsiteX58" fmla="*/ 3903080 w 5741575"/>
              <a:gd name="connsiteY58" fmla="*/ 241890 h 955271"/>
              <a:gd name="connsiteX59" fmla="*/ 4114838 w 5741575"/>
              <a:gd name="connsiteY59" fmla="*/ 238165 h 955271"/>
              <a:gd name="connsiteX60" fmla="*/ 4271023 w 5741575"/>
              <a:gd name="connsiteY60" fmla="*/ 241959 h 955271"/>
              <a:gd name="connsiteX61" fmla="*/ 4367397 w 5741575"/>
              <a:gd name="connsiteY61" fmla="*/ 271442 h 955271"/>
              <a:gd name="connsiteX62" fmla="*/ 4495366 w 5741575"/>
              <a:gd name="connsiteY62" fmla="*/ 271618 h 955271"/>
              <a:gd name="connsiteX63" fmla="*/ 4517347 w 5741575"/>
              <a:gd name="connsiteY63" fmla="*/ 275639 h 955271"/>
              <a:gd name="connsiteX64" fmla="*/ 4546116 w 5741575"/>
              <a:gd name="connsiteY64" fmla="*/ 268568 h 955271"/>
              <a:gd name="connsiteX65" fmla="*/ 4661259 w 5741575"/>
              <a:gd name="connsiteY65" fmla="*/ 238966 h 955271"/>
              <a:gd name="connsiteX66" fmla="*/ 4750403 w 5741575"/>
              <a:gd name="connsiteY66" fmla="*/ 204364 h 955271"/>
              <a:gd name="connsiteX67" fmla="*/ 4867614 w 5741575"/>
              <a:gd name="connsiteY67" fmla="*/ 208668 h 955271"/>
              <a:gd name="connsiteX68" fmla="*/ 4937036 w 5741575"/>
              <a:gd name="connsiteY68" fmla="*/ 195446 h 955271"/>
              <a:gd name="connsiteX69" fmla="*/ 5067740 w 5741575"/>
              <a:gd name="connsiteY69" fmla="*/ 172293 h 955271"/>
              <a:gd name="connsiteX70" fmla="*/ 5200247 w 5741575"/>
              <a:gd name="connsiteY70" fmla="*/ 142695 h 955271"/>
              <a:gd name="connsiteX71" fmla="*/ 5276878 w 5741575"/>
              <a:gd name="connsiteY71" fmla="*/ 125833 h 955271"/>
              <a:gd name="connsiteX72" fmla="*/ 5373216 w 5741575"/>
              <a:gd name="connsiteY72" fmla="*/ 102777 h 955271"/>
              <a:gd name="connsiteX73" fmla="*/ 5482354 w 5741575"/>
              <a:gd name="connsiteY73" fmla="*/ 69470 h 955271"/>
              <a:gd name="connsiteX74" fmla="*/ 5583280 w 5741575"/>
              <a:gd name="connsiteY74" fmla="*/ 49787 h 955271"/>
              <a:gd name="connsiteX75" fmla="*/ 5613766 w 5741575"/>
              <a:gd name="connsiteY75" fmla="*/ 41855 h 955271"/>
              <a:gd name="connsiteX76" fmla="*/ 5684952 w 5741575"/>
              <a:gd name="connsiteY76" fmla="*/ 26088 h 955271"/>
              <a:gd name="connsiteX77" fmla="*/ 5741575 w 5741575"/>
              <a:gd name="connsiteY77" fmla="*/ 0 h 955271"/>
              <a:gd name="connsiteX0" fmla="*/ 5741575 w 5741575"/>
              <a:gd name="connsiteY0" fmla="*/ 0 h 955271"/>
              <a:gd name="connsiteX1" fmla="*/ 5741575 w 5741575"/>
              <a:gd name="connsiteY1" fmla="*/ 955271 h 955271"/>
              <a:gd name="connsiteX2" fmla="*/ 0 w 5741575"/>
              <a:gd name="connsiteY2" fmla="*/ 955271 h 955271"/>
              <a:gd name="connsiteX3" fmla="*/ 8558 w 5741575"/>
              <a:gd name="connsiteY3" fmla="*/ 953971 h 955271"/>
              <a:gd name="connsiteX4" fmla="*/ 16894 w 5741575"/>
              <a:gd name="connsiteY4" fmla="*/ 953847 h 955271"/>
              <a:gd name="connsiteX5" fmla="*/ 28156 w 5741575"/>
              <a:gd name="connsiteY5" fmla="*/ 951374 h 955271"/>
              <a:gd name="connsiteX6" fmla="*/ 28293 w 5741575"/>
              <a:gd name="connsiteY6" fmla="*/ 950971 h 955271"/>
              <a:gd name="connsiteX7" fmla="*/ 59229 w 5741575"/>
              <a:gd name="connsiteY7" fmla="*/ 903950 h 955271"/>
              <a:gd name="connsiteX8" fmla="*/ 148657 w 5741575"/>
              <a:gd name="connsiteY8" fmla="*/ 898134 h 955271"/>
              <a:gd name="connsiteX9" fmla="*/ 174554 w 5741575"/>
              <a:gd name="connsiteY9" fmla="*/ 886351 h 955271"/>
              <a:gd name="connsiteX10" fmla="*/ 187633 w 5741575"/>
              <a:gd name="connsiteY10" fmla="*/ 878226 h 955271"/>
              <a:gd name="connsiteX11" fmla="*/ 187961 w 5741575"/>
              <a:gd name="connsiteY11" fmla="*/ 876538 h 955271"/>
              <a:gd name="connsiteX12" fmla="*/ 240501 w 5741575"/>
              <a:gd name="connsiteY12" fmla="*/ 873150 h 955271"/>
              <a:gd name="connsiteX13" fmla="*/ 246345 w 5741575"/>
              <a:gd name="connsiteY13" fmla="*/ 869942 h 955271"/>
              <a:gd name="connsiteX14" fmla="*/ 306299 w 5741575"/>
              <a:gd name="connsiteY14" fmla="*/ 873609 h 955271"/>
              <a:gd name="connsiteX15" fmla="*/ 331571 w 5741575"/>
              <a:gd name="connsiteY15" fmla="*/ 869866 h 955271"/>
              <a:gd name="connsiteX16" fmla="*/ 384157 w 5741575"/>
              <a:gd name="connsiteY16" fmla="*/ 867971 h 955271"/>
              <a:gd name="connsiteX17" fmla="*/ 477637 w 5741575"/>
              <a:gd name="connsiteY17" fmla="*/ 870334 h 955271"/>
              <a:gd name="connsiteX18" fmla="*/ 570239 w 5741575"/>
              <a:gd name="connsiteY18" fmla="*/ 829596 h 955271"/>
              <a:gd name="connsiteX19" fmla="*/ 772070 w 5741575"/>
              <a:gd name="connsiteY19" fmla="*/ 820296 h 955271"/>
              <a:gd name="connsiteX20" fmla="*/ 948872 w 5741575"/>
              <a:gd name="connsiteY20" fmla="*/ 772201 h 955271"/>
              <a:gd name="connsiteX21" fmla="*/ 1127089 w 5741575"/>
              <a:gd name="connsiteY21" fmla="*/ 746926 h 955271"/>
              <a:gd name="connsiteX22" fmla="*/ 1226314 w 5741575"/>
              <a:gd name="connsiteY22" fmla="*/ 722473 h 955271"/>
              <a:gd name="connsiteX23" fmla="*/ 1278773 w 5741575"/>
              <a:gd name="connsiteY23" fmla="*/ 711503 h 955271"/>
              <a:gd name="connsiteX24" fmla="*/ 1317691 w 5741575"/>
              <a:gd name="connsiteY24" fmla="*/ 708529 h 955271"/>
              <a:gd name="connsiteX25" fmla="*/ 1360404 w 5741575"/>
              <a:gd name="connsiteY25" fmla="*/ 675922 h 955271"/>
              <a:gd name="connsiteX26" fmla="*/ 1412292 w 5741575"/>
              <a:gd name="connsiteY26" fmla="*/ 670793 h 955271"/>
              <a:gd name="connsiteX27" fmla="*/ 1494753 w 5741575"/>
              <a:gd name="connsiteY27" fmla="*/ 644686 h 955271"/>
              <a:gd name="connsiteX28" fmla="*/ 1616217 w 5741575"/>
              <a:gd name="connsiteY28" fmla="*/ 622107 h 955271"/>
              <a:gd name="connsiteX29" fmla="*/ 1710928 w 5741575"/>
              <a:gd name="connsiteY29" fmla="*/ 600666 h 955271"/>
              <a:gd name="connsiteX30" fmla="*/ 1743718 w 5741575"/>
              <a:gd name="connsiteY30" fmla="*/ 584327 h 955271"/>
              <a:gd name="connsiteX31" fmla="*/ 1873778 w 5741575"/>
              <a:gd name="connsiteY31" fmla="*/ 530130 h 955271"/>
              <a:gd name="connsiteX32" fmla="*/ 1988411 w 5741575"/>
              <a:gd name="connsiteY32" fmla="*/ 491599 h 955271"/>
              <a:gd name="connsiteX33" fmla="*/ 2085507 w 5741575"/>
              <a:gd name="connsiteY33" fmla="*/ 498527 h 955271"/>
              <a:gd name="connsiteX34" fmla="*/ 2090767 w 5741575"/>
              <a:gd name="connsiteY34" fmla="*/ 490616 h 955271"/>
              <a:gd name="connsiteX35" fmla="*/ 2151143 w 5741575"/>
              <a:gd name="connsiteY35" fmla="*/ 478332 h 955271"/>
              <a:gd name="connsiteX36" fmla="*/ 2378710 w 5741575"/>
              <a:gd name="connsiteY36" fmla="*/ 477570 h 955271"/>
              <a:gd name="connsiteX37" fmla="*/ 2496256 w 5741575"/>
              <a:gd name="connsiteY37" fmla="*/ 452396 h 955271"/>
              <a:gd name="connsiteX38" fmla="*/ 2535387 w 5741575"/>
              <a:gd name="connsiteY38" fmla="*/ 436645 h 955271"/>
              <a:gd name="connsiteX39" fmla="*/ 2601109 w 5741575"/>
              <a:gd name="connsiteY39" fmla="*/ 410678 h 955271"/>
              <a:gd name="connsiteX40" fmla="*/ 2643855 w 5741575"/>
              <a:gd name="connsiteY40" fmla="*/ 374482 h 955271"/>
              <a:gd name="connsiteX41" fmla="*/ 2657726 w 5741575"/>
              <a:gd name="connsiteY41" fmla="*/ 365841 h 955271"/>
              <a:gd name="connsiteX42" fmla="*/ 2717296 w 5741575"/>
              <a:gd name="connsiteY42" fmla="*/ 362282 h 955271"/>
              <a:gd name="connsiteX43" fmla="*/ 2777227 w 5741575"/>
              <a:gd name="connsiteY43" fmla="*/ 368972 h 955271"/>
              <a:gd name="connsiteX44" fmla="*/ 2824768 w 5741575"/>
              <a:gd name="connsiteY44" fmla="*/ 361652 h 955271"/>
              <a:gd name="connsiteX45" fmla="*/ 2885545 w 5741575"/>
              <a:gd name="connsiteY45" fmla="*/ 372818 h 955271"/>
              <a:gd name="connsiteX46" fmla="*/ 3009558 w 5741575"/>
              <a:gd name="connsiteY46" fmla="*/ 370573 h 955271"/>
              <a:gd name="connsiteX47" fmla="*/ 3095010 w 5741575"/>
              <a:gd name="connsiteY47" fmla="*/ 332454 h 955271"/>
              <a:gd name="connsiteX48" fmla="*/ 3148998 w 5741575"/>
              <a:gd name="connsiteY48" fmla="*/ 315286 h 955271"/>
              <a:gd name="connsiteX49" fmla="*/ 3195264 w 5741575"/>
              <a:gd name="connsiteY49" fmla="*/ 293158 h 955271"/>
              <a:gd name="connsiteX50" fmla="*/ 3373785 w 5741575"/>
              <a:gd name="connsiteY50" fmla="*/ 255680 h 955271"/>
              <a:gd name="connsiteX51" fmla="*/ 3493851 w 5741575"/>
              <a:gd name="connsiteY51" fmla="*/ 240255 h 955271"/>
              <a:gd name="connsiteX52" fmla="*/ 3537470 w 5741575"/>
              <a:gd name="connsiteY52" fmla="*/ 241867 h 955271"/>
              <a:gd name="connsiteX53" fmla="*/ 3610489 w 5741575"/>
              <a:gd name="connsiteY53" fmla="*/ 244128 h 955271"/>
              <a:gd name="connsiteX54" fmla="*/ 3667539 w 5741575"/>
              <a:gd name="connsiteY54" fmla="*/ 263271 h 955271"/>
              <a:gd name="connsiteX55" fmla="*/ 3727614 w 5741575"/>
              <a:gd name="connsiteY55" fmla="*/ 258245 h 955271"/>
              <a:gd name="connsiteX56" fmla="*/ 3738369 w 5741575"/>
              <a:gd name="connsiteY56" fmla="*/ 234506 h 955271"/>
              <a:gd name="connsiteX57" fmla="*/ 3803670 w 5741575"/>
              <a:gd name="connsiteY57" fmla="*/ 236457 h 955271"/>
              <a:gd name="connsiteX58" fmla="*/ 3903080 w 5741575"/>
              <a:gd name="connsiteY58" fmla="*/ 241890 h 955271"/>
              <a:gd name="connsiteX59" fmla="*/ 4114838 w 5741575"/>
              <a:gd name="connsiteY59" fmla="*/ 238165 h 955271"/>
              <a:gd name="connsiteX60" fmla="*/ 4271023 w 5741575"/>
              <a:gd name="connsiteY60" fmla="*/ 241959 h 955271"/>
              <a:gd name="connsiteX61" fmla="*/ 4367397 w 5741575"/>
              <a:gd name="connsiteY61" fmla="*/ 271442 h 955271"/>
              <a:gd name="connsiteX62" fmla="*/ 4495366 w 5741575"/>
              <a:gd name="connsiteY62" fmla="*/ 271618 h 955271"/>
              <a:gd name="connsiteX63" fmla="*/ 4517347 w 5741575"/>
              <a:gd name="connsiteY63" fmla="*/ 275639 h 955271"/>
              <a:gd name="connsiteX64" fmla="*/ 4546116 w 5741575"/>
              <a:gd name="connsiteY64" fmla="*/ 268568 h 955271"/>
              <a:gd name="connsiteX65" fmla="*/ 4661259 w 5741575"/>
              <a:gd name="connsiteY65" fmla="*/ 238966 h 955271"/>
              <a:gd name="connsiteX66" fmla="*/ 4750403 w 5741575"/>
              <a:gd name="connsiteY66" fmla="*/ 204364 h 955271"/>
              <a:gd name="connsiteX67" fmla="*/ 4867614 w 5741575"/>
              <a:gd name="connsiteY67" fmla="*/ 208668 h 955271"/>
              <a:gd name="connsiteX68" fmla="*/ 4937036 w 5741575"/>
              <a:gd name="connsiteY68" fmla="*/ 195446 h 955271"/>
              <a:gd name="connsiteX69" fmla="*/ 5067740 w 5741575"/>
              <a:gd name="connsiteY69" fmla="*/ 172293 h 955271"/>
              <a:gd name="connsiteX70" fmla="*/ 5200247 w 5741575"/>
              <a:gd name="connsiteY70" fmla="*/ 142695 h 955271"/>
              <a:gd name="connsiteX71" fmla="*/ 5276878 w 5741575"/>
              <a:gd name="connsiteY71" fmla="*/ 125833 h 955271"/>
              <a:gd name="connsiteX72" fmla="*/ 5373216 w 5741575"/>
              <a:gd name="connsiteY72" fmla="*/ 111851 h 955271"/>
              <a:gd name="connsiteX73" fmla="*/ 5482354 w 5741575"/>
              <a:gd name="connsiteY73" fmla="*/ 69470 h 955271"/>
              <a:gd name="connsiteX74" fmla="*/ 5583280 w 5741575"/>
              <a:gd name="connsiteY74" fmla="*/ 49787 h 955271"/>
              <a:gd name="connsiteX75" fmla="*/ 5613766 w 5741575"/>
              <a:gd name="connsiteY75" fmla="*/ 41855 h 955271"/>
              <a:gd name="connsiteX76" fmla="*/ 5684952 w 5741575"/>
              <a:gd name="connsiteY76" fmla="*/ 26088 h 955271"/>
              <a:gd name="connsiteX77" fmla="*/ 5741575 w 5741575"/>
              <a:gd name="connsiteY77" fmla="*/ 0 h 955271"/>
              <a:gd name="connsiteX0" fmla="*/ 5741575 w 5741575"/>
              <a:gd name="connsiteY0" fmla="*/ 0 h 955271"/>
              <a:gd name="connsiteX1" fmla="*/ 5741575 w 5741575"/>
              <a:gd name="connsiteY1" fmla="*/ 955271 h 955271"/>
              <a:gd name="connsiteX2" fmla="*/ 0 w 5741575"/>
              <a:gd name="connsiteY2" fmla="*/ 955271 h 955271"/>
              <a:gd name="connsiteX3" fmla="*/ 8558 w 5741575"/>
              <a:gd name="connsiteY3" fmla="*/ 953971 h 955271"/>
              <a:gd name="connsiteX4" fmla="*/ 16894 w 5741575"/>
              <a:gd name="connsiteY4" fmla="*/ 953847 h 955271"/>
              <a:gd name="connsiteX5" fmla="*/ 28156 w 5741575"/>
              <a:gd name="connsiteY5" fmla="*/ 951374 h 955271"/>
              <a:gd name="connsiteX6" fmla="*/ 28293 w 5741575"/>
              <a:gd name="connsiteY6" fmla="*/ 950971 h 955271"/>
              <a:gd name="connsiteX7" fmla="*/ 59229 w 5741575"/>
              <a:gd name="connsiteY7" fmla="*/ 903950 h 955271"/>
              <a:gd name="connsiteX8" fmla="*/ 148657 w 5741575"/>
              <a:gd name="connsiteY8" fmla="*/ 898134 h 955271"/>
              <a:gd name="connsiteX9" fmla="*/ 174554 w 5741575"/>
              <a:gd name="connsiteY9" fmla="*/ 886351 h 955271"/>
              <a:gd name="connsiteX10" fmla="*/ 187633 w 5741575"/>
              <a:gd name="connsiteY10" fmla="*/ 878226 h 955271"/>
              <a:gd name="connsiteX11" fmla="*/ 187961 w 5741575"/>
              <a:gd name="connsiteY11" fmla="*/ 876538 h 955271"/>
              <a:gd name="connsiteX12" fmla="*/ 240501 w 5741575"/>
              <a:gd name="connsiteY12" fmla="*/ 873150 h 955271"/>
              <a:gd name="connsiteX13" fmla="*/ 246345 w 5741575"/>
              <a:gd name="connsiteY13" fmla="*/ 869942 h 955271"/>
              <a:gd name="connsiteX14" fmla="*/ 306299 w 5741575"/>
              <a:gd name="connsiteY14" fmla="*/ 873609 h 955271"/>
              <a:gd name="connsiteX15" fmla="*/ 331571 w 5741575"/>
              <a:gd name="connsiteY15" fmla="*/ 869866 h 955271"/>
              <a:gd name="connsiteX16" fmla="*/ 384157 w 5741575"/>
              <a:gd name="connsiteY16" fmla="*/ 867971 h 955271"/>
              <a:gd name="connsiteX17" fmla="*/ 477637 w 5741575"/>
              <a:gd name="connsiteY17" fmla="*/ 870334 h 955271"/>
              <a:gd name="connsiteX18" fmla="*/ 570239 w 5741575"/>
              <a:gd name="connsiteY18" fmla="*/ 829596 h 955271"/>
              <a:gd name="connsiteX19" fmla="*/ 772070 w 5741575"/>
              <a:gd name="connsiteY19" fmla="*/ 820296 h 955271"/>
              <a:gd name="connsiteX20" fmla="*/ 948872 w 5741575"/>
              <a:gd name="connsiteY20" fmla="*/ 772201 h 955271"/>
              <a:gd name="connsiteX21" fmla="*/ 1127089 w 5741575"/>
              <a:gd name="connsiteY21" fmla="*/ 746926 h 955271"/>
              <a:gd name="connsiteX22" fmla="*/ 1226314 w 5741575"/>
              <a:gd name="connsiteY22" fmla="*/ 722473 h 955271"/>
              <a:gd name="connsiteX23" fmla="*/ 1278773 w 5741575"/>
              <a:gd name="connsiteY23" fmla="*/ 711503 h 955271"/>
              <a:gd name="connsiteX24" fmla="*/ 1317691 w 5741575"/>
              <a:gd name="connsiteY24" fmla="*/ 708529 h 955271"/>
              <a:gd name="connsiteX25" fmla="*/ 1360404 w 5741575"/>
              <a:gd name="connsiteY25" fmla="*/ 675922 h 955271"/>
              <a:gd name="connsiteX26" fmla="*/ 1412292 w 5741575"/>
              <a:gd name="connsiteY26" fmla="*/ 670793 h 955271"/>
              <a:gd name="connsiteX27" fmla="*/ 1494753 w 5741575"/>
              <a:gd name="connsiteY27" fmla="*/ 644686 h 955271"/>
              <a:gd name="connsiteX28" fmla="*/ 1616217 w 5741575"/>
              <a:gd name="connsiteY28" fmla="*/ 622107 h 955271"/>
              <a:gd name="connsiteX29" fmla="*/ 1710928 w 5741575"/>
              <a:gd name="connsiteY29" fmla="*/ 600666 h 955271"/>
              <a:gd name="connsiteX30" fmla="*/ 1743718 w 5741575"/>
              <a:gd name="connsiteY30" fmla="*/ 584327 h 955271"/>
              <a:gd name="connsiteX31" fmla="*/ 1873778 w 5741575"/>
              <a:gd name="connsiteY31" fmla="*/ 530130 h 955271"/>
              <a:gd name="connsiteX32" fmla="*/ 1988411 w 5741575"/>
              <a:gd name="connsiteY32" fmla="*/ 491599 h 955271"/>
              <a:gd name="connsiteX33" fmla="*/ 2085507 w 5741575"/>
              <a:gd name="connsiteY33" fmla="*/ 498527 h 955271"/>
              <a:gd name="connsiteX34" fmla="*/ 2090767 w 5741575"/>
              <a:gd name="connsiteY34" fmla="*/ 490616 h 955271"/>
              <a:gd name="connsiteX35" fmla="*/ 2151143 w 5741575"/>
              <a:gd name="connsiteY35" fmla="*/ 478332 h 955271"/>
              <a:gd name="connsiteX36" fmla="*/ 2378710 w 5741575"/>
              <a:gd name="connsiteY36" fmla="*/ 477570 h 955271"/>
              <a:gd name="connsiteX37" fmla="*/ 2496256 w 5741575"/>
              <a:gd name="connsiteY37" fmla="*/ 452396 h 955271"/>
              <a:gd name="connsiteX38" fmla="*/ 2535387 w 5741575"/>
              <a:gd name="connsiteY38" fmla="*/ 436645 h 955271"/>
              <a:gd name="connsiteX39" fmla="*/ 2601109 w 5741575"/>
              <a:gd name="connsiteY39" fmla="*/ 410678 h 955271"/>
              <a:gd name="connsiteX40" fmla="*/ 2643855 w 5741575"/>
              <a:gd name="connsiteY40" fmla="*/ 374482 h 955271"/>
              <a:gd name="connsiteX41" fmla="*/ 2657726 w 5741575"/>
              <a:gd name="connsiteY41" fmla="*/ 365841 h 955271"/>
              <a:gd name="connsiteX42" fmla="*/ 2717296 w 5741575"/>
              <a:gd name="connsiteY42" fmla="*/ 362282 h 955271"/>
              <a:gd name="connsiteX43" fmla="*/ 2777227 w 5741575"/>
              <a:gd name="connsiteY43" fmla="*/ 368972 h 955271"/>
              <a:gd name="connsiteX44" fmla="*/ 2824768 w 5741575"/>
              <a:gd name="connsiteY44" fmla="*/ 361652 h 955271"/>
              <a:gd name="connsiteX45" fmla="*/ 2885545 w 5741575"/>
              <a:gd name="connsiteY45" fmla="*/ 372818 h 955271"/>
              <a:gd name="connsiteX46" fmla="*/ 3009558 w 5741575"/>
              <a:gd name="connsiteY46" fmla="*/ 370573 h 955271"/>
              <a:gd name="connsiteX47" fmla="*/ 3095010 w 5741575"/>
              <a:gd name="connsiteY47" fmla="*/ 332454 h 955271"/>
              <a:gd name="connsiteX48" fmla="*/ 3148998 w 5741575"/>
              <a:gd name="connsiteY48" fmla="*/ 315286 h 955271"/>
              <a:gd name="connsiteX49" fmla="*/ 3195264 w 5741575"/>
              <a:gd name="connsiteY49" fmla="*/ 293158 h 955271"/>
              <a:gd name="connsiteX50" fmla="*/ 3373785 w 5741575"/>
              <a:gd name="connsiteY50" fmla="*/ 255680 h 955271"/>
              <a:gd name="connsiteX51" fmla="*/ 3493851 w 5741575"/>
              <a:gd name="connsiteY51" fmla="*/ 240255 h 955271"/>
              <a:gd name="connsiteX52" fmla="*/ 3537470 w 5741575"/>
              <a:gd name="connsiteY52" fmla="*/ 241867 h 955271"/>
              <a:gd name="connsiteX53" fmla="*/ 3610489 w 5741575"/>
              <a:gd name="connsiteY53" fmla="*/ 244128 h 955271"/>
              <a:gd name="connsiteX54" fmla="*/ 3667539 w 5741575"/>
              <a:gd name="connsiteY54" fmla="*/ 263271 h 955271"/>
              <a:gd name="connsiteX55" fmla="*/ 3727614 w 5741575"/>
              <a:gd name="connsiteY55" fmla="*/ 258245 h 955271"/>
              <a:gd name="connsiteX56" fmla="*/ 3738369 w 5741575"/>
              <a:gd name="connsiteY56" fmla="*/ 234506 h 955271"/>
              <a:gd name="connsiteX57" fmla="*/ 3803670 w 5741575"/>
              <a:gd name="connsiteY57" fmla="*/ 236457 h 955271"/>
              <a:gd name="connsiteX58" fmla="*/ 3903080 w 5741575"/>
              <a:gd name="connsiteY58" fmla="*/ 241890 h 955271"/>
              <a:gd name="connsiteX59" fmla="*/ 4114838 w 5741575"/>
              <a:gd name="connsiteY59" fmla="*/ 238165 h 955271"/>
              <a:gd name="connsiteX60" fmla="*/ 4271023 w 5741575"/>
              <a:gd name="connsiteY60" fmla="*/ 241959 h 955271"/>
              <a:gd name="connsiteX61" fmla="*/ 4367397 w 5741575"/>
              <a:gd name="connsiteY61" fmla="*/ 271442 h 955271"/>
              <a:gd name="connsiteX62" fmla="*/ 4495366 w 5741575"/>
              <a:gd name="connsiteY62" fmla="*/ 271618 h 955271"/>
              <a:gd name="connsiteX63" fmla="*/ 4517347 w 5741575"/>
              <a:gd name="connsiteY63" fmla="*/ 275639 h 955271"/>
              <a:gd name="connsiteX64" fmla="*/ 4546116 w 5741575"/>
              <a:gd name="connsiteY64" fmla="*/ 268568 h 955271"/>
              <a:gd name="connsiteX65" fmla="*/ 4661259 w 5741575"/>
              <a:gd name="connsiteY65" fmla="*/ 238966 h 955271"/>
              <a:gd name="connsiteX66" fmla="*/ 4750403 w 5741575"/>
              <a:gd name="connsiteY66" fmla="*/ 204364 h 955271"/>
              <a:gd name="connsiteX67" fmla="*/ 4867614 w 5741575"/>
              <a:gd name="connsiteY67" fmla="*/ 208668 h 955271"/>
              <a:gd name="connsiteX68" fmla="*/ 4937036 w 5741575"/>
              <a:gd name="connsiteY68" fmla="*/ 195446 h 955271"/>
              <a:gd name="connsiteX69" fmla="*/ 5067740 w 5741575"/>
              <a:gd name="connsiteY69" fmla="*/ 172293 h 955271"/>
              <a:gd name="connsiteX70" fmla="*/ 5200247 w 5741575"/>
              <a:gd name="connsiteY70" fmla="*/ 142695 h 955271"/>
              <a:gd name="connsiteX71" fmla="*/ 5276878 w 5741575"/>
              <a:gd name="connsiteY71" fmla="*/ 125833 h 955271"/>
              <a:gd name="connsiteX72" fmla="*/ 5373216 w 5741575"/>
              <a:gd name="connsiteY72" fmla="*/ 111851 h 955271"/>
              <a:gd name="connsiteX73" fmla="*/ 5482354 w 5741575"/>
              <a:gd name="connsiteY73" fmla="*/ 69470 h 955271"/>
              <a:gd name="connsiteX74" fmla="*/ 5583280 w 5741575"/>
              <a:gd name="connsiteY74" fmla="*/ 49787 h 955271"/>
              <a:gd name="connsiteX75" fmla="*/ 5613766 w 5741575"/>
              <a:gd name="connsiteY75" fmla="*/ 41855 h 955271"/>
              <a:gd name="connsiteX76" fmla="*/ 5684952 w 5741575"/>
              <a:gd name="connsiteY76" fmla="*/ 26088 h 955271"/>
              <a:gd name="connsiteX77" fmla="*/ 5741575 w 5741575"/>
              <a:gd name="connsiteY77" fmla="*/ 0 h 9552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Lst>
            <a:rect l="l" t="t" r="r" b="b"/>
            <a:pathLst>
              <a:path w="5741575" h="955271">
                <a:moveTo>
                  <a:pt x="5741575" y="0"/>
                </a:moveTo>
                <a:lnTo>
                  <a:pt x="5741575" y="955271"/>
                </a:lnTo>
                <a:lnTo>
                  <a:pt x="0" y="955271"/>
                </a:lnTo>
                <a:lnTo>
                  <a:pt x="8558" y="953971"/>
                </a:lnTo>
                <a:lnTo>
                  <a:pt x="16894" y="953847"/>
                </a:lnTo>
                <a:cubicBezTo>
                  <a:pt x="22474" y="953361"/>
                  <a:pt x="25973" y="952524"/>
                  <a:pt x="28156" y="951374"/>
                </a:cubicBezTo>
                <a:cubicBezTo>
                  <a:pt x="28201" y="951240"/>
                  <a:pt x="28247" y="951105"/>
                  <a:pt x="28293" y="950971"/>
                </a:cubicBezTo>
                <a:lnTo>
                  <a:pt x="59229" y="903950"/>
                </a:lnTo>
                <a:cubicBezTo>
                  <a:pt x="79290" y="895144"/>
                  <a:pt x="126084" y="908630"/>
                  <a:pt x="148657" y="898134"/>
                </a:cubicBezTo>
                <a:cubicBezTo>
                  <a:pt x="172173" y="896348"/>
                  <a:pt x="191809" y="908449"/>
                  <a:pt x="174554" y="886351"/>
                </a:cubicBezTo>
                <a:cubicBezTo>
                  <a:pt x="182014" y="885083"/>
                  <a:pt x="185699" y="882087"/>
                  <a:pt x="187633" y="878226"/>
                </a:cubicBezTo>
                <a:cubicBezTo>
                  <a:pt x="187742" y="877663"/>
                  <a:pt x="187852" y="877101"/>
                  <a:pt x="187961" y="876538"/>
                </a:cubicBezTo>
                <a:lnTo>
                  <a:pt x="240501" y="873150"/>
                </a:lnTo>
                <a:lnTo>
                  <a:pt x="246345" y="869942"/>
                </a:lnTo>
                <a:lnTo>
                  <a:pt x="306299" y="873609"/>
                </a:lnTo>
                <a:cubicBezTo>
                  <a:pt x="312531" y="875279"/>
                  <a:pt x="320316" y="874896"/>
                  <a:pt x="331571" y="869866"/>
                </a:cubicBezTo>
                <a:lnTo>
                  <a:pt x="384157" y="867971"/>
                </a:lnTo>
                <a:lnTo>
                  <a:pt x="477637" y="870334"/>
                </a:lnTo>
                <a:cubicBezTo>
                  <a:pt x="485456" y="872042"/>
                  <a:pt x="563433" y="825458"/>
                  <a:pt x="570239" y="829596"/>
                </a:cubicBezTo>
                <a:cubicBezTo>
                  <a:pt x="641939" y="824282"/>
                  <a:pt x="685473" y="832029"/>
                  <a:pt x="772070" y="820296"/>
                </a:cubicBezTo>
                <a:cubicBezTo>
                  <a:pt x="833120" y="817018"/>
                  <a:pt x="871984" y="794388"/>
                  <a:pt x="948872" y="772201"/>
                </a:cubicBezTo>
                <a:cubicBezTo>
                  <a:pt x="1011630" y="801590"/>
                  <a:pt x="1039188" y="762914"/>
                  <a:pt x="1127089" y="746926"/>
                </a:cubicBezTo>
                <a:cubicBezTo>
                  <a:pt x="1186739" y="737882"/>
                  <a:pt x="1185110" y="732158"/>
                  <a:pt x="1226314" y="722473"/>
                </a:cubicBezTo>
                <a:cubicBezTo>
                  <a:pt x="1234331" y="718091"/>
                  <a:pt x="1271693" y="717214"/>
                  <a:pt x="1278773" y="711503"/>
                </a:cubicBezTo>
                <a:lnTo>
                  <a:pt x="1317691" y="708529"/>
                </a:lnTo>
                <a:lnTo>
                  <a:pt x="1360404" y="675922"/>
                </a:lnTo>
                <a:lnTo>
                  <a:pt x="1412292" y="670793"/>
                </a:lnTo>
                <a:lnTo>
                  <a:pt x="1494753" y="644686"/>
                </a:lnTo>
                <a:cubicBezTo>
                  <a:pt x="1542884" y="655944"/>
                  <a:pt x="1556151" y="606226"/>
                  <a:pt x="1616217" y="622107"/>
                </a:cubicBezTo>
                <a:cubicBezTo>
                  <a:pt x="1637755" y="624837"/>
                  <a:pt x="1701030" y="614257"/>
                  <a:pt x="1710928" y="600666"/>
                </a:cubicBezTo>
                <a:cubicBezTo>
                  <a:pt x="1723693" y="596072"/>
                  <a:pt x="1739861" y="597834"/>
                  <a:pt x="1743718" y="584327"/>
                </a:cubicBezTo>
                <a:cubicBezTo>
                  <a:pt x="1770860" y="572571"/>
                  <a:pt x="1832996" y="545585"/>
                  <a:pt x="1873778" y="530130"/>
                </a:cubicBezTo>
                <a:cubicBezTo>
                  <a:pt x="1902425" y="541995"/>
                  <a:pt x="1929013" y="504913"/>
                  <a:pt x="1988411" y="491599"/>
                </a:cubicBezTo>
                <a:cubicBezTo>
                  <a:pt x="2020077" y="505546"/>
                  <a:pt x="2028363" y="482381"/>
                  <a:pt x="2085507" y="498527"/>
                </a:cubicBezTo>
                <a:cubicBezTo>
                  <a:pt x="2086719" y="495769"/>
                  <a:pt x="2088490" y="493104"/>
                  <a:pt x="2090767" y="490616"/>
                </a:cubicBezTo>
                <a:cubicBezTo>
                  <a:pt x="2103992" y="476161"/>
                  <a:pt x="2131025" y="470659"/>
                  <a:pt x="2151143" y="478332"/>
                </a:cubicBezTo>
                <a:cubicBezTo>
                  <a:pt x="2240088" y="497642"/>
                  <a:pt x="2310118" y="483043"/>
                  <a:pt x="2378710" y="477570"/>
                </a:cubicBezTo>
                <a:cubicBezTo>
                  <a:pt x="2454975" y="467585"/>
                  <a:pt x="2391576" y="437831"/>
                  <a:pt x="2496256" y="452396"/>
                </a:cubicBezTo>
                <a:cubicBezTo>
                  <a:pt x="2501503" y="436899"/>
                  <a:pt x="2513119" y="433980"/>
                  <a:pt x="2535387" y="436645"/>
                </a:cubicBezTo>
                <a:cubicBezTo>
                  <a:pt x="2572084" y="430778"/>
                  <a:pt x="2557124" y="397207"/>
                  <a:pt x="2601109" y="410678"/>
                </a:cubicBezTo>
                <a:cubicBezTo>
                  <a:pt x="2588000" y="393616"/>
                  <a:pt x="2667428" y="390302"/>
                  <a:pt x="2643855" y="374482"/>
                </a:cubicBezTo>
                <a:cubicBezTo>
                  <a:pt x="2648277" y="369169"/>
                  <a:pt x="2645486" y="367874"/>
                  <a:pt x="2657726" y="365841"/>
                </a:cubicBezTo>
                <a:cubicBezTo>
                  <a:pt x="2669966" y="363808"/>
                  <a:pt x="2707566" y="363569"/>
                  <a:pt x="2717296" y="362282"/>
                </a:cubicBezTo>
                <a:lnTo>
                  <a:pt x="2777227" y="368972"/>
                </a:lnTo>
                <a:lnTo>
                  <a:pt x="2824768" y="361652"/>
                </a:lnTo>
                <a:lnTo>
                  <a:pt x="2885545" y="372818"/>
                </a:lnTo>
                <a:cubicBezTo>
                  <a:pt x="2905895" y="352581"/>
                  <a:pt x="2948591" y="377825"/>
                  <a:pt x="3009558" y="370573"/>
                </a:cubicBezTo>
                <a:cubicBezTo>
                  <a:pt x="3031640" y="347442"/>
                  <a:pt x="3050695" y="365935"/>
                  <a:pt x="3095010" y="332454"/>
                </a:cubicBezTo>
                <a:cubicBezTo>
                  <a:pt x="3097485" y="334582"/>
                  <a:pt x="3132289" y="321835"/>
                  <a:pt x="3148998" y="315286"/>
                </a:cubicBezTo>
                <a:cubicBezTo>
                  <a:pt x="3165707" y="308737"/>
                  <a:pt x="3180646" y="306766"/>
                  <a:pt x="3195264" y="293158"/>
                </a:cubicBezTo>
                <a:cubicBezTo>
                  <a:pt x="3267122" y="246372"/>
                  <a:pt x="3308286" y="273118"/>
                  <a:pt x="3373785" y="255680"/>
                </a:cubicBezTo>
                <a:cubicBezTo>
                  <a:pt x="3448540" y="239861"/>
                  <a:pt x="3405238" y="287846"/>
                  <a:pt x="3493851" y="240255"/>
                </a:cubicBezTo>
                <a:cubicBezTo>
                  <a:pt x="3506326" y="252723"/>
                  <a:pt x="3518405" y="251593"/>
                  <a:pt x="3537470" y="241867"/>
                </a:cubicBezTo>
                <a:cubicBezTo>
                  <a:pt x="3573967" y="235226"/>
                  <a:pt x="3576893" y="270855"/>
                  <a:pt x="3610489" y="244128"/>
                </a:cubicBezTo>
                <a:cubicBezTo>
                  <a:pt x="3606935" y="264036"/>
                  <a:pt x="3681284" y="241075"/>
                  <a:pt x="3667539" y="263271"/>
                </a:cubicBezTo>
                <a:cubicBezTo>
                  <a:pt x="3694251" y="276940"/>
                  <a:pt x="3701441" y="246803"/>
                  <a:pt x="3727614" y="258245"/>
                </a:cubicBezTo>
                <a:cubicBezTo>
                  <a:pt x="3754952" y="257751"/>
                  <a:pt x="3708960" y="240314"/>
                  <a:pt x="3738369" y="234506"/>
                </a:cubicBezTo>
                <a:cubicBezTo>
                  <a:pt x="3774580" y="230879"/>
                  <a:pt x="3768868" y="196201"/>
                  <a:pt x="3803670" y="236457"/>
                </a:cubicBezTo>
                <a:cubicBezTo>
                  <a:pt x="3839567" y="220301"/>
                  <a:pt x="3850064" y="239151"/>
                  <a:pt x="3903080" y="241890"/>
                </a:cubicBezTo>
                <a:cubicBezTo>
                  <a:pt x="3954941" y="242175"/>
                  <a:pt x="4053514" y="238154"/>
                  <a:pt x="4114838" y="238165"/>
                </a:cubicBezTo>
                <a:cubicBezTo>
                  <a:pt x="4173784" y="217210"/>
                  <a:pt x="4209756" y="243378"/>
                  <a:pt x="4271023" y="241959"/>
                </a:cubicBezTo>
                <a:cubicBezTo>
                  <a:pt x="4326191" y="205535"/>
                  <a:pt x="4316856" y="279258"/>
                  <a:pt x="4367397" y="271442"/>
                </a:cubicBezTo>
                <a:cubicBezTo>
                  <a:pt x="4420874" y="271391"/>
                  <a:pt x="4369000" y="295343"/>
                  <a:pt x="4495366" y="271618"/>
                </a:cubicBezTo>
                <a:cubicBezTo>
                  <a:pt x="4501905" y="266287"/>
                  <a:pt x="4518077" y="269240"/>
                  <a:pt x="4517347" y="275639"/>
                </a:cubicBezTo>
                <a:cubicBezTo>
                  <a:pt x="4525170" y="272832"/>
                  <a:pt x="4542809" y="258800"/>
                  <a:pt x="4546116" y="268568"/>
                </a:cubicBezTo>
                <a:cubicBezTo>
                  <a:pt x="4586961" y="265354"/>
                  <a:pt x="4626617" y="255160"/>
                  <a:pt x="4661259" y="238966"/>
                </a:cubicBezTo>
                <a:cubicBezTo>
                  <a:pt x="4741966" y="247639"/>
                  <a:pt x="4693066" y="205693"/>
                  <a:pt x="4750403" y="204364"/>
                </a:cubicBezTo>
                <a:cubicBezTo>
                  <a:pt x="4798501" y="219113"/>
                  <a:pt x="4813319" y="201253"/>
                  <a:pt x="4867614" y="208668"/>
                </a:cubicBezTo>
                <a:cubicBezTo>
                  <a:pt x="4881621" y="174373"/>
                  <a:pt x="4917566" y="206761"/>
                  <a:pt x="4937036" y="195446"/>
                </a:cubicBezTo>
                <a:cubicBezTo>
                  <a:pt x="4974214" y="229763"/>
                  <a:pt x="5033435" y="175163"/>
                  <a:pt x="5067740" y="172293"/>
                </a:cubicBezTo>
                <a:cubicBezTo>
                  <a:pt x="5126160" y="173265"/>
                  <a:pt x="5172786" y="183138"/>
                  <a:pt x="5200247" y="142695"/>
                </a:cubicBezTo>
                <a:cubicBezTo>
                  <a:pt x="5240970" y="141002"/>
                  <a:pt x="5240507" y="134755"/>
                  <a:pt x="5276878" y="125833"/>
                </a:cubicBezTo>
                <a:cubicBezTo>
                  <a:pt x="5316470" y="106736"/>
                  <a:pt x="5327221" y="110178"/>
                  <a:pt x="5373216" y="111851"/>
                </a:cubicBezTo>
                <a:cubicBezTo>
                  <a:pt x="5382801" y="84741"/>
                  <a:pt x="5419294" y="93078"/>
                  <a:pt x="5482354" y="69470"/>
                </a:cubicBezTo>
                <a:cubicBezTo>
                  <a:pt x="5507119" y="85574"/>
                  <a:pt x="5545363" y="52240"/>
                  <a:pt x="5583280" y="49787"/>
                </a:cubicBezTo>
                <a:cubicBezTo>
                  <a:pt x="5589344" y="36484"/>
                  <a:pt x="5598103" y="36349"/>
                  <a:pt x="5613766" y="41855"/>
                </a:cubicBezTo>
                <a:cubicBezTo>
                  <a:pt x="5636621" y="41086"/>
                  <a:pt x="5660728" y="35034"/>
                  <a:pt x="5684952" y="26088"/>
                </a:cubicBezTo>
                <a:lnTo>
                  <a:pt x="5741575" y="0"/>
                </a:lnTo>
                <a:close/>
              </a:path>
            </a:pathLst>
          </a:custGeom>
          <a:solidFill>
            <a:srgbClr val="82766A">
              <a:alpha val="15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Content Placeholder 3">
            <a:extLst>
              <a:ext uri="{FF2B5EF4-FFF2-40B4-BE49-F238E27FC236}">
                <a16:creationId xmlns:a16="http://schemas.microsoft.com/office/drawing/2014/main" id="{5A2728AB-7C1B-1D41-4A12-5338C6FD0DA7}"/>
              </a:ext>
            </a:extLst>
          </p:cNvPr>
          <p:cNvSpPr>
            <a:spLocks noGrp="1"/>
          </p:cNvSpPr>
          <p:nvPr>
            <p:ph sz="half" idx="2"/>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37504" y="2382592"/>
            <a:ext cx="5772810" cy="3720095"/>
          </a:xfrm>
        </p:spPr>
        <p:txBody>
          <a:bodyPr>
            <a:noAutofit/>
          </a:bodyPr>
          <a:lstStyle/>
          <a:p>
            <a:pPr marL="0" indent="0">
              <a:spcBef>
                <a:spcPts val="2500"/>
              </a:spcBef>
              <a:buNone/>
            </a:pPr>
            <a:r>
              <a:rPr lang="en-US" sz="1800" b="1" dirty="0">
                <a:solidFill>
                  <a:schemeClr val="tx1">
                    <a:lumMod val="65000"/>
                    <a:lumOff val="35000"/>
                  </a:schemeClr>
                </a:solidFill>
              </a:rPr>
              <a:t>Identify and Prepare Leaders</a:t>
            </a:r>
          </a:p>
          <a:p>
            <a:pPr marL="0" lvl="1" indent="0">
              <a:buNone/>
            </a:pPr>
            <a:r>
              <a:rPr lang="en-US" sz="1600" dirty="0"/>
              <a:t>Help develop community champions to lead civic, business, and community positions.</a:t>
            </a:r>
          </a:p>
          <a:p>
            <a:pPr marL="0" indent="0">
              <a:spcBef>
                <a:spcPts val="2500"/>
              </a:spcBef>
              <a:buNone/>
            </a:pPr>
            <a:r>
              <a:rPr lang="en-US" sz="1800" b="1" dirty="0">
                <a:solidFill>
                  <a:schemeClr val="tx1">
                    <a:lumMod val="65000"/>
                    <a:lumOff val="35000"/>
                  </a:schemeClr>
                </a:solidFill>
              </a:rPr>
              <a:t>Practical Knowledge of Local Issues</a:t>
            </a:r>
          </a:p>
          <a:p>
            <a:pPr marL="0" lvl="1" indent="0">
              <a:buNone/>
            </a:pPr>
            <a:r>
              <a:rPr lang="en-US" sz="1600" dirty="0"/>
              <a:t>Gain practical, real-world knowledge of local issues.</a:t>
            </a:r>
          </a:p>
          <a:p>
            <a:pPr marL="0" indent="0">
              <a:spcBef>
                <a:spcPts val="2500"/>
              </a:spcBef>
              <a:buNone/>
            </a:pPr>
            <a:r>
              <a:rPr lang="en-US" sz="1800" b="1" dirty="0">
                <a:solidFill>
                  <a:schemeClr val="tx1">
                    <a:lumMod val="65000"/>
                    <a:lumOff val="35000"/>
                  </a:schemeClr>
                </a:solidFill>
              </a:rPr>
              <a:t>Network of Engaged Members</a:t>
            </a:r>
          </a:p>
          <a:p>
            <a:pPr marL="0" lvl="1" indent="0">
              <a:buNone/>
            </a:pPr>
            <a:r>
              <a:rPr lang="en-US" sz="1600" dirty="0"/>
              <a:t>Foster a network of informed and engaged leaders who collaborate and support each other.  Fewer silos.</a:t>
            </a:r>
          </a:p>
          <a:p>
            <a:pPr marL="0" indent="0">
              <a:spcBef>
                <a:spcPts val="2500"/>
              </a:spcBef>
              <a:buNone/>
            </a:pPr>
            <a:r>
              <a:rPr lang="en-US" sz="1800" b="1" dirty="0">
                <a:solidFill>
                  <a:schemeClr val="tx1">
                    <a:lumMod val="65000"/>
                    <a:lumOff val="35000"/>
                  </a:schemeClr>
                </a:solidFill>
              </a:rPr>
              <a:t>Encourages Active Participation</a:t>
            </a:r>
          </a:p>
          <a:p>
            <a:pPr marL="0" lvl="1" indent="0">
              <a:buNone/>
            </a:pPr>
            <a:r>
              <a:rPr lang="en-US" sz="1600" dirty="0"/>
              <a:t>Get people off the sidelines. Empower those who want to help make Cloudcroft healthy and strong.</a:t>
            </a:r>
          </a:p>
        </p:txBody>
      </p:sp>
      <p:sp>
        <p:nvSpPr>
          <p:cNvPr id="30" name="Freeform: Shape 29">
            <a:extLst>
              <a:ext uri="{FF2B5EF4-FFF2-40B4-BE49-F238E27FC236}">
                <a16:creationId xmlns:a16="http://schemas.microsoft.com/office/drawing/2014/main" id="{6BFFEA99-E831-4C3B-8D16-0EA4AB33FFC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595584" y="610517"/>
            <a:ext cx="4010943" cy="5636963"/>
          </a:xfrm>
          <a:custGeom>
            <a:avLst/>
            <a:gdLst>
              <a:gd name="connsiteX0" fmla="*/ 0 w 2400300"/>
              <a:gd name="connsiteY0" fmla="*/ 0 h 2400300"/>
              <a:gd name="connsiteX1" fmla="*/ 2400300 w 2400300"/>
              <a:gd name="connsiteY1" fmla="*/ 0 h 2400300"/>
              <a:gd name="connsiteX2" fmla="*/ 2400300 w 2400300"/>
              <a:gd name="connsiteY2" fmla="*/ 2400300 h 2400300"/>
              <a:gd name="connsiteX3" fmla="*/ 0 w 2400300"/>
              <a:gd name="connsiteY3" fmla="*/ 2400300 h 2400300"/>
            </a:gdLst>
            <a:ahLst/>
            <a:cxnLst>
              <a:cxn ang="0">
                <a:pos x="connsiteX0" y="connsiteY0"/>
              </a:cxn>
              <a:cxn ang="0">
                <a:pos x="connsiteX1" y="connsiteY1"/>
              </a:cxn>
              <a:cxn ang="0">
                <a:pos x="connsiteX2" y="connsiteY2"/>
              </a:cxn>
              <a:cxn ang="0">
                <a:pos x="connsiteX3" y="connsiteY3"/>
              </a:cxn>
            </a:cxnLst>
            <a:rect l="l" t="t" r="r" b="b"/>
            <a:pathLst>
              <a:path w="2400300" h="2400300">
                <a:moveTo>
                  <a:pt x="0" y="0"/>
                </a:moveTo>
                <a:lnTo>
                  <a:pt x="2400300" y="0"/>
                </a:lnTo>
                <a:lnTo>
                  <a:pt x="2400300" y="2400300"/>
                </a:lnTo>
                <a:lnTo>
                  <a:pt x="0" y="2400300"/>
                </a:lnTo>
                <a:close/>
              </a:path>
            </a:pathLst>
          </a:custGeom>
          <a:solidFill>
            <a:srgbClr val="FFFFFF"/>
          </a:solidFill>
          <a:ln>
            <a:noFill/>
          </a:ln>
          <a:effectLst>
            <a:outerShdw blurRad="38100" dist="12700" dir="3000000" algn="tl" rotWithShape="0">
              <a:prstClr val="black">
                <a:alpha val="27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3" name="Content Placeholder 4" descr="Hand drawn businessman and business woman icons in red and black colors are connected by arrows randomly on white background. This image shows the social media, and online communication between business people.">
            <a:extLst>
              <a:ext uri="{FF2B5EF4-FFF2-40B4-BE49-F238E27FC236}">
                <a16:creationId xmlns:a16="http://schemas.microsoft.com/office/drawing/2014/main" id="{5FAC0FD1-83CC-51F5-5652-B06A35D8FFC2}"/>
              </a:ext>
            </a:extLst>
          </p:cNvPr>
          <p:cNvPicPr>
            <a:picLocks noChangeAspect="1"/>
          </p:cNvPicPr>
          <p:nvPr/>
        </p:nvPicPr>
        <p:blipFill>
          <a:blip r:embed="rId3"/>
          <a:srcRect t="1295" r="3" b="3"/>
          <a:stretch>
            <a:fillRect/>
          </a:stretch>
        </p:blipFill>
        <p:spPr>
          <a:xfrm rot="556621">
            <a:off x="6372451" y="1621831"/>
            <a:ext cx="6123678" cy="4034619"/>
          </a:xfrm>
          <a:prstGeom prst="rect">
            <a:avLst/>
          </a:prstGeom>
        </p:spPr>
      </p:pic>
    </p:spTree>
    <p:extLst>
      <p:ext uri="{BB962C8B-B14F-4D97-AF65-F5344CB8AC3E}">
        <p14:creationId xmlns:p14="http://schemas.microsoft.com/office/powerpoint/2010/main" val="761145909"/>
      </p:ext>
    </p:extLst>
  </p:cSld>
  <p:clrMapOvr>
    <a:masterClrMapping/>
  </p:clrMapOvr>
  <p:transition>
    <p:fade/>
  </p:transition>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42" name="Rectangle 41">
            <a:extLst>
              <a:ext uri="{FF2B5EF4-FFF2-40B4-BE49-F238E27FC236}">
                <a16:creationId xmlns:a16="http://schemas.microsoft.com/office/drawing/2014/main" id="{7FF47CB7-972F-479F-A36D-9E72D26EC8D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Freeform: Shape 43">
            <a:extLst>
              <a:ext uri="{FF2B5EF4-FFF2-40B4-BE49-F238E27FC236}">
                <a16:creationId xmlns:a16="http://schemas.microsoft.com/office/drawing/2014/main" id="{0D153B68-5844-490D-8E67-F616D6D721C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1766176" cy="2061837"/>
          </a:xfrm>
          <a:custGeom>
            <a:avLst/>
            <a:gdLst>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9437 w 10768629"/>
              <a:gd name="connsiteY140" fmla="*/ 1636968 h 1978172"/>
              <a:gd name="connsiteX141" fmla="*/ 5440853 w 10768629"/>
              <a:gd name="connsiteY141" fmla="*/ 1657958 h 1978172"/>
              <a:gd name="connsiteX142" fmla="*/ 4945936 w 10768629"/>
              <a:gd name="connsiteY142" fmla="*/ 1713743 h 1978172"/>
              <a:gd name="connsiteX143" fmla="*/ 4818446 w 10768629"/>
              <a:gd name="connsiteY143" fmla="*/ 1726895 h 1978172"/>
              <a:gd name="connsiteX144" fmla="*/ 4813657 w 10768629"/>
              <a:gd name="connsiteY144" fmla="*/ 1730706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9437 w 10768629"/>
              <a:gd name="connsiteY140" fmla="*/ 1636968 h 1978172"/>
              <a:gd name="connsiteX141" fmla="*/ 5440853 w 10768629"/>
              <a:gd name="connsiteY141" fmla="*/ 1657958 h 1978172"/>
              <a:gd name="connsiteX142" fmla="*/ 4945936 w 10768629"/>
              <a:gd name="connsiteY142" fmla="*/ 1713743 h 1978172"/>
              <a:gd name="connsiteX143" fmla="*/ 4818446 w 10768629"/>
              <a:gd name="connsiteY143" fmla="*/ 1726895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9437 w 10768629"/>
              <a:gd name="connsiteY140" fmla="*/ 1636968 h 1978172"/>
              <a:gd name="connsiteX141" fmla="*/ 5440853 w 10768629"/>
              <a:gd name="connsiteY141" fmla="*/ 1657958 h 1978172"/>
              <a:gd name="connsiteX142" fmla="*/ 4945936 w 10768629"/>
              <a:gd name="connsiteY142" fmla="*/ 1713743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9437 w 10768629"/>
              <a:gd name="connsiteY140" fmla="*/ 1636968 h 1978172"/>
              <a:gd name="connsiteX141" fmla="*/ 5440853 w 10768629"/>
              <a:gd name="connsiteY141" fmla="*/ 1657958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40853 w 10768629"/>
              <a:gd name="connsiteY141" fmla="*/ 1657958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57365 w 10768629"/>
              <a:gd name="connsiteY178" fmla="*/ 1832140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57365 w 10768629"/>
              <a:gd name="connsiteY178" fmla="*/ 1832140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57365 w 10768629"/>
              <a:gd name="connsiteY178" fmla="*/ 1832140 h 1978172"/>
              <a:gd name="connsiteX179" fmla="*/ 1232341 w 10768629"/>
              <a:gd name="connsiteY179" fmla="*/ 1785942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57365 w 10768629"/>
              <a:gd name="connsiteY178" fmla="*/ 1832140 h 1978172"/>
              <a:gd name="connsiteX179" fmla="*/ 1232341 w 10768629"/>
              <a:gd name="connsiteY179" fmla="*/ 1785942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9462 w 10768629"/>
              <a:gd name="connsiteY48" fmla="*/ 987106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0257 w 10768629"/>
              <a:gd name="connsiteY182" fmla="*/ 1789615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84330 h 1978172"/>
              <a:gd name="connsiteX182" fmla="*/ 1120257 w 10768629"/>
              <a:gd name="connsiteY182" fmla="*/ 1789615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Lst>
            <a:rect l="l" t="t" r="r" b="b"/>
            <a:pathLst>
              <a:path w="10768629" h="1978172">
                <a:moveTo>
                  <a:pt x="0" y="0"/>
                </a:moveTo>
                <a:lnTo>
                  <a:pt x="10768629" y="0"/>
                </a:lnTo>
                <a:lnTo>
                  <a:pt x="10733254" y="31439"/>
                </a:lnTo>
                <a:lnTo>
                  <a:pt x="10727085" y="37910"/>
                </a:lnTo>
                <a:cubicBezTo>
                  <a:pt x="10712973" y="56080"/>
                  <a:pt x="10699457" y="78430"/>
                  <a:pt x="10675953" y="68623"/>
                </a:cubicBezTo>
                <a:cubicBezTo>
                  <a:pt x="10685972" y="89202"/>
                  <a:pt x="10641629" y="69781"/>
                  <a:pt x="10637091" y="90361"/>
                </a:cubicBezTo>
                <a:cubicBezTo>
                  <a:pt x="10635214" y="107005"/>
                  <a:pt x="10621323" y="104993"/>
                  <a:pt x="10610971" y="110764"/>
                </a:cubicBezTo>
                <a:cubicBezTo>
                  <a:pt x="10603980" y="127568"/>
                  <a:pt x="10551417" y="141180"/>
                  <a:pt x="10532872" y="138028"/>
                </a:cubicBezTo>
                <a:cubicBezTo>
                  <a:pt x="10480300" y="119072"/>
                  <a:pt x="10440532" y="186296"/>
                  <a:pt x="10398558" y="172911"/>
                </a:cubicBezTo>
                <a:cubicBezTo>
                  <a:pt x="10387708" y="174114"/>
                  <a:pt x="10378792" y="177646"/>
                  <a:pt x="10371128" y="182609"/>
                </a:cubicBezTo>
                <a:lnTo>
                  <a:pt x="10352178" y="199976"/>
                </a:lnTo>
                <a:lnTo>
                  <a:pt x="10351815" y="211879"/>
                </a:lnTo>
                <a:lnTo>
                  <a:pt x="10337471" y="218661"/>
                </a:lnTo>
                <a:lnTo>
                  <a:pt x="10334625" y="222351"/>
                </a:lnTo>
                <a:cubicBezTo>
                  <a:pt x="10321108" y="225227"/>
                  <a:pt x="10278615" y="228401"/>
                  <a:pt x="10256365" y="235917"/>
                </a:cubicBezTo>
                <a:cubicBezTo>
                  <a:pt x="10218136" y="258033"/>
                  <a:pt x="10224552" y="209685"/>
                  <a:pt x="10201127" y="267448"/>
                </a:cubicBezTo>
                <a:cubicBezTo>
                  <a:pt x="10121320" y="273476"/>
                  <a:pt x="10040763" y="345580"/>
                  <a:pt x="9961218" y="326720"/>
                </a:cubicBezTo>
                <a:cubicBezTo>
                  <a:pt x="9980173" y="341621"/>
                  <a:pt x="9883038" y="318484"/>
                  <a:pt x="9859715" y="355698"/>
                </a:cubicBezTo>
                <a:cubicBezTo>
                  <a:pt x="9812822" y="367758"/>
                  <a:pt x="9752089" y="383830"/>
                  <a:pt x="9679867" y="399081"/>
                </a:cubicBezTo>
                <a:cubicBezTo>
                  <a:pt x="9618357" y="415668"/>
                  <a:pt x="9525492" y="446315"/>
                  <a:pt x="9490654" y="455225"/>
                </a:cubicBezTo>
                <a:lnTo>
                  <a:pt x="9470837" y="452539"/>
                </a:lnTo>
                <a:lnTo>
                  <a:pt x="9469082" y="454891"/>
                </a:lnTo>
                <a:cubicBezTo>
                  <a:pt x="9460057" y="461184"/>
                  <a:pt x="9453495" y="461729"/>
                  <a:pt x="9448038" y="459733"/>
                </a:cubicBezTo>
                <a:lnTo>
                  <a:pt x="9396821" y="455795"/>
                </a:lnTo>
                <a:lnTo>
                  <a:pt x="9392197" y="459796"/>
                </a:lnTo>
                <a:lnTo>
                  <a:pt x="9347994" y="464462"/>
                </a:lnTo>
                <a:cubicBezTo>
                  <a:pt x="9347959" y="465155"/>
                  <a:pt x="9347925" y="465846"/>
                  <a:pt x="9347889" y="466539"/>
                </a:cubicBezTo>
                <a:cubicBezTo>
                  <a:pt x="9346648" y="471307"/>
                  <a:pt x="9343831" y="475025"/>
                  <a:pt x="9337639" y="476654"/>
                </a:cubicBezTo>
                <a:cubicBezTo>
                  <a:pt x="9354547" y="503661"/>
                  <a:pt x="9307720" y="510631"/>
                  <a:pt x="9287964" y="513052"/>
                </a:cubicBezTo>
                <a:cubicBezTo>
                  <a:pt x="9269905" y="526173"/>
                  <a:pt x="9245386" y="544358"/>
                  <a:pt x="9229283" y="555377"/>
                </a:cubicBezTo>
                <a:lnTo>
                  <a:pt x="9220274" y="557502"/>
                </a:lnTo>
                <a:cubicBezTo>
                  <a:pt x="9220250" y="557668"/>
                  <a:pt x="9220226" y="557835"/>
                  <a:pt x="9220202" y="558001"/>
                </a:cubicBezTo>
                <a:cubicBezTo>
                  <a:pt x="9218468" y="559434"/>
                  <a:pt x="9215591" y="560497"/>
                  <a:pt x="9210908" y="561147"/>
                </a:cubicBezTo>
                <a:lnTo>
                  <a:pt x="9186374" y="565502"/>
                </a:lnTo>
                <a:lnTo>
                  <a:pt x="9181058" y="569943"/>
                </a:lnTo>
                <a:lnTo>
                  <a:pt x="9167549" y="584727"/>
                </a:lnTo>
                <a:lnTo>
                  <a:pt x="9149110" y="598906"/>
                </a:lnTo>
                <a:cubicBezTo>
                  <a:pt x="9133575" y="594395"/>
                  <a:pt x="9087390" y="636567"/>
                  <a:pt x="9078556" y="644039"/>
                </a:cubicBezTo>
                <a:lnTo>
                  <a:pt x="8996399" y="690055"/>
                </a:lnTo>
                <a:cubicBezTo>
                  <a:pt x="8913147" y="777045"/>
                  <a:pt x="8867993" y="772591"/>
                  <a:pt x="8803791" y="813860"/>
                </a:cubicBezTo>
                <a:cubicBezTo>
                  <a:pt x="8745270" y="819906"/>
                  <a:pt x="8690049" y="823612"/>
                  <a:pt x="8636202" y="848463"/>
                </a:cubicBezTo>
                <a:cubicBezTo>
                  <a:pt x="8594799" y="860014"/>
                  <a:pt x="8568613" y="864779"/>
                  <a:pt x="8555372" y="883171"/>
                </a:cubicBezTo>
                <a:lnTo>
                  <a:pt x="8507229" y="901665"/>
                </a:lnTo>
                <a:lnTo>
                  <a:pt x="8428473" y="927985"/>
                </a:lnTo>
                <a:cubicBezTo>
                  <a:pt x="8428287" y="929817"/>
                  <a:pt x="8428100" y="931648"/>
                  <a:pt x="8427914" y="933480"/>
                </a:cubicBezTo>
                <a:lnTo>
                  <a:pt x="8420327" y="941984"/>
                </a:lnTo>
                <a:lnTo>
                  <a:pt x="8394729" y="948347"/>
                </a:lnTo>
                <a:lnTo>
                  <a:pt x="8380548" y="987916"/>
                </a:lnTo>
                <a:lnTo>
                  <a:pt x="8375330" y="965444"/>
                </a:lnTo>
                <a:cubicBezTo>
                  <a:pt x="8372375" y="964202"/>
                  <a:pt x="8344433" y="977378"/>
                  <a:pt x="8340796" y="980522"/>
                </a:cubicBezTo>
                <a:cubicBezTo>
                  <a:pt x="8328292" y="982128"/>
                  <a:pt x="8319237" y="991089"/>
                  <a:pt x="8304438" y="996739"/>
                </a:cubicBezTo>
                <a:cubicBezTo>
                  <a:pt x="8297193" y="1005683"/>
                  <a:pt x="8289328" y="1014568"/>
                  <a:pt x="8280929" y="1023089"/>
                </a:cubicBezTo>
                <a:lnTo>
                  <a:pt x="8275760" y="1027772"/>
                </a:lnTo>
                <a:lnTo>
                  <a:pt x="8275478" y="1027605"/>
                </a:lnTo>
                <a:cubicBezTo>
                  <a:pt x="8273970" y="1028076"/>
                  <a:pt x="8251461" y="1029408"/>
                  <a:pt x="8249003" y="1032033"/>
                </a:cubicBezTo>
                <a:lnTo>
                  <a:pt x="8203836" y="1037347"/>
                </a:lnTo>
                <a:cubicBezTo>
                  <a:pt x="8172789" y="1049890"/>
                  <a:pt x="8148166" y="1034625"/>
                  <a:pt x="8122936" y="1063113"/>
                </a:cubicBezTo>
                <a:cubicBezTo>
                  <a:pt x="8093850" y="1074757"/>
                  <a:pt x="8066781" y="1075350"/>
                  <a:pt x="8043658" y="1092746"/>
                </a:cubicBezTo>
                <a:cubicBezTo>
                  <a:pt x="8032157" y="1089174"/>
                  <a:pt x="8022145" y="1089998"/>
                  <a:pt x="8015351" y="1105478"/>
                </a:cubicBezTo>
                <a:cubicBezTo>
                  <a:pt x="7987544" y="1113006"/>
                  <a:pt x="7977708" y="1099152"/>
                  <a:pt x="7963145" y="1119346"/>
                </a:cubicBezTo>
                <a:cubicBezTo>
                  <a:pt x="7942622" y="1098880"/>
                  <a:pt x="7943760" y="1109516"/>
                  <a:pt x="7938145" y="1120225"/>
                </a:cubicBezTo>
                <a:lnTo>
                  <a:pt x="7937238" y="1121204"/>
                </a:lnTo>
                <a:lnTo>
                  <a:pt x="7934398" y="1118240"/>
                </a:lnTo>
                <a:lnTo>
                  <a:pt x="7918248" y="1124371"/>
                </a:lnTo>
                <a:lnTo>
                  <a:pt x="7914119" y="1127653"/>
                </a:lnTo>
                <a:cubicBezTo>
                  <a:pt x="7911201" y="1129547"/>
                  <a:pt x="7909169" y="1130331"/>
                  <a:pt x="7907658" y="1130350"/>
                </a:cubicBezTo>
                <a:lnTo>
                  <a:pt x="7907434" y="1130103"/>
                </a:lnTo>
                <a:lnTo>
                  <a:pt x="7901508" y="1133245"/>
                </a:lnTo>
                <a:cubicBezTo>
                  <a:pt x="7891644" y="1139271"/>
                  <a:pt x="7882185" y="1145815"/>
                  <a:pt x="7873287" y="1152609"/>
                </a:cubicBezTo>
                <a:cubicBezTo>
                  <a:pt x="7864672" y="1141906"/>
                  <a:pt x="7845199" y="1159242"/>
                  <a:pt x="7834833" y="1153868"/>
                </a:cubicBezTo>
                <a:lnTo>
                  <a:pt x="7828661" y="1139994"/>
                </a:lnTo>
                <a:lnTo>
                  <a:pt x="7823966" y="1143178"/>
                </a:lnTo>
                <a:lnTo>
                  <a:pt x="7815078" y="1151776"/>
                </a:lnTo>
                <a:cubicBezTo>
                  <a:pt x="7813692" y="1152943"/>
                  <a:pt x="7812687" y="1153116"/>
                  <a:pt x="7812026" y="1151522"/>
                </a:cubicBezTo>
                <a:cubicBezTo>
                  <a:pt x="7806555" y="1153054"/>
                  <a:pt x="7788673" y="1159989"/>
                  <a:pt x="7782249" y="1160970"/>
                </a:cubicBezTo>
                <a:lnTo>
                  <a:pt x="7773476" y="1157414"/>
                </a:lnTo>
                <a:lnTo>
                  <a:pt x="7769600" y="1157365"/>
                </a:lnTo>
                <a:lnTo>
                  <a:pt x="7752631" y="1172815"/>
                </a:lnTo>
                <a:lnTo>
                  <a:pt x="7739392" y="1192062"/>
                </a:lnTo>
                <a:lnTo>
                  <a:pt x="7677677" y="1216394"/>
                </a:lnTo>
                <a:lnTo>
                  <a:pt x="7586920" y="1261888"/>
                </a:lnTo>
                <a:cubicBezTo>
                  <a:pt x="7556723" y="1298911"/>
                  <a:pt x="7489187" y="1284518"/>
                  <a:pt x="7486100" y="1292563"/>
                </a:cubicBezTo>
                <a:cubicBezTo>
                  <a:pt x="7454875" y="1308356"/>
                  <a:pt x="7453335" y="1326361"/>
                  <a:pt x="7411323" y="1340732"/>
                </a:cubicBezTo>
                <a:cubicBezTo>
                  <a:pt x="7372519" y="1390006"/>
                  <a:pt x="7288617" y="1403664"/>
                  <a:pt x="7240698" y="1438832"/>
                </a:cubicBezTo>
                <a:cubicBezTo>
                  <a:pt x="7206467" y="1417136"/>
                  <a:pt x="7227555" y="1441678"/>
                  <a:pt x="7197675" y="1447530"/>
                </a:cubicBezTo>
                <a:cubicBezTo>
                  <a:pt x="7211601" y="1474927"/>
                  <a:pt x="7159483" y="1444981"/>
                  <a:pt x="7164788" y="1480293"/>
                </a:cubicBezTo>
                <a:cubicBezTo>
                  <a:pt x="7159184" y="1480240"/>
                  <a:pt x="7153584" y="1479075"/>
                  <a:pt x="7147929" y="1477641"/>
                </a:cubicBezTo>
                <a:lnTo>
                  <a:pt x="7144965" y="1476908"/>
                </a:lnTo>
                <a:lnTo>
                  <a:pt x="7134299" y="1479969"/>
                </a:lnTo>
                <a:lnTo>
                  <a:pt x="7129809" y="1473339"/>
                </a:lnTo>
                <a:lnTo>
                  <a:pt x="7112688" y="1472575"/>
                </a:lnTo>
                <a:cubicBezTo>
                  <a:pt x="7106506" y="1473449"/>
                  <a:pt x="7100123" y="1475741"/>
                  <a:pt x="7093470" y="1480300"/>
                </a:cubicBezTo>
                <a:cubicBezTo>
                  <a:pt x="7079039" y="1501274"/>
                  <a:pt x="7048991" y="1495718"/>
                  <a:pt x="7025034" y="1506934"/>
                </a:cubicBezTo>
                <a:lnTo>
                  <a:pt x="7014783" y="1515868"/>
                </a:lnTo>
                <a:lnTo>
                  <a:pt x="6979706" y="1523511"/>
                </a:lnTo>
                <a:lnTo>
                  <a:pt x="6977890" y="1525793"/>
                </a:lnTo>
                <a:cubicBezTo>
                  <a:pt x="6971996" y="1527914"/>
                  <a:pt x="6959488" y="1529941"/>
                  <a:pt x="6944339" y="1536237"/>
                </a:cubicBezTo>
                <a:lnTo>
                  <a:pt x="6886996" y="1563569"/>
                </a:lnTo>
                <a:lnTo>
                  <a:pt x="6874510" y="1558469"/>
                </a:lnTo>
                <a:lnTo>
                  <a:pt x="6871943" y="1554651"/>
                </a:lnTo>
                <a:lnTo>
                  <a:pt x="6856174" y="1562024"/>
                </a:lnTo>
                <a:lnTo>
                  <a:pt x="6842321" y="1560554"/>
                </a:lnTo>
                <a:lnTo>
                  <a:pt x="6832713" y="1569357"/>
                </a:lnTo>
                <a:lnTo>
                  <a:pt x="6816351" y="1571495"/>
                </a:lnTo>
                <a:cubicBezTo>
                  <a:pt x="6810216" y="1571510"/>
                  <a:pt x="6803310" y="1571324"/>
                  <a:pt x="6795800" y="1572010"/>
                </a:cubicBezTo>
                <a:lnTo>
                  <a:pt x="6777546" y="1568661"/>
                </a:lnTo>
                <a:lnTo>
                  <a:pt x="6751528" y="1574143"/>
                </a:lnTo>
                <a:cubicBezTo>
                  <a:pt x="6731455" y="1578562"/>
                  <a:pt x="6712054" y="1582098"/>
                  <a:pt x="6691966" y="1582255"/>
                </a:cubicBezTo>
                <a:cubicBezTo>
                  <a:pt x="6677921" y="1590738"/>
                  <a:pt x="6663787" y="1595441"/>
                  <a:pt x="6646941" y="1588471"/>
                </a:cubicBezTo>
                <a:cubicBezTo>
                  <a:pt x="6605135" y="1597971"/>
                  <a:pt x="6598373" y="1612583"/>
                  <a:pt x="6568576" y="1606488"/>
                </a:cubicBezTo>
                <a:cubicBezTo>
                  <a:pt x="6562510" y="1614734"/>
                  <a:pt x="6558067" y="1619360"/>
                  <a:pt x="6554358" y="1621701"/>
                </a:cubicBezTo>
                <a:cubicBezTo>
                  <a:pt x="6543227" y="1628727"/>
                  <a:pt x="6538724" y="1615196"/>
                  <a:pt x="6516968" y="1617195"/>
                </a:cubicBezTo>
                <a:cubicBezTo>
                  <a:pt x="6493173" y="1617368"/>
                  <a:pt x="6528193" y="1598652"/>
                  <a:pt x="6506479" y="1602227"/>
                </a:cubicBezTo>
                <a:cubicBezTo>
                  <a:pt x="6486674" y="1613929"/>
                  <a:pt x="6478484" y="1593997"/>
                  <a:pt x="6458436" y="1607332"/>
                </a:cubicBezTo>
                <a:cubicBezTo>
                  <a:pt x="6471168" y="1620800"/>
                  <a:pt x="6410323" y="1615478"/>
                  <a:pt x="6414786" y="1628815"/>
                </a:cubicBezTo>
                <a:cubicBezTo>
                  <a:pt x="6385942" y="1615041"/>
                  <a:pt x="6386569" y="1640238"/>
                  <a:pt x="6357085" y="1640846"/>
                </a:cubicBezTo>
                <a:cubicBezTo>
                  <a:pt x="6341163" y="1636809"/>
                  <a:pt x="6331497" y="1637754"/>
                  <a:pt x="6322636" y="1648213"/>
                </a:cubicBezTo>
                <a:cubicBezTo>
                  <a:pt x="6248448" y="1627802"/>
                  <a:pt x="6286748" y="1654976"/>
                  <a:pt x="6226172" y="1654676"/>
                </a:cubicBezTo>
                <a:lnTo>
                  <a:pt x="6221217" y="1654506"/>
                </a:lnTo>
                <a:lnTo>
                  <a:pt x="6204956" y="1664280"/>
                </a:lnTo>
                <a:cubicBezTo>
                  <a:pt x="6204728" y="1665114"/>
                  <a:pt x="6204498" y="1665947"/>
                  <a:pt x="6204270" y="1666782"/>
                </a:cubicBezTo>
                <a:lnTo>
                  <a:pt x="6143810" y="1661963"/>
                </a:lnTo>
                <a:lnTo>
                  <a:pt x="6136560" y="1665728"/>
                </a:lnTo>
                <a:lnTo>
                  <a:pt x="6096155" y="1656951"/>
                </a:lnTo>
                <a:lnTo>
                  <a:pt x="6075812" y="1655422"/>
                </a:lnTo>
                <a:lnTo>
                  <a:pt x="6039495" y="1649680"/>
                </a:lnTo>
                <a:lnTo>
                  <a:pt x="6036523" y="1652121"/>
                </a:lnTo>
                <a:lnTo>
                  <a:pt x="6029328" y="1649904"/>
                </a:lnTo>
                <a:lnTo>
                  <a:pt x="6024075" y="1652779"/>
                </a:lnTo>
                <a:lnTo>
                  <a:pt x="6018085" y="1652030"/>
                </a:lnTo>
                <a:cubicBezTo>
                  <a:pt x="6006658" y="1653831"/>
                  <a:pt x="5968194" y="1662035"/>
                  <a:pt x="5955513" y="1663584"/>
                </a:cubicBezTo>
                <a:lnTo>
                  <a:pt x="5941996" y="1661326"/>
                </a:lnTo>
                <a:lnTo>
                  <a:pt x="5931789" y="1669915"/>
                </a:lnTo>
                <a:lnTo>
                  <a:pt x="5888686" y="1672175"/>
                </a:lnTo>
                <a:lnTo>
                  <a:pt x="5873794" y="1665454"/>
                </a:lnTo>
                <a:lnTo>
                  <a:pt x="5860022" y="1660635"/>
                </a:lnTo>
                <a:lnTo>
                  <a:pt x="5858237" y="1660649"/>
                </a:lnTo>
                <a:lnTo>
                  <a:pt x="5840319" y="1660798"/>
                </a:lnTo>
                <a:lnTo>
                  <a:pt x="5806984" y="1661075"/>
                </a:lnTo>
                <a:cubicBezTo>
                  <a:pt x="5785708" y="1661533"/>
                  <a:pt x="5764126" y="1662974"/>
                  <a:pt x="5742351" y="1667489"/>
                </a:cubicBezTo>
                <a:cubicBezTo>
                  <a:pt x="5659069" y="1645168"/>
                  <a:pt x="5615134" y="1706361"/>
                  <a:pt x="5521171" y="1671626"/>
                </a:cubicBezTo>
                <a:cubicBezTo>
                  <a:pt x="5491803" y="1671296"/>
                  <a:pt x="5498089" y="1662666"/>
                  <a:pt x="5457384" y="1683952"/>
                </a:cubicBezTo>
                <a:cubicBezTo>
                  <a:pt x="5356959" y="1699287"/>
                  <a:pt x="5078905" y="1774579"/>
                  <a:pt x="4950070" y="1748401"/>
                </a:cubicBezTo>
                <a:cubicBezTo>
                  <a:pt x="4918276" y="1752255"/>
                  <a:pt x="4891043" y="1756936"/>
                  <a:pt x="4872172" y="1757222"/>
                </a:cubicBezTo>
                <a:lnTo>
                  <a:pt x="4809524" y="1761033"/>
                </a:lnTo>
                <a:cubicBezTo>
                  <a:pt x="4791324" y="1772975"/>
                  <a:pt x="4777258" y="1754591"/>
                  <a:pt x="4759058" y="1766533"/>
                </a:cubicBezTo>
                <a:cubicBezTo>
                  <a:pt x="4747481" y="1770744"/>
                  <a:pt x="4734604" y="1772921"/>
                  <a:pt x="4719749" y="1771811"/>
                </a:cubicBezTo>
                <a:cubicBezTo>
                  <a:pt x="4671168" y="1780243"/>
                  <a:pt x="4634134" y="1775931"/>
                  <a:pt x="4568686" y="1786141"/>
                </a:cubicBezTo>
                <a:cubicBezTo>
                  <a:pt x="4544667" y="1777910"/>
                  <a:pt x="4432547" y="1778168"/>
                  <a:pt x="4418751" y="1796932"/>
                </a:cubicBezTo>
                <a:cubicBezTo>
                  <a:pt x="4403360" y="1801488"/>
                  <a:pt x="4385278" y="1795746"/>
                  <a:pt x="4378377" y="1815528"/>
                </a:cubicBezTo>
                <a:cubicBezTo>
                  <a:pt x="4366870" y="1839461"/>
                  <a:pt x="4337372" y="1814003"/>
                  <a:pt x="4320575" y="1832722"/>
                </a:cubicBezTo>
                <a:cubicBezTo>
                  <a:pt x="4277898" y="1857053"/>
                  <a:pt x="4243945" y="1846759"/>
                  <a:pt x="4211935" y="1860177"/>
                </a:cubicBezTo>
                <a:cubicBezTo>
                  <a:pt x="4181519" y="1859584"/>
                  <a:pt x="4171342" y="1859762"/>
                  <a:pt x="4101228" y="1868717"/>
                </a:cubicBezTo>
                <a:cubicBezTo>
                  <a:pt x="4080159" y="1876188"/>
                  <a:pt x="4039427" y="1877381"/>
                  <a:pt x="3973223" y="1881015"/>
                </a:cubicBezTo>
                <a:cubicBezTo>
                  <a:pt x="3971330" y="1884974"/>
                  <a:pt x="3952843" y="1879225"/>
                  <a:pt x="3900992" y="1880603"/>
                </a:cubicBezTo>
                <a:cubicBezTo>
                  <a:pt x="3849141" y="1881981"/>
                  <a:pt x="3740060" y="1895686"/>
                  <a:pt x="3662119" y="1889285"/>
                </a:cubicBezTo>
                <a:cubicBezTo>
                  <a:pt x="3565155" y="1881322"/>
                  <a:pt x="3613412" y="1915150"/>
                  <a:pt x="3496919" y="1873180"/>
                </a:cubicBezTo>
                <a:cubicBezTo>
                  <a:pt x="3488062" y="1895719"/>
                  <a:pt x="3474293" y="1876288"/>
                  <a:pt x="3449433" y="1889681"/>
                </a:cubicBezTo>
                <a:cubicBezTo>
                  <a:pt x="3406553" y="1891629"/>
                  <a:pt x="3413217" y="1897797"/>
                  <a:pt x="3369766" y="1916653"/>
                </a:cubicBezTo>
                <a:cubicBezTo>
                  <a:pt x="3338805" y="1929531"/>
                  <a:pt x="3289487" y="1928617"/>
                  <a:pt x="3269672" y="1938036"/>
                </a:cubicBezTo>
                <a:lnTo>
                  <a:pt x="3224897" y="1943733"/>
                </a:lnTo>
                <a:cubicBezTo>
                  <a:pt x="3188693" y="1949271"/>
                  <a:pt x="3178540" y="1909145"/>
                  <a:pt x="3161463" y="1946591"/>
                </a:cubicBezTo>
                <a:lnTo>
                  <a:pt x="3112044" y="1935614"/>
                </a:lnTo>
                <a:lnTo>
                  <a:pt x="3069716" y="1930463"/>
                </a:lnTo>
                <a:cubicBezTo>
                  <a:pt x="3049937" y="1924285"/>
                  <a:pt x="3047816" y="1925644"/>
                  <a:pt x="3005773" y="1915878"/>
                </a:cubicBezTo>
                <a:cubicBezTo>
                  <a:pt x="2978838" y="1921092"/>
                  <a:pt x="2967972" y="1927319"/>
                  <a:pt x="2897201" y="1926772"/>
                </a:cubicBezTo>
                <a:lnTo>
                  <a:pt x="2783891" y="1931749"/>
                </a:lnTo>
                <a:cubicBezTo>
                  <a:pt x="2753098" y="1932794"/>
                  <a:pt x="2731621" y="1915151"/>
                  <a:pt x="2712447" y="1933044"/>
                </a:cubicBezTo>
                <a:cubicBezTo>
                  <a:pt x="2621923" y="1990472"/>
                  <a:pt x="2637976" y="1949546"/>
                  <a:pt x="2560151" y="1963609"/>
                </a:cubicBezTo>
                <a:cubicBezTo>
                  <a:pt x="2472084" y="1973456"/>
                  <a:pt x="2423631" y="1962133"/>
                  <a:pt x="2367221" y="1971884"/>
                </a:cubicBezTo>
                <a:cubicBezTo>
                  <a:pt x="2355331" y="1950582"/>
                  <a:pt x="2295649" y="1950006"/>
                  <a:pt x="2272130" y="1961162"/>
                </a:cubicBezTo>
                <a:cubicBezTo>
                  <a:pt x="2229336" y="1964326"/>
                  <a:pt x="2232627" y="1943953"/>
                  <a:pt x="2189404" y="1978172"/>
                </a:cubicBezTo>
                <a:cubicBezTo>
                  <a:pt x="2153824" y="1968017"/>
                  <a:pt x="2114605" y="1969166"/>
                  <a:pt x="2077704" y="1965002"/>
                </a:cubicBezTo>
                <a:cubicBezTo>
                  <a:pt x="2053064" y="1962036"/>
                  <a:pt x="2051584" y="1971011"/>
                  <a:pt x="2033299" y="1969042"/>
                </a:cubicBezTo>
                <a:cubicBezTo>
                  <a:pt x="2015014" y="1967073"/>
                  <a:pt x="1998956" y="1958903"/>
                  <a:pt x="1967996" y="1953187"/>
                </a:cubicBezTo>
                <a:cubicBezTo>
                  <a:pt x="1924117" y="1970917"/>
                  <a:pt x="1915668" y="1940297"/>
                  <a:pt x="1855805" y="1926082"/>
                </a:cubicBezTo>
                <a:cubicBezTo>
                  <a:pt x="1830663" y="1943732"/>
                  <a:pt x="1810564" y="1935694"/>
                  <a:pt x="1790957" y="1919460"/>
                </a:cubicBezTo>
                <a:cubicBezTo>
                  <a:pt x="1732588" y="1924884"/>
                  <a:pt x="1679506" y="1900619"/>
                  <a:pt x="1613978" y="1891581"/>
                </a:cubicBezTo>
                <a:cubicBezTo>
                  <a:pt x="1542961" y="1912227"/>
                  <a:pt x="1506863" y="1865666"/>
                  <a:pt x="1436831" y="1856201"/>
                </a:cubicBezTo>
                <a:cubicBezTo>
                  <a:pt x="1409149" y="1862955"/>
                  <a:pt x="1416370" y="1829853"/>
                  <a:pt x="1357365" y="1832140"/>
                </a:cubicBezTo>
                <a:cubicBezTo>
                  <a:pt x="1285880" y="1811785"/>
                  <a:pt x="1273193" y="1786872"/>
                  <a:pt x="1232341" y="1785942"/>
                </a:cubicBezTo>
                <a:cubicBezTo>
                  <a:pt x="1223903" y="1792798"/>
                  <a:pt x="1160576" y="1793911"/>
                  <a:pt x="1162595" y="1784330"/>
                </a:cubicBezTo>
                <a:cubicBezTo>
                  <a:pt x="1153167" y="1787110"/>
                  <a:pt x="1122206" y="1805077"/>
                  <a:pt x="1120257" y="1789615"/>
                </a:cubicBezTo>
                <a:cubicBezTo>
                  <a:pt x="1073149" y="1786750"/>
                  <a:pt x="1034361" y="1768718"/>
                  <a:pt x="991903" y="1786741"/>
                </a:cubicBezTo>
                <a:cubicBezTo>
                  <a:pt x="966383" y="1781126"/>
                  <a:pt x="949501" y="1800915"/>
                  <a:pt x="883960" y="1809389"/>
                </a:cubicBezTo>
                <a:cubicBezTo>
                  <a:pt x="836064" y="1808194"/>
                  <a:pt x="826980" y="1826610"/>
                  <a:pt x="766531" y="1805053"/>
                </a:cubicBezTo>
                <a:cubicBezTo>
                  <a:pt x="732778" y="1801141"/>
                  <a:pt x="694055" y="1787044"/>
                  <a:pt x="669779" y="1800537"/>
                </a:cubicBezTo>
                <a:cubicBezTo>
                  <a:pt x="645252" y="1794709"/>
                  <a:pt x="563495" y="1813232"/>
                  <a:pt x="523898" y="1811085"/>
                </a:cubicBezTo>
                <a:cubicBezTo>
                  <a:pt x="457555" y="1798530"/>
                  <a:pt x="395227" y="1824052"/>
                  <a:pt x="360251" y="1830735"/>
                </a:cubicBezTo>
                <a:cubicBezTo>
                  <a:pt x="313564" y="1825583"/>
                  <a:pt x="298281" y="1811622"/>
                  <a:pt x="255207" y="1818275"/>
                </a:cubicBezTo>
                <a:cubicBezTo>
                  <a:pt x="206572" y="1839769"/>
                  <a:pt x="160277" y="1836800"/>
                  <a:pt x="101803" y="1870647"/>
                </a:cubicBezTo>
                <a:cubicBezTo>
                  <a:pt x="85849" y="1910002"/>
                  <a:pt x="27997" y="1845258"/>
                  <a:pt x="25397" y="1888443"/>
                </a:cubicBezTo>
                <a:cubicBezTo>
                  <a:pt x="19096" y="1881154"/>
                  <a:pt x="11260" y="1878398"/>
                  <a:pt x="2370" y="1878311"/>
                </a:cubicBezTo>
                <a:lnTo>
                  <a:pt x="0" y="1878785"/>
                </a:lnTo>
                <a:lnTo>
                  <a:pt x="0" y="0"/>
                </a:lnTo>
                <a:close/>
              </a:path>
            </a:pathLst>
          </a:custGeom>
          <a:solidFill>
            <a:srgbClr val="82766A">
              <a:alpha val="15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2BB51470-4964-97CA-57F4-D49A5C368008}"/>
              </a:ext>
            </a:extLst>
          </p:cNvPr>
          <p:cNvSpPr>
            <a:spLocks noGrp="1"/>
          </p:cNvSpPr>
          <p:nvPr>
            <p:ph type="title"/>
          </p:nvPr>
        </p:nvSpPr>
        <p:spPr>
          <a:xfrm>
            <a:off x="592429" y="450567"/>
            <a:ext cx="9392421" cy="1330841"/>
          </a:xfrm>
        </p:spPr>
        <p:txBody>
          <a:bodyPr vert="horz" lIns="91440" tIns="45720" rIns="91440" bIns="45720" rtlCol="0" anchor="ctr">
            <a:normAutofit/>
          </a:bodyPr>
          <a:lstStyle/>
          <a:p>
            <a:r>
              <a:rPr lang="en-US" b="1" kern="1200" dirty="0">
                <a:solidFill>
                  <a:schemeClr val="tx1"/>
                </a:solidFill>
                <a:latin typeface="Aptos Serif" panose="02020604070405020304" pitchFamily="18" charset="0"/>
                <a:cs typeface="Aptos Serif" panose="02020604070405020304" pitchFamily="18" charset="0"/>
              </a:rPr>
              <a:t>Program Overview</a:t>
            </a:r>
          </a:p>
        </p:txBody>
      </p:sp>
      <p:sp>
        <p:nvSpPr>
          <p:cNvPr id="4" name="Content Placeholder 3">
            <a:extLst>
              <a:ext uri="{FF2B5EF4-FFF2-40B4-BE49-F238E27FC236}">
                <a16:creationId xmlns:a16="http://schemas.microsoft.com/office/drawing/2014/main" id="{03869F4F-ADDC-598D-5D06-3BEB1534F225}"/>
              </a:ext>
            </a:extLst>
          </p:cNvPr>
          <p:cNvSpPr>
            <a:spLocks noGrp="1"/>
          </p:cNvSpPr>
          <p:nvPr>
            <p:ph sz="half" idx="2"/>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92429" y="2170243"/>
            <a:ext cx="6542466" cy="3917773"/>
          </a:xfrm>
        </p:spPr>
        <p:txBody>
          <a:bodyPr>
            <a:noAutofit/>
          </a:bodyPr>
          <a:lstStyle/>
          <a:p>
            <a:pPr marL="0" indent="0">
              <a:spcBef>
                <a:spcPts val="2500"/>
              </a:spcBef>
              <a:buNone/>
            </a:pPr>
            <a:r>
              <a:rPr lang="en-US" sz="2000" b="1" dirty="0">
                <a:solidFill>
                  <a:schemeClr val="bg2">
                    <a:lumMod val="50000"/>
                  </a:schemeClr>
                </a:solidFill>
              </a:rPr>
              <a:t>Program Duration</a:t>
            </a:r>
          </a:p>
          <a:p>
            <a:pPr marL="0" lvl="1" indent="0">
              <a:buNone/>
            </a:pPr>
            <a:r>
              <a:rPr lang="en-US" sz="1600" dirty="0"/>
              <a:t>The program spans from June to October 2025, featuring six full-day classes held monthly.</a:t>
            </a:r>
          </a:p>
          <a:p>
            <a:pPr marL="0" indent="0">
              <a:spcBef>
                <a:spcPts val="2500"/>
              </a:spcBef>
              <a:buNone/>
            </a:pPr>
            <a:r>
              <a:rPr lang="en-US" sz="2000" b="1" dirty="0">
                <a:solidFill>
                  <a:schemeClr val="bg2">
                    <a:lumMod val="50000"/>
                  </a:schemeClr>
                </a:solidFill>
              </a:rPr>
              <a:t>Expert Speakers</a:t>
            </a:r>
          </a:p>
          <a:p>
            <a:pPr marL="0" lvl="1" indent="0">
              <a:buNone/>
            </a:pPr>
            <a:r>
              <a:rPr lang="en-US" sz="1600" dirty="0"/>
              <a:t>Sessions will feature presentations and insights from expert speakers sharing lessons learned.</a:t>
            </a:r>
          </a:p>
          <a:p>
            <a:pPr marL="0" indent="0">
              <a:spcBef>
                <a:spcPts val="2500"/>
              </a:spcBef>
              <a:buNone/>
            </a:pPr>
            <a:r>
              <a:rPr lang="en-US" sz="2000" b="1" dirty="0">
                <a:solidFill>
                  <a:schemeClr val="bg2">
                    <a:lumMod val="50000"/>
                  </a:schemeClr>
                </a:solidFill>
              </a:rPr>
              <a:t>Interactive Discussions</a:t>
            </a:r>
          </a:p>
          <a:p>
            <a:pPr marL="0" lvl="1" indent="0">
              <a:buNone/>
            </a:pPr>
            <a:r>
              <a:rPr lang="en-US" sz="1600" dirty="0"/>
              <a:t>Classes will incorporate interactive discussions and meaningful conversations.</a:t>
            </a:r>
          </a:p>
          <a:p>
            <a:pPr marL="0" indent="0">
              <a:spcBef>
                <a:spcPts val="2500"/>
              </a:spcBef>
              <a:buNone/>
            </a:pPr>
            <a:r>
              <a:rPr lang="en-US" sz="2000" b="1" dirty="0">
                <a:solidFill>
                  <a:schemeClr val="bg2">
                    <a:lumMod val="50000"/>
                  </a:schemeClr>
                </a:solidFill>
              </a:rPr>
              <a:t>Site Visits and Group Projects</a:t>
            </a:r>
          </a:p>
          <a:p>
            <a:pPr marL="0" lvl="1" indent="0">
              <a:buNone/>
            </a:pPr>
            <a:r>
              <a:rPr lang="en-US" sz="1600" dirty="0"/>
              <a:t>We will make site visits, such as a tour of the Village Water Systems, and engage in group projects to enhance practical application.</a:t>
            </a:r>
          </a:p>
        </p:txBody>
      </p:sp>
      <p:pic>
        <p:nvPicPr>
          <p:cNvPr id="5" name="Content Placeholder 4">
            <a:extLst>
              <a:ext uri="{FF2B5EF4-FFF2-40B4-BE49-F238E27FC236}">
                <a16:creationId xmlns:a16="http://schemas.microsoft.com/office/drawing/2014/main" id="{C6C2DF58-8C94-417F-90F6-34C9A4D67EF6}"/>
              </a:ext>
            </a:extLst>
          </p:cNvPr>
          <p:cNvPicPr>
            <a:picLocks noGrp="1" noChangeAspect="1"/>
          </p:cNvPicPr>
          <p:nvPr>
            <p:ph sz="half" idx="1"/>
          </p:nvPr>
        </p:nvPicPr>
        <p:blipFill>
          <a:blip r:embed="rId3"/>
          <a:srcRect l="16618" r="16618"/>
          <a:stretch/>
        </p:blipFill>
        <p:spPr>
          <a:xfrm>
            <a:off x="7397993" y="1427426"/>
            <a:ext cx="4530908" cy="3755915"/>
          </a:xfrm>
          <a:prstGeom prst="rect">
            <a:avLst/>
          </a:prstGeom>
          <a:ln>
            <a:noFill/>
          </a:ln>
          <a:effectLst>
            <a:outerShdw blurRad="292100" dist="139700" dir="2700000" algn="tl" rotWithShape="0">
              <a:srgbClr val="333333">
                <a:alpha val="65000"/>
              </a:srgbClr>
            </a:outerShdw>
          </a:effectLst>
        </p:spPr>
      </p:pic>
      <p:sp>
        <p:nvSpPr>
          <p:cNvPr id="46" name="Freeform: Shape 45">
            <a:extLst>
              <a:ext uri="{FF2B5EF4-FFF2-40B4-BE49-F238E27FC236}">
                <a16:creationId xmlns:a16="http://schemas.microsoft.com/office/drawing/2014/main" id="{9A0D773F-7A7D-4DBB-9DEA-86BB8B8F4BC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5381624" y="6209414"/>
            <a:ext cx="6810375" cy="648586"/>
          </a:xfrm>
          <a:custGeom>
            <a:avLst/>
            <a:gdLst>
              <a:gd name="connsiteX0" fmla="*/ 0 w 10753706"/>
              <a:gd name="connsiteY0" fmla="*/ 0 h 1027260"/>
              <a:gd name="connsiteX1" fmla="*/ 10753706 w 10753706"/>
              <a:gd name="connsiteY1" fmla="*/ 0 h 1027260"/>
              <a:gd name="connsiteX2" fmla="*/ 10748809 w 10753706"/>
              <a:gd name="connsiteY2" fmla="*/ 2522 h 1027260"/>
              <a:gd name="connsiteX3" fmla="*/ 10725330 w 10753706"/>
              <a:gd name="connsiteY3" fmla="*/ 11977 h 1027260"/>
              <a:gd name="connsiteX4" fmla="*/ 10615423 w 10753706"/>
              <a:gd name="connsiteY4" fmla="*/ 52967 h 1027260"/>
              <a:gd name="connsiteX5" fmla="*/ 10533936 w 10753706"/>
              <a:gd name="connsiteY5" fmla="*/ 53095 h 1027260"/>
              <a:gd name="connsiteX6" fmla="*/ 10466876 w 10753706"/>
              <a:gd name="connsiteY6" fmla="*/ 45180 h 1027260"/>
              <a:gd name="connsiteX7" fmla="*/ 10355090 w 10753706"/>
              <a:gd name="connsiteY7" fmla="*/ 89741 h 1027260"/>
              <a:gd name="connsiteX8" fmla="*/ 10087145 w 10753706"/>
              <a:gd name="connsiteY8" fmla="*/ 66115 h 1027260"/>
              <a:gd name="connsiteX9" fmla="*/ 10015902 w 10753706"/>
              <a:gd name="connsiteY9" fmla="*/ 76178 h 1027260"/>
              <a:gd name="connsiteX10" fmla="*/ 9806005 w 10753706"/>
              <a:gd name="connsiteY10" fmla="*/ 102435 h 1027260"/>
              <a:gd name="connsiteX11" fmla="*/ 9602583 w 10753706"/>
              <a:gd name="connsiteY11" fmla="*/ 179170 h 1027260"/>
              <a:gd name="connsiteX12" fmla="*/ 9469719 w 10753706"/>
              <a:gd name="connsiteY12" fmla="*/ 174721 h 1027260"/>
              <a:gd name="connsiteX13" fmla="*/ 9408692 w 10753706"/>
              <a:gd name="connsiteY13" fmla="*/ 189513 h 1027260"/>
              <a:gd name="connsiteX14" fmla="*/ 9364151 w 10753706"/>
              <a:gd name="connsiteY14" fmla="*/ 194072 h 1027260"/>
              <a:gd name="connsiteX15" fmla="*/ 9337751 w 10753706"/>
              <a:gd name="connsiteY15" fmla="*/ 197579 h 1027260"/>
              <a:gd name="connsiteX16" fmla="*/ 9297166 w 10753706"/>
              <a:gd name="connsiteY16" fmla="*/ 216558 h 1027260"/>
              <a:gd name="connsiteX17" fmla="*/ 9123859 w 10753706"/>
              <a:gd name="connsiteY17" fmla="*/ 237356 h 1027260"/>
              <a:gd name="connsiteX18" fmla="*/ 8950741 w 10753706"/>
              <a:gd name="connsiteY18" fmla="*/ 238020 h 1027260"/>
              <a:gd name="connsiteX19" fmla="*/ 8718236 w 10753706"/>
              <a:gd name="connsiteY19" fmla="*/ 303148 h 1027260"/>
              <a:gd name="connsiteX20" fmla="*/ 8694011 w 10753706"/>
              <a:gd name="connsiteY20" fmla="*/ 308812 h 1027260"/>
              <a:gd name="connsiteX21" fmla="*/ 8611976 w 10753706"/>
              <a:gd name="connsiteY21" fmla="*/ 324819 h 1027260"/>
              <a:gd name="connsiteX22" fmla="*/ 8562074 w 10753706"/>
              <a:gd name="connsiteY22" fmla="*/ 337971 h 1027260"/>
              <a:gd name="connsiteX23" fmla="*/ 8501724 w 10753706"/>
              <a:gd name="connsiteY23" fmla="*/ 360865 h 1027260"/>
              <a:gd name="connsiteX24" fmla="*/ 8504489 w 10753706"/>
              <a:gd name="connsiteY24" fmla="*/ 364790 h 1027260"/>
              <a:gd name="connsiteX25" fmla="*/ 8492774 w 10753706"/>
              <a:gd name="connsiteY25" fmla="*/ 366181 h 1027260"/>
              <a:gd name="connsiteX26" fmla="*/ 8466405 w 10753706"/>
              <a:gd name="connsiteY26" fmla="*/ 368724 h 1027260"/>
              <a:gd name="connsiteX27" fmla="*/ 8427069 w 10753706"/>
              <a:gd name="connsiteY27" fmla="*/ 387211 h 1027260"/>
              <a:gd name="connsiteX28" fmla="*/ 8387766 w 10753706"/>
              <a:gd name="connsiteY28" fmla="*/ 377161 h 1027260"/>
              <a:gd name="connsiteX29" fmla="*/ 8315874 w 10753706"/>
              <a:gd name="connsiteY29" fmla="*/ 395527 h 1027260"/>
              <a:gd name="connsiteX30" fmla="*/ 8274474 w 10753706"/>
              <a:gd name="connsiteY30" fmla="*/ 405112 h 1027260"/>
              <a:gd name="connsiteX31" fmla="*/ 8234664 w 10753706"/>
              <a:gd name="connsiteY31" fmla="*/ 410219 h 1027260"/>
              <a:gd name="connsiteX32" fmla="*/ 8211268 w 10753706"/>
              <a:gd name="connsiteY32" fmla="*/ 416791 h 1027260"/>
              <a:gd name="connsiteX33" fmla="*/ 8188615 w 10753706"/>
              <a:gd name="connsiteY33" fmla="*/ 421755 h 1027260"/>
              <a:gd name="connsiteX34" fmla="*/ 8179981 w 10753706"/>
              <a:gd name="connsiteY34" fmla="*/ 420402 h 1027260"/>
              <a:gd name="connsiteX35" fmla="*/ 8179307 w 10753706"/>
              <a:gd name="connsiteY35" fmla="*/ 422516 h 1027260"/>
              <a:gd name="connsiteX36" fmla="*/ 8147929 w 10753706"/>
              <a:gd name="connsiteY36" fmla="*/ 450302 h 1027260"/>
              <a:gd name="connsiteX37" fmla="*/ 8089136 w 10753706"/>
              <a:gd name="connsiteY37" fmla="*/ 465283 h 1027260"/>
              <a:gd name="connsiteX38" fmla="*/ 8049973 w 10753706"/>
              <a:gd name="connsiteY38" fmla="*/ 454121 h 1027260"/>
              <a:gd name="connsiteX39" fmla="*/ 7965913 w 10753706"/>
              <a:gd name="connsiteY39" fmla="*/ 464415 h 1027260"/>
              <a:gd name="connsiteX40" fmla="*/ 7945093 w 10753706"/>
              <a:gd name="connsiteY40" fmla="*/ 464798 h 1027260"/>
              <a:gd name="connsiteX41" fmla="*/ 7935335 w 10753706"/>
              <a:gd name="connsiteY41" fmla="*/ 462442 h 1027260"/>
              <a:gd name="connsiteX42" fmla="*/ 7904779 w 10753706"/>
              <a:gd name="connsiteY42" fmla="*/ 471429 h 1027260"/>
              <a:gd name="connsiteX43" fmla="*/ 7855604 w 10753706"/>
              <a:gd name="connsiteY43" fmla="*/ 480199 h 1027260"/>
              <a:gd name="connsiteX44" fmla="*/ 7832630 w 10753706"/>
              <a:gd name="connsiteY44" fmla="*/ 485371 h 1027260"/>
              <a:gd name="connsiteX45" fmla="*/ 7812438 w 10753706"/>
              <a:gd name="connsiteY45" fmla="*/ 485391 h 1027260"/>
              <a:gd name="connsiteX46" fmla="*/ 7701399 w 10753706"/>
              <a:gd name="connsiteY46" fmla="*/ 495197 h 1027260"/>
              <a:gd name="connsiteX47" fmla="*/ 7674778 w 10753706"/>
              <a:gd name="connsiteY47" fmla="*/ 494723 h 1027260"/>
              <a:gd name="connsiteX48" fmla="*/ 7660445 w 10753706"/>
              <a:gd name="connsiteY48" fmla="*/ 490194 h 1027260"/>
              <a:gd name="connsiteX49" fmla="*/ 7651781 w 10753706"/>
              <a:gd name="connsiteY49" fmla="*/ 493084 h 1027260"/>
              <a:gd name="connsiteX50" fmla="*/ 7584807 w 10753706"/>
              <a:gd name="connsiteY50" fmla="*/ 499490 h 1027260"/>
              <a:gd name="connsiteX51" fmla="*/ 7541324 w 10753706"/>
              <a:gd name="connsiteY51" fmla="*/ 504184 h 1027260"/>
              <a:gd name="connsiteX52" fmla="*/ 7541756 w 10753706"/>
              <a:gd name="connsiteY52" fmla="*/ 512184 h 1027260"/>
              <a:gd name="connsiteX53" fmla="*/ 7503906 w 10753706"/>
              <a:gd name="connsiteY53" fmla="*/ 518551 h 1027260"/>
              <a:gd name="connsiteX54" fmla="*/ 7460411 w 10753706"/>
              <a:gd name="connsiteY54" fmla="*/ 517415 h 1027260"/>
              <a:gd name="connsiteX55" fmla="*/ 7460116 w 10753706"/>
              <a:gd name="connsiteY55" fmla="*/ 517548 h 1027260"/>
              <a:gd name="connsiteX56" fmla="*/ 7297810 w 10753706"/>
              <a:gd name="connsiteY56" fmla="*/ 563947 h 1027260"/>
              <a:gd name="connsiteX57" fmla="*/ 6946388 w 10753706"/>
              <a:gd name="connsiteY57" fmla="*/ 665244 h 1027260"/>
              <a:gd name="connsiteX58" fmla="*/ 6741704 w 10753706"/>
              <a:gd name="connsiteY58" fmla="*/ 679365 h 1027260"/>
              <a:gd name="connsiteX59" fmla="*/ 6624680 w 10753706"/>
              <a:gd name="connsiteY59" fmla="*/ 677674 h 1027260"/>
              <a:gd name="connsiteX60" fmla="*/ 6605700 w 10753706"/>
              <a:gd name="connsiteY60" fmla="*/ 683566 h 1027260"/>
              <a:gd name="connsiteX61" fmla="*/ 6576922 w 10753706"/>
              <a:gd name="connsiteY61" fmla="*/ 683030 h 1027260"/>
              <a:gd name="connsiteX62" fmla="*/ 6405123 w 10753706"/>
              <a:gd name="connsiteY62" fmla="*/ 721946 h 1027260"/>
              <a:gd name="connsiteX63" fmla="*/ 6368938 w 10753706"/>
              <a:gd name="connsiteY63" fmla="*/ 717341 h 1027260"/>
              <a:gd name="connsiteX64" fmla="*/ 6295102 w 10753706"/>
              <a:gd name="connsiteY64" fmla="*/ 729508 h 1027260"/>
              <a:gd name="connsiteX65" fmla="*/ 6202084 w 10753706"/>
              <a:gd name="connsiteY65" fmla="*/ 767091 h 1027260"/>
              <a:gd name="connsiteX66" fmla="*/ 6067157 w 10753706"/>
              <a:gd name="connsiteY66" fmla="*/ 790339 h 1027260"/>
              <a:gd name="connsiteX67" fmla="*/ 6061443 w 10753706"/>
              <a:gd name="connsiteY67" fmla="*/ 796151 h 1027260"/>
              <a:gd name="connsiteX68" fmla="*/ 6051406 w 10753706"/>
              <a:gd name="connsiteY68" fmla="*/ 800684 h 1027260"/>
              <a:gd name="connsiteX69" fmla="*/ 6049097 w 10753706"/>
              <a:gd name="connsiteY69" fmla="*/ 800636 h 1027260"/>
              <a:gd name="connsiteX70" fmla="*/ 6034222 w 10753706"/>
              <a:gd name="connsiteY70" fmla="*/ 804110 h 1027260"/>
              <a:gd name="connsiteX71" fmla="*/ 6033121 w 10753706"/>
              <a:gd name="connsiteY71" fmla="*/ 806078 h 1027260"/>
              <a:gd name="connsiteX72" fmla="*/ 6023593 w 10753706"/>
              <a:gd name="connsiteY72" fmla="*/ 808842 h 1027260"/>
              <a:gd name="connsiteX73" fmla="*/ 6006639 w 10753706"/>
              <a:gd name="connsiteY73" fmla="*/ 815304 h 1027260"/>
              <a:gd name="connsiteX74" fmla="*/ 6001762 w 10753706"/>
              <a:gd name="connsiteY74" fmla="*/ 815557 h 1027260"/>
              <a:gd name="connsiteX75" fmla="*/ 5973534 w 10753706"/>
              <a:gd name="connsiteY75" fmla="*/ 823815 h 1027260"/>
              <a:gd name="connsiteX76" fmla="*/ 5972336 w 10753706"/>
              <a:gd name="connsiteY76" fmla="*/ 823476 h 1027260"/>
              <a:gd name="connsiteX77" fmla="*/ 5960841 w 10753706"/>
              <a:gd name="connsiteY77" fmla="*/ 823819 h 1027260"/>
              <a:gd name="connsiteX78" fmla="*/ 5940719 w 10753706"/>
              <a:gd name="connsiteY78" fmla="*/ 825514 h 1027260"/>
              <a:gd name="connsiteX79" fmla="*/ 5884298 w 10753706"/>
              <a:gd name="connsiteY79" fmla="*/ 823806 h 1027260"/>
              <a:gd name="connsiteX80" fmla="*/ 5854779 w 10753706"/>
              <a:gd name="connsiteY80" fmla="*/ 832365 h 1027260"/>
              <a:gd name="connsiteX81" fmla="*/ 5848382 w 10753706"/>
              <a:gd name="connsiteY81" fmla="*/ 833844 h 1027260"/>
              <a:gd name="connsiteX82" fmla="*/ 5848066 w 10753706"/>
              <a:gd name="connsiteY82" fmla="*/ 833772 h 1027260"/>
              <a:gd name="connsiteX83" fmla="*/ 5840944 w 10753706"/>
              <a:gd name="connsiteY83" fmla="*/ 835132 h 1027260"/>
              <a:gd name="connsiteX84" fmla="*/ 5836719 w 10753706"/>
              <a:gd name="connsiteY84" fmla="*/ 836539 h 1027260"/>
              <a:gd name="connsiteX85" fmla="*/ 5824311 w 10753706"/>
              <a:gd name="connsiteY85" fmla="*/ 839408 h 1027260"/>
              <a:gd name="connsiteX86" fmla="*/ 5818788 w 10753706"/>
              <a:gd name="connsiteY86" fmla="*/ 839727 h 1027260"/>
              <a:gd name="connsiteX87" fmla="*/ 5763953 w 10753706"/>
              <a:gd name="connsiteY87" fmla="*/ 834282 h 1027260"/>
              <a:gd name="connsiteX88" fmla="*/ 5667748 w 10753706"/>
              <a:gd name="connsiteY88" fmla="*/ 840211 h 1027260"/>
              <a:gd name="connsiteX89" fmla="*/ 5573108 w 10753706"/>
              <a:gd name="connsiteY89" fmla="*/ 847611 h 1027260"/>
              <a:gd name="connsiteX90" fmla="*/ 5539137 w 10753706"/>
              <a:gd name="connsiteY90" fmla="*/ 851033 h 1027260"/>
              <a:gd name="connsiteX91" fmla="*/ 5510651 w 10753706"/>
              <a:gd name="connsiteY91" fmla="*/ 844215 h 1027260"/>
              <a:gd name="connsiteX92" fmla="*/ 5457331 w 10753706"/>
              <a:gd name="connsiteY92" fmla="*/ 839159 h 1027260"/>
              <a:gd name="connsiteX93" fmla="*/ 5410613 w 10753706"/>
              <a:gd name="connsiteY93" fmla="*/ 834358 h 1027260"/>
              <a:gd name="connsiteX94" fmla="*/ 5370040 w 10753706"/>
              <a:gd name="connsiteY94" fmla="*/ 862127 h 1027260"/>
              <a:gd name="connsiteX95" fmla="*/ 5318778 w 10753706"/>
              <a:gd name="connsiteY95" fmla="*/ 855310 h 1027260"/>
              <a:gd name="connsiteX96" fmla="*/ 5298645 w 10753706"/>
              <a:gd name="connsiteY96" fmla="*/ 855171 h 1027260"/>
              <a:gd name="connsiteX97" fmla="*/ 5253828 w 10753706"/>
              <a:gd name="connsiteY97" fmla="*/ 859670 h 1027260"/>
              <a:gd name="connsiteX98" fmla="*/ 5216955 w 10753706"/>
              <a:gd name="connsiteY98" fmla="*/ 866245 h 1027260"/>
              <a:gd name="connsiteX99" fmla="*/ 5214344 w 10753706"/>
              <a:gd name="connsiteY99" fmla="*/ 868102 h 1027260"/>
              <a:gd name="connsiteX100" fmla="*/ 5195561 w 10753706"/>
              <a:gd name="connsiteY100" fmla="*/ 869949 h 1027260"/>
              <a:gd name="connsiteX101" fmla="*/ 5182555 w 10753706"/>
              <a:gd name="connsiteY101" fmla="*/ 873542 h 1027260"/>
              <a:gd name="connsiteX102" fmla="*/ 5172552 w 10753706"/>
              <a:gd name="connsiteY102" fmla="*/ 878801 h 1027260"/>
              <a:gd name="connsiteX103" fmla="*/ 5027993 w 10753706"/>
              <a:gd name="connsiteY103" fmla="*/ 889666 h 1027260"/>
              <a:gd name="connsiteX104" fmla="*/ 4939844 w 10753706"/>
              <a:gd name="connsiteY104" fmla="*/ 934802 h 1027260"/>
              <a:gd name="connsiteX105" fmla="*/ 4792576 w 10753706"/>
              <a:gd name="connsiteY105" fmla="*/ 934820 h 1027260"/>
              <a:gd name="connsiteX106" fmla="*/ 4602423 w 10753706"/>
              <a:gd name="connsiteY106" fmla="*/ 958063 h 1027260"/>
              <a:gd name="connsiteX107" fmla="*/ 4290656 w 10753706"/>
              <a:gd name="connsiteY107" fmla="*/ 969152 h 1027260"/>
              <a:gd name="connsiteX108" fmla="*/ 3952334 w 10753706"/>
              <a:gd name="connsiteY108" fmla="*/ 954043 h 1027260"/>
              <a:gd name="connsiteX109" fmla="*/ 3858560 w 10753706"/>
              <a:gd name="connsiteY109" fmla="*/ 948781 h 1027260"/>
              <a:gd name="connsiteX110" fmla="*/ 3846597 w 10753706"/>
              <a:gd name="connsiteY110" fmla="*/ 948382 h 1027260"/>
              <a:gd name="connsiteX111" fmla="*/ 3736044 w 10753706"/>
              <a:gd name="connsiteY111" fmla="*/ 947759 h 1027260"/>
              <a:gd name="connsiteX112" fmla="*/ 3713136 w 10753706"/>
              <a:gd name="connsiteY112" fmla="*/ 946963 h 1027260"/>
              <a:gd name="connsiteX113" fmla="*/ 3695939 w 10753706"/>
              <a:gd name="connsiteY113" fmla="*/ 943639 h 1027260"/>
              <a:gd name="connsiteX114" fmla="*/ 3694125 w 10753706"/>
              <a:gd name="connsiteY114" fmla="*/ 940567 h 1027260"/>
              <a:gd name="connsiteX115" fmla="*/ 3681925 w 10753706"/>
              <a:gd name="connsiteY115" fmla="*/ 939706 h 1027260"/>
              <a:gd name="connsiteX116" fmla="*/ 3679204 w 10753706"/>
              <a:gd name="connsiteY116" fmla="*/ 938926 h 1027260"/>
              <a:gd name="connsiteX117" fmla="*/ 3615656 w 10753706"/>
              <a:gd name="connsiteY117" fmla="*/ 940320 h 1027260"/>
              <a:gd name="connsiteX118" fmla="*/ 3567983 w 10753706"/>
              <a:gd name="connsiteY118" fmla="*/ 935596 h 1027260"/>
              <a:gd name="connsiteX119" fmla="*/ 3422423 w 10753706"/>
              <a:gd name="connsiteY119" fmla="*/ 932129 h 1027260"/>
              <a:gd name="connsiteX120" fmla="*/ 3310925 w 10753706"/>
              <a:gd name="connsiteY120" fmla="*/ 911072 h 1027260"/>
              <a:gd name="connsiteX121" fmla="*/ 3139421 w 10753706"/>
              <a:gd name="connsiteY121" fmla="*/ 934151 h 1027260"/>
              <a:gd name="connsiteX122" fmla="*/ 2996922 w 10753706"/>
              <a:gd name="connsiteY122" fmla="*/ 927537 h 1027260"/>
              <a:gd name="connsiteX123" fmla="*/ 2982785 w 10753706"/>
              <a:gd name="connsiteY123" fmla="*/ 931453 h 1027260"/>
              <a:gd name="connsiteX124" fmla="*/ 2967478 w 10753706"/>
              <a:gd name="connsiteY124" fmla="*/ 933397 h 1027260"/>
              <a:gd name="connsiteX125" fmla="*/ 2948552 w 10753706"/>
              <a:gd name="connsiteY125" fmla="*/ 932961 h 1027260"/>
              <a:gd name="connsiteX126" fmla="*/ 2944404 w 10753706"/>
              <a:gd name="connsiteY126" fmla="*/ 934452 h 1027260"/>
              <a:gd name="connsiteX127" fmla="*/ 2908608 w 10753706"/>
              <a:gd name="connsiteY127" fmla="*/ 937205 h 1027260"/>
              <a:gd name="connsiteX128" fmla="*/ 2904443 w 10753706"/>
              <a:gd name="connsiteY128" fmla="*/ 936455 h 1027260"/>
              <a:gd name="connsiteX129" fmla="*/ 2868935 w 10753706"/>
              <a:gd name="connsiteY129" fmla="*/ 938022 h 1027260"/>
              <a:gd name="connsiteX130" fmla="*/ 2868586 w 10753706"/>
              <a:gd name="connsiteY130" fmla="*/ 937487 h 1027260"/>
              <a:gd name="connsiteX131" fmla="*/ 2859191 w 10753706"/>
              <a:gd name="connsiteY131" fmla="*/ 935503 h 1027260"/>
              <a:gd name="connsiteX132" fmla="*/ 2840915 w 10753706"/>
              <a:gd name="connsiteY132" fmla="*/ 932977 h 1027260"/>
              <a:gd name="connsiteX133" fmla="*/ 2763509 w 10753706"/>
              <a:gd name="connsiteY133" fmla="*/ 921850 h 1027260"/>
              <a:gd name="connsiteX134" fmla="*/ 2756121 w 10753706"/>
              <a:gd name="connsiteY134" fmla="*/ 921864 h 1027260"/>
              <a:gd name="connsiteX135" fmla="*/ 2755998 w 10753706"/>
              <a:gd name="connsiteY135" fmla="*/ 921739 h 1027260"/>
              <a:gd name="connsiteX136" fmla="*/ 2748255 w 10753706"/>
              <a:gd name="connsiteY136" fmla="*/ 921505 h 1027260"/>
              <a:gd name="connsiteX137" fmla="*/ 2694601 w 10753706"/>
              <a:gd name="connsiteY137" fmla="*/ 915575 h 1027260"/>
              <a:gd name="connsiteX138" fmla="*/ 2635357 w 10753706"/>
              <a:gd name="connsiteY138" fmla="*/ 910976 h 1027260"/>
              <a:gd name="connsiteX139" fmla="*/ 2601047 w 10753706"/>
              <a:gd name="connsiteY139" fmla="*/ 910263 h 1027260"/>
              <a:gd name="connsiteX140" fmla="*/ 2507482 w 10753706"/>
              <a:gd name="connsiteY140" fmla="*/ 906211 h 1027260"/>
              <a:gd name="connsiteX141" fmla="*/ 2413884 w 10753706"/>
              <a:gd name="connsiteY141" fmla="*/ 900545 h 1027260"/>
              <a:gd name="connsiteX142" fmla="*/ 2368912 w 10753706"/>
              <a:gd name="connsiteY142" fmla="*/ 888755 h 1027260"/>
              <a:gd name="connsiteX143" fmla="*/ 2349490 w 10753706"/>
              <a:gd name="connsiteY143" fmla="*/ 889719 h 1027260"/>
              <a:gd name="connsiteX144" fmla="*/ 2344290 w 10753706"/>
              <a:gd name="connsiteY144" fmla="*/ 890584 h 1027260"/>
              <a:gd name="connsiteX145" fmla="*/ 2336488 w 10753706"/>
              <a:gd name="connsiteY145" fmla="*/ 891058 h 1027260"/>
              <a:gd name="connsiteX146" fmla="*/ 2329015 w 10753706"/>
              <a:gd name="connsiteY146" fmla="*/ 891627 h 1027260"/>
              <a:gd name="connsiteX147" fmla="*/ 2293898 w 10753706"/>
              <a:gd name="connsiteY147" fmla="*/ 896431 h 1027260"/>
              <a:gd name="connsiteX148" fmla="*/ 2243927 w 10753706"/>
              <a:gd name="connsiteY148" fmla="*/ 888076 h 1027260"/>
              <a:gd name="connsiteX149" fmla="*/ 2223920 w 10753706"/>
              <a:gd name="connsiteY149" fmla="*/ 887331 h 1027260"/>
              <a:gd name="connsiteX150" fmla="*/ 2213081 w 10753706"/>
              <a:gd name="connsiteY150" fmla="*/ 886302 h 1027260"/>
              <a:gd name="connsiteX151" fmla="*/ 2212307 w 10753706"/>
              <a:gd name="connsiteY151" fmla="*/ 885829 h 1027260"/>
              <a:gd name="connsiteX152" fmla="*/ 2152321 w 10753706"/>
              <a:gd name="connsiteY152" fmla="*/ 894418 h 1027260"/>
              <a:gd name="connsiteX153" fmla="*/ 2140985 w 10753706"/>
              <a:gd name="connsiteY153" fmla="*/ 895968 h 1027260"/>
              <a:gd name="connsiteX154" fmla="*/ 2121210 w 10753706"/>
              <a:gd name="connsiteY154" fmla="*/ 899354 h 1027260"/>
              <a:gd name="connsiteX155" fmla="*/ 2119146 w 10753706"/>
              <a:gd name="connsiteY155" fmla="*/ 899033 h 1027260"/>
              <a:gd name="connsiteX156" fmla="*/ 2105666 w 10753706"/>
              <a:gd name="connsiteY156" fmla="*/ 902240 h 1027260"/>
              <a:gd name="connsiteX157" fmla="*/ 2094924 w 10753706"/>
              <a:gd name="connsiteY157" fmla="*/ 907203 h 1027260"/>
              <a:gd name="connsiteX158" fmla="*/ 1949478 w 10753706"/>
              <a:gd name="connsiteY158" fmla="*/ 913748 h 1027260"/>
              <a:gd name="connsiteX159" fmla="*/ 1749684 w 10753706"/>
              <a:gd name="connsiteY159" fmla="*/ 942223 h 1027260"/>
              <a:gd name="connsiteX160" fmla="*/ 1585576 w 10753706"/>
              <a:gd name="connsiteY160" fmla="*/ 954170 h 1027260"/>
              <a:gd name="connsiteX161" fmla="*/ 1476250 w 10753706"/>
              <a:gd name="connsiteY161" fmla="*/ 950653 h 1027260"/>
              <a:gd name="connsiteX162" fmla="*/ 1433927 w 10753706"/>
              <a:gd name="connsiteY162" fmla="*/ 959926 h 1027260"/>
              <a:gd name="connsiteX163" fmla="*/ 1414893 w 10753706"/>
              <a:gd name="connsiteY163" fmla="*/ 957671 h 1027260"/>
              <a:gd name="connsiteX164" fmla="*/ 1411585 w 10753706"/>
              <a:gd name="connsiteY164" fmla="*/ 957179 h 1027260"/>
              <a:gd name="connsiteX165" fmla="*/ 1398896 w 10753706"/>
              <a:gd name="connsiteY165" fmla="*/ 957460 h 1027260"/>
              <a:gd name="connsiteX166" fmla="*/ 1394632 w 10753706"/>
              <a:gd name="connsiteY166" fmla="*/ 954725 h 1027260"/>
              <a:gd name="connsiteX167" fmla="*/ 1375043 w 10753706"/>
              <a:gd name="connsiteY167" fmla="*/ 953132 h 1027260"/>
              <a:gd name="connsiteX168" fmla="*/ 1351876 w 10753706"/>
              <a:gd name="connsiteY168" fmla="*/ 954436 h 1027260"/>
              <a:gd name="connsiteX169" fmla="*/ 1242676 w 10753706"/>
              <a:gd name="connsiteY169" fmla="*/ 963767 h 1027260"/>
              <a:gd name="connsiteX170" fmla="*/ 1205993 w 10753706"/>
              <a:gd name="connsiteY170" fmla="*/ 974080 h 1027260"/>
              <a:gd name="connsiteX171" fmla="*/ 1052221 w 10753706"/>
              <a:gd name="connsiteY171" fmla="*/ 963954 h 1027260"/>
              <a:gd name="connsiteX172" fmla="*/ 968270 w 10753706"/>
              <a:gd name="connsiteY172" fmla="*/ 964761 h 1027260"/>
              <a:gd name="connsiteX173" fmla="*/ 874493 w 10753706"/>
              <a:gd name="connsiteY173" fmla="*/ 998122 h 1027260"/>
              <a:gd name="connsiteX174" fmla="*/ 814411 w 10753706"/>
              <a:gd name="connsiteY174" fmla="*/ 1007391 h 1027260"/>
              <a:gd name="connsiteX175" fmla="*/ 688604 w 10753706"/>
              <a:gd name="connsiteY175" fmla="*/ 1015631 h 1027260"/>
              <a:gd name="connsiteX176" fmla="*/ 618171 w 10753706"/>
              <a:gd name="connsiteY176" fmla="*/ 1027260 h 1027260"/>
              <a:gd name="connsiteX177" fmla="*/ 570379 w 10753706"/>
              <a:gd name="connsiteY177" fmla="*/ 1023487 h 1027260"/>
              <a:gd name="connsiteX178" fmla="*/ 482519 w 10753706"/>
              <a:gd name="connsiteY178" fmla="*/ 1002108 h 1027260"/>
              <a:gd name="connsiteX179" fmla="*/ 475319 w 10753706"/>
              <a:gd name="connsiteY179" fmla="*/ 1009922 h 1027260"/>
              <a:gd name="connsiteX180" fmla="*/ 431104 w 10753706"/>
              <a:gd name="connsiteY180" fmla="*/ 1009317 h 1027260"/>
              <a:gd name="connsiteX181" fmla="*/ 363782 w 10753706"/>
              <a:gd name="connsiteY181" fmla="*/ 1007585 h 1027260"/>
              <a:gd name="connsiteX182" fmla="*/ 325533 w 10753706"/>
              <a:gd name="connsiteY182" fmla="*/ 1008502 h 1027260"/>
              <a:gd name="connsiteX183" fmla="*/ 220429 w 10753706"/>
              <a:gd name="connsiteY183" fmla="*/ 1008927 h 1027260"/>
              <a:gd name="connsiteX184" fmla="*/ 114676 w 10753706"/>
              <a:gd name="connsiteY184" fmla="*/ 1007765 h 1027260"/>
              <a:gd name="connsiteX185" fmla="*/ 13470 w 10753706"/>
              <a:gd name="connsiteY185" fmla="*/ 998544 h 1027260"/>
              <a:gd name="connsiteX186" fmla="*/ 0 w 10753706"/>
              <a:gd name="connsiteY186" fmla="*/ 997355 h 10272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Lst>
            <a:rect l="l" t="t" r="r" b="b"/>
            <a:pathLst>
              <a:path w="10753706" h="1027260">
                <a:moveTo>
                  <a:pt x="0" y="0"/>
                </a:moveTo>
                <a:lnTo>
                  <a:pt x="10753706" y="0"/>
                </a:lnTo>
                <a:lnTo>
                  <a:pt x="10748809" y="2522"/>
                </a:lnTo>
                <a:cubicBezTo>
                  <a:pt x="10744031" y="4644"/>
                  <a:pt x="10737551" y="7204"/>
                  <a:pt x="10725330" y="11977"/>
                </a:cubicBezTo>
                <a:cubicBezTo>
                  <a:pt x="10700888" y="21523"/>
                  <a:pt x="10652058" y="39304"/>
                  <a:pt x="10615423" y="52967"/>
                </a:cubicBezTo>
                <a:cubicBezTo>
                  <a:pt x="10598524" y="49017"/>
                  <a:pt x="10550674" y="61360"/>
                  <a:pt x="10533936" y="53095"/>
                </a:cubicBezTo>
                <a:cubicBezTo>
                  <a:pt x="10519435" y="55674"/>
                  <a:pt x="10480156" y="49393"/>
                  <a:pt x="10466876" y="45180"/>
                </a:cubicBezTo>
                <a:cubicBezTo>
                  <a:pt x="10443145" y="68059"/>
                  <a:pt x="10382269" y="71294"/>
                  <a:pt x="10355090" y="89741"/>
                </a:cubicBezTo>
                <a:cubicBezTo>
                  <a:pt x="10286222" y="95376"/>
                  <a:pt x="10146285" y="63529"/>
                  <a:pt x="10087145" y="66115"/>
                </a:cubicBezTo>
                <a:cubicBezTo>
                  <a:pt x="10067575" y="79584"/>
                  <a:pt x="10043111" y="68921"/>
                  <a:pt x="10015902" y="76178"/>
                </a:cubicBezTo>
                <a:cubicBezTo>
                  <a:pt x="9952302" y="84628"/>
                  <a:pt x="9893286" y="103337"/>
                  <a:pt x="9806005" y="102435"/>
                </a:cubicBezTo>
                <a:cubicBezTo>
                  <a:pt x="9782247" y="141133"/>
                  <a:pt x="9674787" y="151643"/>
                  <a:pt x="9602583" y="179170"/>
                </a:cubicBezTo>
                <a:cubicBezTo>
                  <a:pt x="9557658" y="187584"/>
                  <a:pt x="9478290" y="154235"/>
                  <a:pt x="9469719" y="174721"/>
                </a:cubicBezTo>
                <a:cubicBezTo>
                  <a:pt x="9443779" y="165070"/>
                  <a:pt x="9431317" y="185692"/>
                  <a:pt x="9408692" y="189513"/>
                </a:cubicBezTo>
                <a:cubicBezTo>
                  <a:pt x="9387154" y="183843"/>
                  <a:pt x="9380475" y="191089"/>
                  <a:pt x="9364151" y="194072"/>
                </a:cubicBezTo>
                <a:cubicBezTo>
                  <a:pt x="9354686" y="190222"/>
                  <a:pt x="9340485" y="191782"/>
                  <a:pt x="9337751" y="197579"/>
                </a:cubicBezTo>
                <a:cubicBezTo>
                  <a:pt x="9349566" y="209270"/>
                  <a:pt x="9297468" y="207714"/>
                  <a:pt x="9297166" y="216558"/>
                </a:cubicBezTo>
                <a:cubicBezTo>
                  <a:pt x="9269057" y="220999"/>
                  <a:pt x="9139630" y="221783"/>
                  <a:pt x="9123859" y="237356"/>
                </a:cubicBezTo>
                <a:cubicBezTo>
                  <a:pt x="9068176" y="249209"/>
                  <a:pt x="8975349" y="235349"/>
                  <a:pt x="8950741" y="238020"/>
                </a:cubicBezTo>
                <a:cubicBezTo>
                  <a:pt x="8916265" y="215428"/>
                  <a:pt x="8822808" y="292026"/>
                  <a:pt x="8718236" y="303148"/>
                </a:cubicBezTo>
                <a:cubicBezTo>
                  <a:pt x="8703111" y="302060"/>
                  <a:pt x="8695551" y="302792"/>
                  <a:pt x="8694011" y="308812"/>
                </a:cubicBezTo>
                <a:cubicBezTo>
                  <a:pt x="8661810" y="312764"/>
                  <a:pt x="8637956" y="329628"/>
                  <a:pt x="8611976" y="324819"/>
                </a:cubicBezTo>
                <a:cubicBezTo>
                  <a:pt x="8621849" y="336388"/>
                  <a:pt x="8562809" y="325917"/>
                  <a:pt x="8562074" y="337971"/>
                </a:cubicBezTo>
                <a:cubicBezTo>
                  <a:pt x="8543699" y="343978"/>
                  <a:pt x="8511321" y="356396"/>
                  <a:pt x="8501724" y="360865"/>
                </a:cubicBezTo>
                <a:lnTo>
                  <a:pt x="8504489" y="364790"/>
                </a:lnTo>
                <a:lnTo>
                  <a:pt x="8492774" y="366181"/>
                </a:lnTo>
                <a:lnTo>
                  <a:pt x="8466405" y="368724"/>
                </a:lnTo>
                <a:cubicBezTo>
                  <a:pt x="8455454" y="372229"/>
                  <a:pt x="8440175" y="385805"/>
                  <a:pt x="8427069" y="387211"/>
                </a:cubicBezTo>
                <a:cubicBezTo>
                  <a:pt x="8400442" y="392215"/>
                  <a:pt x="8397079" y="382989"/>
                  <a:pt x="8387766" y="377161"/>
                </a:cubicBezTo>
                <a:cubicBezTo>
                  <a:pt x="8369233" y="378548"/>
                  <a:pt x="8334756" y="390869"/>
                  <a:pt x="8315874" y="395527"/>
                </a:cubicBezTo>
                <a:cubicBezTo>
                  <a:pt x="8306664" y="400500"/>
                  <a:pt x="8272845" y="393679"/>
                  <a:pt x="8274474" y="405112"/>
                </a:cubicBezTo>
                <a:cubicBezTo>
                  <a:pt x="8255483" y="406194"/>
                  <a:pt x="8244963" y="408376"/>
                  <a:pt x="8234664" y="410219"/>
                </a:cubicBezTo>
                <a:lnTo>
                  <a:pt x="8211268" y="416791"/>
                </a:lnTo>
                <a:cubicBezTo>
                  <a:pt x="8204720" y="419941"/>
                  <a:pt x="8197411" y="422004"/>
                  <a:pt x="8188615" y="421755"/>
                </a:cubicBezTo>
                <a:lnTo>
                  <a:pt x="8179981" y="420402"/>
                </a:lnTo>
                <a:lnTo>
                  <a:pt x="8179307" y="422516"/>
                </a:lnTo>
                <a:cubicBezTo>
                  <a:pt x="8179027" y="425797"/>
                  <a:pt x="8175790" y="448341"/>
                  <a:pt x="8147929" y="450302"/>
                </a:cubicBezTo>
                <a:cubicBezTo>
                  <a:pt x="8130300" y="457967"/>
                  <a:pt x="8114933" y="461015"/>
                  <a:pt x="8089136" y="465283"/>
                </a:cubicBezTo>
                <a:cubicBezTo>
                  <a:pt x="8072810" y="465920"/>
                  <a:pt x="8069376" y="451569"/>
                  <a:pt x="8049973" y="454121"/>
                </a:cubicBezTo>
                <a:cubicBezTo>
                  <a:pt x="7974508" y="471465"/>
                  <a:pt x="8006050" y="447139"/>
                  <a:pt x="7965913" y="464415"/>
                </a:cubicBezTo>
                <a:cubicBezTo>
                  <a:pt x="7958234" y="466025"/>
                  <a:pt x="7951405" y="465800"/>
                  <a:pt x="7945093" y="464798"/>
                </a:cubicBezTo>
                <a:lnTo>
                  <a:pt x="7935335" y="462442"/>
                </a:lnTo>
                <a:lnTo>
                  <a:pt x="7904779" y="471429"/>
                </a:lnTo>
                <a:cubicBezTo>
                  <a:pt x="7889387" y="474999"/>
                  <a:pt x="7872867" y="477951"/>
                  <a:pt x="7855604" y="480199"/>
                </a:cubicBezTo>
                <a:cubicBezTo>
                  <a:pt x="7850005" y="476378"/>
                  <a:pt x="7838628" y="483595"/>
                  <a:pt x="7832630" y="485371"/>
                </a:cubicBezTo>
                <a:cubicBezTo>
                  <a:pt x="7831473" y="482645"/>
                  <a:pt x="7816623" y="482661"/>
                  <a:pt x="7812438" y="485391"/>
                </a:cubicBezTo>
                <a:cubicBezTo>
                  <a:pt x="7709470" y="505049"/>
                  <a:pt x="7759426" y="473956"/>
                  <a:pt x="7701399" y="495197"/>
                </a:cubicBezTo>
                <a:cubicBezTo>
                  <a:pt x="7690986" y="496989"/>
                  <a:pt x="7682397" y="496365"/>
                  <a:pt x="7674778" y="494723"/>
                </a:cubicBezTo>
                <a:lnTo>
                  <a:pt x="7660445" y="490194"/>
                </a:lnTo>
                <a:lnTo>
                  <a:pt x="7651781" y="493084"/>
                </a:lnTo>
                <a:cubicBezTo>
                  <a:pt x="7616113" y="496548"/>
                  <a:pt x="7603273" y="491735"/>
                  <a:pt x="7584807" y="499490"/>
                </a:cubicBezTo>
                <a:cubicBezTo>
                  <a:pt x="7549256" y="490212"/>
                  <a:pt x="7563949" y="500167"/>
                  <a:pt x="7541324" y="504184"/>
                </a:cubicBezTo>
                <a:cubicBezTo>
                  <a:pt x="7523851" y="508307"/>
                  <a:pt x="7559546" y="509825"/>
                  <a:pt x="7541756" y="512184"/>
                </a:cubicBezTo>
                <a:cubicBezTo>
                  <a:pt x="7520963" y="510864"/>
                  <a:pt x="7525755" y="520497"/>
                  <a:pt x="7503906" y="518551"/>
                </a:cubicBezTo>
                <a:cubicBezTo>
                  <a:pt x="7505924" y="510774"/>
                  <a:pt x="7464361" y="523683"/>
                  <a:pt x="7460411" y="517415"/>
                </a:cubicBezTo>
                <a:lnTo>
                  <a:pt x="7460116" y="517548"/>
                </a:lnTo>
                <a:cubicBezTo>
                  <a:pt x="7447785" y="530928"/>
                  <a:pt x="7310141" y="550568"/>
                  <a:pt x="7297810" y="563947"/>
                </a:cubicBezTo>
                <a:cubicBezTo>
                  <a:pt x="7221791" y="605698"/>
                  <a:pt x="7039072" y="646008"/>
                  <a:pt x="6946388" y="665244"/>
                </a:cubicBezTo>
                <a:cubicBezTo>
                  <a:pt x="6853704" y="684480"/>
                  <a:pt x="6804875" y="677485"/>
                  <a:pt x="6741704" y="679365"/>
                </a:cubicBezTo>
                <a:lnTo>
                  <a:pt x="6624680" y="677674"/>
                </a:lnTo>
                <a:lnTo>
                  <a:pt x="6605700" y="683566"/>
                </a:lnTo>
                <a:cubicBezTo>
                  <a:pt x="6603309" y="685184"/>
                  <a:pt x="6599550" y="685647"/>
                  <a:pt x="6576922" y="683030"/>
                </a:cubicBezTo>
                <a:cubicBezTo>
                  <a:pt x="6527275" y="698355"/>
                  <a:pt x="6440981" y="702347"/>
                  <a:pt x="6405123" y="721946"/>
                </a:cubicBezTo>
                <a:cubicBezTo>
                  <a:pt x="6407963" y="715467"/>
                  <a:pt x="6383450" y="712913"/>
                  <a:pt x="6368938" y="717341"/>
                </a:cubicBezTo>
                <a:cubicBezTo>
                  <a:pt x="6377914" y="692119"/>
                  <a:pt x="6315316" y="744281"/>
                  <a:pt x="6295102" y="729508"/>
                </a:cubicBezTo>
                <a:cubicBezTo>
                  <a:pt x="6300358" y="744473"/>
                  <a:pt x="6240070" y="776254"/>
                  <a:pt x="6202084" y="767091"/>
                </a:cubicBezTo>
                <a:cubicBezTo>
                  <a:pt x="6152826" y="774744"/>
                  <a:pt x="6122010" y="790367"/>
                  <a:pt x="6067157" y="790339"/>
                </a:cubicBezTo>
                <a:cubicBezTo>
                  <a:pt x="6066310" y="792484"/>
                  <a:pt x="6064283" y="794403"/>
                  <a:pt x="6061443" y="796151"/>
                </a:cubicBezTo>
                <a:lnTo>
                  <a:pt x="6051406" y="800684"/>
                </a:lnTo>
                <a:lnTo>
                  <a:pt x="6049097" y="800636"/>
                </a:lnTo>
                <a:cubicBezTo>
                  <a:pt x="6040408" y="801393"/>
                  <a:pt x="6036299" y="802645"/>
                  <a:pt x="6034222" y="804110"/>
                </a:cubicBezTo>
                <a:lnTo>
                  <a:pt x="6033121" y="806078"/>
                </a:lnTo>
                <a:lnTo>
                  <a:pt x="6023593" y="808842"/>
                </a:lnTo>
                <a:lnTo>
                  <a:pt x="6006639" y="815304"/>
                </a:lnTo>
                <a:lnTo>
                  <a:pt x="6001762" y="815557"/>
                </a:lnTo>
                <a:lnTo>
                  <a:pt x="5973534" y="823815"/>
                </a:lnTo>
                <a:lnTo>
                  <a:pt x="5972336" y="823476"/>
                </a:lnTo>
                <a:cubicBezTo>
                  <a:pt x="5969004" y="822901"/>
                  <a:pt x="5965329" y="822833"/>
                  <a:pt x="5960841" y="823819"/>
                </a:cubicBezTo>
                <a:cubicBezTo>
                  <a:pt x="5955860" y="815655"/>
                  <a:pt x="5953515" y="821882"/>
                  <a:pt x="5940719" y="825514"/>
                </a:cubicBezTo>
                <a:cubicBezTo>
                  <a:pt x="5930130" y="813644"/>
                  <a:pt x="5900943" y="827979"/>
                  <a:pt x="5884298" y="823806"/>
                </a:cubicBezTo>
                <a:cubicBezTo>
                  <a:pt x="5875133" y="826741"/>
                  <a:pt x="5865250" y="829630"/>
                  <a:pt x="5854779" y="832365"/>
                </a:cubicBezTo>
                <a:lnTo>
                  <a:pt x="5848382" y="833844"/>
                </a:lnTo>
                <a:lnTo>
                  <a:pt x="5848066" y="833772"/>
                </a:lnTo>
                <a:cubicBezTo>
                  <a:pt x="5846273" y="833879"/>
                  <a:pt x="5844018" y="834284"/>
                  <a:pt x="5840944" y="835132"/>
                </a:cubicBezTo>
                <a:lnTo>
                  <a:pt x="5836719" y="836539"/>
                </a:lnTo>
                <a:lnTo>
                  <a:pt x="5824311" y="839408"/>
                </a:lnTo>
                <a:lnTo>
                  <a:pt x="5818788" y="839727"/>
                </a:lnTo>
                <a:cubicBezTo>
                  <a:pt x="5797008" y="838594"/>
                  <a:pt x="5786883" y="822081"/>
                  <a:pt x="5763953" y="834282"/>
                </a:cubicBezTo>
                <a:cubicBezTo>
                  <a:pt x="5726813" y="837521"/>
                  <a:pt x="5699446" y="830949"/>
                  <a:pt x="5667748" y="840211"/>
                </a:cubicBezTo>
                <a:cubicBezTo>
                  <a:pt x="5632959" y="843205"/>
                  <a:pt x="5601436" y="842280"/>
                  <a:pt x="5573108" y="847611"/>
                </a:cubicBezTo>
                <a:cubicBezTo>
                  <a:pt x="5560030" y="845832"/>
                  <a:pt x="5549547" y="851598"/>
                  <a:pt x="5539137" y="851033"/>
                </a:cubicBezTo>
                <a:cubicBezTo>
                  <a:pt x="5528728" y="850467"/>
                  <a:pt x="5529256" y="837509"/>
                  <a:pt x="5510651" y="844215"/>
                </a:cubicBezTo>
                <a:cubicBezTo>
                  <a:pt x="5494241" y="833607"/>
                  <a:pt x="5466101" y="839171"/>
                  <a:pt x="5457331" y="839159"/>
                </a:cubicBezTo>
                <a:lnTo>
                  <a:pt x="5410613" y="834358"/>
                </a:lnTo>
                <a:lnTo>
                  <a:pt x="5370040" y="862127"/>
                </a:lnTo>
                <a:cubicBezTo>
                  <a:pt x="5357863" y="856469"/>
                  <a:pt x="5319115" y="868069"/>
                  <a:pt x="5318778" y="855310"/>
                </a:cubicBezTo>
                <a:cubicBezTo>
                  <a:pt x="5303920" y="857760"/>
                  <a:pt x="5296727" y="863736"/>
                  <a:pt x="5298645" y="855171"/>
                </a:cubicBezTo>
                <a:cubicBezTo>
                  <a:pt x="5287819" y="855897"/>
                  <a:pt x="5267444" y="857825"/>
                  <a:pt x="5253828" y="859670"/>
                </a:cubicBezTo>
                <a:lnTo>
                  <a:pt x="5216955" y="866245"/>
                </a:lnTo>
                <a:lnTo>
                  <a:pt x="5214344" y="868102"/>
                </a:lnTo>
                <a:cubicBezTo>
                  <a:pt x="5210778" y="868719"/>
                  <a:pt x="5200859" y="869042"/>
                  <a:pt x="5195561" y="869949"/>
                </a:cubicBezTo>
                <a:lnTo>
                  <a:pt x="5182555" y="873542"/>
                </a:lnTo>
                <a:cubicBezTo>
                  <a:pt x="5178496" y="875023"/>
                  <a:pt x="5175066" y="876746"/>
                  <a:pt x="5172552" y="878801"/>
                </a:cubicBezTo>
                <a:cubicBezTo>
                  <a:pt x="5121406" y="873797"/>
                  <a:pt x="5080096" y="886529"/>
                  <a:pt x="5027993" y="889666"/>
                </a:cubicBezTo>
                <a:cubicBezTo>
                  <a:pt x="4999924" y="877115"/>
                  <a:pt x="4946973" y="919452"/>
                  <a:pt x="4939844" y="934802"/>
                </a:cubicBezTo>
                <a:cubicBezTo>
                  <a:pt x="4895154" y="940701"/>
                  <a:pt x="4844006" y="928240"/>
                  <a:pt x="4792576" y="934820"/>
                </a:cubicBezTo>
                <a:lnTo>
                  <a:pt x="4602423" y="958063"/>
                </a:lnTo>
                <a:cubicBezTo>
                  <a:pt x="4488530" y="967131"/>
                  <a:pt x="4399004" y="969822"/>
                  <a:pt x="4290656" y="969152"/>
                </a:cubicBezTo>
                <a:cubicBezTo>
                  <a:pt x="4182308" y="968482"/>
                  <a:pt x="4046938" y="971167"/>
                  <a:pt x="3952334" y="954043"/>
                </a:cubicBezTo>
                <a:lnTo>
                  <a:pt x="3858560" y="948781"/>
                </a:lnTo>
                <a:lnTo>
                  <a:pt x="3846597" y="948382"/>
                </a:lnTo>
                <a:cubicBezTo>
                  <a:pt x="3807516" y="956616"/>
                  <a:pt x="3767475" y="941640"/>
                  <a:pt x="3736044" y="947759"/>
                </a:cubicBezTo>
                <a:cubicBezTo>
                  <a:pt x="3727323" y="948128"/>
                  <a:pt x="3719828" y="947771"/>
                  <a:pt x="3713136" y="946963"/>
                </a:cubicBezTo>
                <a:lnTo>
                  <a:pt x="3695939" y="943639"/>
                </a:lnTo>
                <a:lnTo>
                  <a:pt x="3694125" y="940567"/>
                </a:lnTo>
                <a:lnTo>
                  <a:pt x="3681925" y="939706"/>
                </a:lnTo>
                <a:lnTo>
                  <a:pt x="3679204" y="938926"/>
                </a:lnTo>
                <a:cubicBezTo>
                  <a:pt x="3668160" y="939028"/>
                  <a:pt x="3634193" y="940875"/>
                  <a:pt x="3615656" y="940320"/>
                </a:cubicBezTo>
                <a:cubicBezTo>
                  <a:pt x="3582626" y="936974"/>
                  <a:pt x="3593904" y="949140"/>
                  <a:pt x="3567983" y="935596"/>
                </a:cubicBezTo>
                <a:cubicBezTo>
                  <a:pt x="3504185" y="939048"/>
                  <a:pt x="3482818" y="922224"/>
                  <a:pt x="3422423" y="932129"/>
                </a:cubicBezTo>
                <a:cubicBezTo>
                  <a:pt x="3369166" y="933413"/>
                  <a:pt x="3329486" y="910108"/>
                  <a:pt x="3310925" y="911072"/>
                </a:cubicBezTo>
                <a:cubicBezTo>
                  <a:pt x="3261363" y="909787"/>
                  <a:pt x="3198415" y="933574"/>
                  <a:pt x="3139421" y="934151"/>
                </a:cubicBezTo>
                <a:cubicBezTo>
                  <a:pt x="3088799" y="931012"/>
                  <a:pt x="3038941" y="938464"/>
                  <a:pt x="2996922" y="927537"/>
                </a:cubicBezTo>
                <a:cubicBezTo>
                  <a:pt x="2992673" y="929234"/>
                  <a:pt x="2987900" y="930498"/>
                  <a:pt x="2982785" y="931453"/>
                </a:cubicBezTo>
                <a:lnTo>
                  <a:pt x="2967478" y="933397"/>
                </a:lnTo>
                <a:lnTo>
                  <a:pt x="2948552" y="932961"/>
                </a:lnTo>
                <a:lnTo>
                  <a:pt x="2944404" y="934452"/>
                </a:lnTo>
                <a:lnTo>
                  <a:pt x="2908608" y="937205"/>
                </a:lnTo>
                <a:lnTo>
                  <a:pt x="2904443" y="936455"/>
                </a:lnTo>
                <a:lnTo>
                  <a:pt x="2868935" y="938022"/>
                </a:lnTo>
                <a:lnTo>
                  <a:pt x="2868586" y="937487"/>
                </a:lnTo>
                <a:cubicBezTo>
                  <a:pt x="2866994" y="936327"/>
                  <a:pt x="2864292" y="935538"/>
                  <a:pt x="2859191" y="935503"/>
                </a:cubicBezTo>
                <a:cubicBezTo>
                  <a:pt x="2869075" y="927418"/>
                  <a:pt x="2856828" y="932364"/>
                  <a:pt x="2840915" y="932977"/>
                </a:cubicBezTo>
                <a:lnTo>
                  <a:pt x="2763509" y="921850"/>
                </a:lnTo>
                <a:lnTo>
                  <a:pt x="2756121" y="921864"/>
                </a:lnTo>
                <a:cubicBezTo>
                  <a:pt x="2756081" y="921822"/>
                  <a:pt x="2756039" y="921781"/>
                  <a:pt x="2755998" y="921739"/>
                </a:cubicBezTo>
                <a:cubicBezTo>
                  <a:pt x="2754445" y="921476"/>
                  <a:pt x="2752036" y="921380"/>
                  <a:pt x="2748255" y="921505"/>
                </a:cubicBezTo>
                <a:lnTo>
                  <a:pt x="2694601" y="915575"/>
                </a:lnTo>
                <a:cubicBezTo>
                  <a:pt x="2671223" y="919874"/>
                  <a:pt x="2666972" y="913376"/>
                  <a:pt x="2635357" y="910976"/>
                </a:cubicBezTo>
                <a:cubicBezTo>
                  <a:pt x="2621906" y="915051"/>
                  <a:pt x="2611315" y="913542"/>
                  <a:pt x="2601047" y="910263"/>
                </a:cubicBezTo>
                <a:cubicBezTo>
                  <a:pt x="2570084" y="912074"/>
                  <a:pt x="2542135" y="907435"/>
                  <a:pt x="2507482" y="906211"/>
                </a:cubicBezTo>
                <a:cubicBezTo>
                  <a:pt x="2469706" y="911437"/>
                  <a:pt x="2450920" y="901812"/>
                  <a:pt x="2413884" y="900545"/>
                </a:cubicBezTo>
                <a:cubicBezTo>
                  <a:pt x="2381338" y="909664"/>
                  <a:pt x="2387753" y="892438"/>
                  <a:pt x="2368912" y="888755"/>
                </a:cubicBezTo>
                <a:lnTo>
                  <a:pt x="2349490" y="889719"/>
                </a:lnTo>
                <a:lnTo>
                  <a:pt x="2344290" y="890584"/>
                </a:lnTo>
                <a:cubicBezTo>
                  <a:pt x="2340673" y="891041"/>
                  <a:pt x="2338228" y="891167"/>
                  <a:pt x="2336488" y="891058"/>
                </a:cubicBezTo>
                <a:lnTo>
                  <a:pt x="2329015" y="891627"/>
                </a:lnTo>
                <a:cubicBezTo>
                  <a:pt x="2316843" y="893039"/>
                  <a:pt x="2305064" y="894669"/>
                  <a:pt x="2293898" y="896431"/>
                </a:cubicBezTo>
                <a:cubicBezTo>
                  <a:pt x="2282637" y="890404"/>
                  <a:pt x="2242346" y="900851"/>
                  <a:pt x="2243927" y="888076"/>
                </a:cubicBezTo>
                <a:cubicBezTo>
                  <a:pt x="2228778" y="890081"/>
                  <a:pt x="2220725" y="895845"/>
                  <a:pt x="2223920" y="887331"/>
                </a:cubicBezTo>
                <a:cubicBezTo>
                  <a:pt x="2218877" y="887756"/>
                  <a:pt x="2215583" y="887254"/>
                  <a:pt x="2213081" y="886302"/>
                </a:cubicBezTo>
                <a:lnTo>
                  <a:pt x="2212307" y="885829"/>
                </a:lnTo>
                <a:lnTo>
                  <a:pt x="2152321" y="894418"/>
                </a:lnTo>
                <a:lnTo>
                  <a:pt x="2140985" y="895968"/>
                </a:lnTo>
                <a:lnTo>
                  <a:pt x="2121210" y="899354"/>
                </a:lnTo>
                <a:lnTo>
                  <a:pt x="2119146" y="899033"/>
                </a:lnTo>
                <a:lnTo>
                  <a:pt x="2105666" y="902240"/>
                </a:lnTo>
                <a:cubicBezTo>
                  <a:pt x="2101407" y="903601"/>
                  <a:pt x="2097735" y="905221"/>
                  <a:pt x="2094924" y="907203"/>
                </a:cubicBezTo>
                <a:cubicBezTo>
                  <a:pt x="2044793" y="900664"/>
                  <a:pt x="2001785" y="912168"/>
                  <a:pt x="1949478" y="913748"/>
                </a:cubicBezTo>
                <a:cubicBezTo>
                  <a:pt x="1891937" y="919585"/>
                  <a:pt x="1810334" y="935486"/>
                  <a:pt x="1749684" y="942223"/>
                </a:cubicBezTo>
                <a:lnTo>
                  <a:pt x="1585576" y="954170"/>
                </a:lnTo>
                <a:cubicBezTo>
                  <a:pt x="1549165" y="943719"/>
                  <a:pt x="1511425" y="950847"/>
                  <a:pt x="1476250" y="950653"/>
                </a:cubicBezTo>
                <a:cubicBezTo>
                  <a:pt x="1488515" y="961596"/>
                  <a:pt x="1432660" y="946795"/>
                  <a:pt x="1433927" y="959926"/>
                </a:cubicBezTo>
                <a:cubicBezTo>
                  <a:pt x="1427485" y="959475"/>
                  <a:pt x="1421205" y="958623"/>
                  <a:pt x="1414893" y="957671"/>
                </a:cubicBezTo>
                <a:lnTo>
                  <a:pt x="1411585" y="957179"/>
                </a:lnTo>
                <a:lnTo>
                  <a:pt x="1398896" y="957460"/>
                </a:lnTo>
                <a:lnTo>
                  <a:pt x="1394632" y="954725"/>
                </a:lnTo>
                <a:lnTo>
                  <a:pt x="1375043" y="953132"/>
                </a:lnTo>
                <a:cubicBezTo>
                  <a:pt x="1367813" y="952970"/>
                  <a:pt x="1360155" y="953305"/>
                  <a:pt x="1351876" y="954436"/>
                </a:cubicBezTo>
                <a:cubicBezTo>
                  <a:pt x="1325912" y="963028"/>
                  <a:pt x="1274459" y="952492"/>
                  <a:pt x="1242676" y="963767"/>
                </a:cubicBezTo>
                <a:cubicBezTo>
                  <a:pt x="1230276" y="966918"/>
                  <a:pt x="1216715" y="977098"/>
                  <a:pt x="1205993" y="974080"/>
                </a:cubicBezTo>
                <a:cubicBezTo>
                  <a:pt x="1174251" y="974112"/>
                  <a:pt x="1086982" y="964420"/>
                  <a:pt x="1052221" y="963954"/>
                </a:cubicBezTo>
                <a:cubicBezTo>
                  <a:pt x="1038515" y="970622"/>
                  <a:pt x="1009522" y="962342"/>
                  <a:pt x="968270" y="964761"/>
                </a:cubicBezTo>
                <a:cubicBezTo>
                  <a:pt x="943437" y="973698"/>
                  <a:pt x="900136" y="991017"/>
                  <a:pt x="874493" y="998122"/>
                </a:cubicBezTo>
                <a:cubicBezTo>
                  <a:pt x="848849" y="1005226"/>
                  <a:pt x="853424" y="1009427"/>
                  <a:pt x="814411" y="1007391"/>
                </a:cubicBezTo>
                <a:cubicBezTo>
                  <a:pt x="765926" y="1022821"/>
                  <a:pt x="732885" y="1009859"/>
                  <a:pt x="688604" y="1015631"/>
                </a:cubicBezTo>
                <a:cubicBezTo>
                  <a:pt x="638045" y="1020877"/>
                  <a:pt x="677999" y="1011556"/>
                  <a:pt x="618171" y="1027260"/>
                </a:cubicBezTo>
                <a:cubicBezTo>
                  <a:pt x="609680" y="1023165"/>
                  <a:pt x="583253" y="1020277"/>
                  <a:pt x="570379" y="1023487"/>
                </a:cubicBezTo>
                <a:cubicBezTo>
                  <a:pt x="543992" y="1022523"/>
                  <a:pt x="505183" y="1001686"/>
                  <a:pt x="482519" y="1002108"/>
                </a:cubicBezTo>
                <a:cubicBezTo>
                  <a:pt x="464011" y="1002285"/>
                  <a:pt x="495211" y="1007995"/>
                  <a:pt x="475319" y="1009922"/>
                </a:cubicBezTo>
                <a:cubicBezTo>
                  <a:pt x="450818" y="1011135"/>
                  <a:pt x="454804" y="1022539"/>
                  <a:pt x="431104" y="1009317"/>
                </a:cubicBezTo>
                <a:cubicBezTo>
                  <a:pt x="406857" y="1014651"/>
                  <a:pt x="399686" y="1008456"/>
                  <a:pt x="363782" y="1007585"/>
                </a:cubicBezTo>
                <a:cubicBezTo>
                  <a:pt x="350440" y="1012231"/>
                  <a:pt x="338145" y="1011245"/>
                  <a:pt x="325533" y="1008502"/>
                </a:cubicBezTo>
                <a:cubicBezTo>
                  <a:pt x="291944" y="1011745"/>
                  <a:pt x="259251" y="1008497"/>
                  <a:pt x="220429" y="1008927"/>
                </a:cubicBezTo>
                <a:cubicBezTo>
                  <a:pt x="180594" y="1015852"/>
                  <a:pt x="156150" y="1007265"/>
                  <a:pt x="114676" y="1007765"/>
                </a:cubicBezTo>
                <a:cubicBezTo>
                  <a:pt x="85718" y="1006195"/>
                  <a:pt x="43316" y="1001491"/>
                  <a:pt x="13470" y="998544"/>
                </a:cubicBezTo>
                <a:lnTo>
                  <a:pt x="0" y="997355"/>
                </a:lnTo>
                <a:close/>
              </a:path>
            </a:pathLst>
          </a:custGeom>
          <a:solidFill>
            <a:srgbClr val="82766A">
              <a:alpha val="15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8" name="Picture 7" descr="A cartoon of two bears shaking hands&#10;&#10;AI-generated content may be incorrect.">
            <a:extLst>
              <a:ext uri="{FF2B5EF4-FFF2-40B4-BE49-F238E27FC236}">
                <a16:creationId xmlns:a16="http://schemas.microsoft.com/office/drawing/2014/main" id="{6CF98418-E4DB-2014-3335-9E1D92B436DD}"/>
              </a:ext>
            </a:extLst>
          </p:cNvPr>
          <p:cNvPicPr>
            <a:picLocks noChangeAspect="1"/>
          </p:cNvPicPr>
          <p:nvPr/>
        </p:nvPicPr>
        <p:blipFill>
          <a:blip r:embed="rId4"/>
          <a:stretch>
            <a:fillRect/>
          </a:stretch>
        </p:blipFill>
        <p:spPr>
          <a:xfrm rot="20788346">
            <a:off x="9470132" y="4422826"/>
            <a:ext cx="2134079" cy="2134079"/>
          </a:xfrm>
          <a:prstGeom prst="rect">
            <a:avLst/>
          </a:prstGeom>
          <a:ln>
            <a:solidFill>
              <a:schemeClr val="tx1"/>
            </a:solidFill>
          </a:ln>
          <a:effectLst>
            <a:glow rad="491736">
              <a:schemeClr val="accent1">
                <a:alpha val="40000"/>
              </a:schemeClr>
            </a:glow>
            <a:outerShdw blurRad="50800" dist="50800" dir="5400000" algn="ctr" rotWithShape="0">
              <a:srgbClr val="000000">
                <a:alpha val="94750"/>
              </a:srgbClr>
            </a:outerShdw>
            <a:softEdge rad="0"/>
          </a:effectLst>
        </p:spPr>
      </p:pic>
    </p:spTree>
    <p:extLst>
      <p:ext uri="{BB962C8B-B14F-4D97-AF65-F5344CB8AC3E}">
        <p14:creationId xmlns:p14="http://schemas.microsoft.com/office/powerpoint/2010/main" val="2900640200"/>
      </p:ext>
    </p:extLst>
  </p:cSld>
  <p:clrMapOvr>
    <a:masterClrMapping/>
  </p:clrMapOvr>
  <p:transition>
    <p:fade/>
  </p:transition>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2" name="Rectangle 21">
            <a:extLst>
              <a:ext uri="{FF2B5EF4-FFF2-40B4-BE49-F238E27FC236}">
                <a16:creationId xmlns:a16="http://schemas.microsoft.com/office/drawing/2014/main" id="{10EB215C-7839-4CEA-AA02-B8F7755F9CE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Freeform: Shape 14">
            <a:extLst>
              <a:ext uri="{FF2B5EF4-FFF2-40B4-BE49-F238E27FC236}">
                <a16:creationId xmlns:a16="http://schemas.microsoft.com/office/drawing/2014/main" id="{91011C6D-05BE-4D99-8C11-A0E478B1299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0915134" cy="2251389"/>
          </a:xfrm>
          <a:custGeom>
            <a:avLst/>
            <a:gdLst>
              <a:gd name="connsiteX0" fmla="*/ 0 w 10915134"/>
              <a:gd name="connsiteY0" fmla="*/ 0 h 2251389"/>
              <a:gd name="connsiteX1" fmla="*/ 10915134 w 10915134"/>
              <a:gd name="connsiteY1" fmla="*/ 0 h 2251389"/>
              <a:gd name="connsiteX2" fmla="*/ 10882980 w 10915134"/>
              <a:gd name="connsiteY2" fmla="*/ 49990 h 2251389"/>
              <a:gd name="connsiteX3" fmla="*/ 10834795 w 10915134"/>
              <a:gd name="connsiteY3" fmla="*/ 110024 h 2251389"/>
              <a:gd name="connsiteX4" fmla="*/ 10738392 w 10915134"/>
              <a:gd name="connsiteY4" fmla="*/ 165813 h 2251389"/>
              <a:gd name="connsiteX5" fmla="*/ 10633692 w 10915134"/>
              <a:gd name="connsiteY5" fmla="*/ 209264 h 2251389"/>
              <a:gd name="connsiteX6" fmla="*/ 10586800 w 10915134"/>
              <a:gd name="connsiteY6" fmla="*/ 239716 h 2251389"/>
              <a:gd name="connsiteX7" fmla="*/ 10501658 w 10915134"/>
              <a:gd name="connsiteY7" fmla="*/ 307174 h 2251389"/>
              <a:gd name="connsiteX8" fmla="*/ 10404067 w 10915134"/>
              <a:gd name="connsiteY8" fmla="*/ 412395 h 2251389"/>
              <a:gd name="connsiteX9" fmla="*/ 10380953 w 10915134"/>
              <a:gd name="connsiteY9" fmla="*/ 472334 h 2251389"/>
              <a:gd name="connsiteX10" fmla="*/ 10341416 w 10915134"/>
              <a:gd name="connsiteY10" fmla="*/ 504774 h 2251389"/>
              <a:gd name="connsiteX11" fmla="*/ 10326329 w 10915134"/>
              <a:gd name="connsiteY11" fmla="*/ 523459 h 2251389"/>
              <a:gd name="connsiteX12" fmla="*/ 10298289 w 10915134"/>
              <a:gd name="connsiteY12" fmla="*/ 532173 h 2251389"/>
              <a:gd name="connsiteX13" fmla="*/ 10243127 w 10915134"/>
              <a:gd name="connsiteY13" fmla="*/ 540715 h 2251389"/>
              <a:gd name="connsiteX14" fmla="*/ 10141243 w 10915134"/>
              <a:gd name="connsiteY14" fmla="*/ 592343 h 2251389"/>
              <a:gd name="connsiteX15" fmla="*/ 9940352 w 10915134"/>
              <a:gd name="connsiteY15" fmla="*/ 631518 h 2251389"/>
              <a:gd name="connsiteX16" fmla="*/ 9836226 w 10915134"/>
              <a:gd name="connsiteY16" fmla="*/ 660496 h 2251389"/>
              <a:gd name="connsiteX17" fmla="*/ 9686899 w 10915134"/>
              <a:gd name="connsiteY17" fmla="*/ 683782 h 2251389"/>
              <a:gd name="connsiteX18" fmla="*/ 9578209 w 10915134"/>
              <a:gd name="connsiteY18" fmla="*/ 709781 h 2251389"/>
              <a:gd name="connsiteX19" fmla="*/ 9437298 w 10915134"/>
              <a:gd name="connsiteY19" fmla="*/ 757337 h 2251389"/>
              <a:gd name="connsiteX20" fmla="*/ 9435498 w 10915134"/>
              <a:gd name="connsiteY20" fmla="*/ 759689 h 2251389"/>
              <a:gd name="connsiteX21" fmla="*/ 9413910 w 10915134"/>
              <a:gd name="connsiteY21" fmla="*/ 764531 h 2251389"/>
              <a:gd name="connsiteX22" fmla="*/ 9361370 w 10915134"/>
              <a:gd name="connsiteY22" fmla="*/ 760593 h 2251389"/>
              <a:gd name="connsiteX23" fmla="*/ 9356626 w 10915134"/>
              <a:gd name="connsiteY23" fmla="*/ 764594 h 2251389"/>
              <a:gd name="connsiteX24" fmla="*/ 9311281 w 10915134"/>
              <a:gd name="connsiteY24" fmla="*/ 769260 h 2251389"/>
              <a:gd name="connsiteX25" fmla="*/ 9311173 w 10915134"/>
              <a:gd name="connsiteY25" fmla="*/ 771337 h 2251389"/>
              <a:gd name="connsiteX26" fmla="*/ 9300658 w 10915134"/>
              <a:gd name="connsiteY26" fmla="*/ 781452 h 2251389"/>
              <a:gd name="connsiteX27" fmla="*/ 9279376 w 10915134"/>
              <a:gd name="connsiteY27" fmla="*/ 796188 h 2251389"/>
              <a:gd name="connsiteX28" fmla="*/ 9189502 w 10915134"/>
              <a:gd name="connsiteY28" fmla="*/ 860175 h 2251389"/>
              <a:gd name="connsiteX29" fmla="*/ 9180260 w 10915134"/>
              <a:gd name="connsiteY29" fmla="*/ 862300 h 2251389"/>
              <a:gd name="connsiteX30" fmla="*/ 9180186 w 10915134"/>
              <a:gd name="connsiteY30" fmla="*/ 862799 h 2251389"/>
              <a:gd name="connsiteX31" fmla="*/ 9170652 w 10915134"/>
              <a:gd name="connsiteY31" fmla="*/ 865945 h 2251389"/>
              <a:gd name="connsiteX32" fmla="*/ 9145484 w 10915134"/>
              <a:gd name="connsiteY32" fmla="*/ 870300 h 2251389"/>
              <a:gd name="connsiteX33" fmla="*/ 9140031 w 10915134"/>
              <a:gd name="connsiteY33" fmla="*/ 874741 h 2251389"/>
              <a:gd name="connsiteX34" fmla="*/ 9138892 w 10915134"/>
              <a:gd name="connsiteY34" fmla="*/ 880860 h 2251389"/>
              <a:gd name="connsiteX35" fmla="*/ 9107257 w 10915134"/>
              <a:gd name="connsiteY35" fmla="*/ 903704 h 2251389"/>
              <a:gd name="connsiteX36" fmla="*/ 9034880 w 10915134"/>
              <a:gd name="connsiteY36" fmla="*/ 948837 h 2251389"/>
              <a:gd name="connsiteX37" fmla="*/ 8950600 w 10915134"/>
              <a:gd name="connsiteY37" fmla="*/ 994853 h 2251389"/>
              <a:gd name="connsiteX38" fmla="*/ 8753014 w 10915134"/>
              <a:gd name="connsiteY38" fmla="*/ 1118658 h 2251389"/>
              <a:gd name="connsiteX39" fmla="*/ 8581094 w 10915134"/>
              <a:gd name="connsiteY39" fmla="*/ 1153261 h 2251389"/>
              <a:gd name="connsiteX40" fmla="*/ 8498175 w 10915134"/>
              <a:gd name="connsiteY40" fmla="*/ 1187969 h 2251389"/>
              <a:gd name="connsiteX41" fmla="*/ 8448788 w 10915134"/>
              <a:gd name="connsiteY41" fmla="*/ 1206463 h 2251389"/>
              <a:gd name="connsiteX42" fmla="*/ 8367996 w 10915134"/>
              <a:gd name="connsiteY42" fmla="*/ 1232783 h 2251389"/>
              <a:gd name="connsiteX43" fmla="*/ 8367423 w 10915134"/>
              <a:gd name="connsiteY43" fmla="*/ 1238278 h 2251389"/>
              <a:gd name="connsiteX44" fmla="*/ 8359640 w 10915134"/>
              <a:gd name="connsiteY44" fmla="*/ 1246782 h 2251389"/>
              <a:gd name="connsiteX45" fmla="*/ 8346100 w 10915134"/>
              <a:gd name="connsiteY45" fmla="*/ 1266142 h 2251389"/>
              <a:gd name="connsiteX46" fmla="*/ 8318833 w 10915134"/>
              <a:gd name="connsiteY46" fmla="*/ 1292714 h 2251389"/>
              <a:gd name="connsiteX47" fmla="*/ 8317719 w 10915134"/>
              <a:gd name="connsiteY47" fmla="*/ 1291904 h 2251389"/>
              <a:gd name="connsiteX48" fmla="*/ 8307730 w 10915134"/>
              <a:gd name="connsiteY48" fmla="*/ 1293984 h 2251389"/>
              <a:gd name="connsiteX49" fmla="*/ 8240756 w 10915134"/>
              <a:gd name="connsiteY49" fmla="*/ 1301537 h 2251389"/>
              <a:gd name="connsiteX50" fmla="*/ 8216639 w 10915134"/>
              <a:gd name="connsiteY50" fmla="*/ 1327887 h 2251389"/>
              <a:gd name="connsiteX51" fmla="*/ 8211337 w 10915134"/>
              <a:gd name="connsiteY51" fmla="*/ 1332570 h 2251389"/>
              <a:gd name="connsiteX52" fmla="*/ 8211048 w 10915134"/>
              <a:gd name="connsiteY52" fmla="*/ 1332403 h 2251389"/>
              <a:gd name="connsiteX53" fmla="*/ 8205085 w 10915134"/>
              <a:gd name="connsiteY53" fmla="*/ 1336831 h 2251389"/>
              <a:gd name="connsiteX54" fmla="*/ 8137554 w 10915134"/>
              <a:gd name="connsiteY54" fmla="*/ 1342145 h 2251389"/>
              <a:gd name="connsiteX55" fmla="*/ 8054564 w 10915134"/>
              <a:gd name="connsiteY55" fmla="*/ 1367911 h 2251389"/>
              <a:gd name="connsiteX56" fmla="*/ 7973237 w 10915134"/>
              <a:gd name="connsiteY56" fmla="*/ 1397544 h 2251389"/>
              <a:gd name="connsiteX57" fmla="*/ 7944198 w 10915134"/>
              <a:gd name="connsiteY57" fmla="*/ 1410276 h 2251389"/>
              <a:gd name="connsiteX58" fmla="*/ 7890643 w 10915134"/>
              <a:gd name="connsiteY58" fmla="*/ 1424144 h 2251389"/>
              <a:gd name="connsiteX59" fmla="*/ 7864997 w 10915134"/>
              <a:gd name="connsiteY59" fmla="*/ 1425023 h 2251389"/>
              <a:gd name="connsiteX60" fmla="*/ 7864067 w 10915134"/>
              <a:gd name="connsiteY60" fmla="*/ 1426002 h 2251389"/>
              <a:gd name="connsiteX61" fmla="*/ 7861153 w 10915134"/>
              <a:gd name="connsiteY61" fmla="*/ 1423038 h 2251389"/>
              <a:gd name="connsiteX62" fmla="*/ 7844586 w 10915134"/>
              <a:gd name="connsiteY62" fmla="*/ 1429169 h 2251389"/>
              <a:gd name="connsiteX63" fmla="*/ 7840350 w 10915134"/>
              <a:gd name="connsiteY63" fmla="*/ 1432451 h 2251389"/>
              <a:gd name="connsiteX64" fmla="*/ 7833722 w 10915134"/>
              <a:gd name="connsiteY64" fmla="*/ 1435148 h 2251389"/>
              <a:gd name="connsiteX65" fmla="*/ 7833492 w 10915134"/>
              <a:gd name="connsiteY65" fmla="*/ 1434901 h 2251389"/>
              <a:gd name="connsiteX66" fmla="*/ 7827413 w 10915134"/>
              <a:gd name="connsiteY66" fmla="*/ 1438043 h 2251389"/>
              <a:gd name="connsiteX67" fmla="*/ 7798463 w 10915134"/>
              <a:gd name="connsiteY67" fmla="*/ 1457407 h 2251389"/>
              <a:gd name="connsiteX68" fmla="*/ 7759015 w 10915134"/>
              <a:gd name="connsiteY68" fmla="*/ 1458666 h 2251389"/>
              <a:gd name="connsiteX69" fmla="*/ 7752684 w 10915134"/>
              <a:gd name="connsiteY69" fmla="*/ 1444792 h 2251389"/>
              <a:gd name="connsiteX70" fmla="*/ 7747867 w 10915134"/>
              <a:gd name="connsiteY70" fmla="*/ 1447976 h 2251389"/>
              <a:gd name="connsiteX71" fmla="*/ 7738750 w 10915134"/>
              <a:gd name="connsiteY71" fmla="*/ 1456574 h 2251389"/>
              <a:gd name="connsiteX72" fmla="*/ 7735619 w 10915134"/>
              <a:gd name="connsiteY72" fmla="*/ 1456320 h 2251389"/>
              <a:gd name="connsiteX73" fmla="*/ 7705072 w 10915134"/>
              <a:gd name="connsiteY73" fmla="*/ 1465768 h 2251389"/>
              <a:gd name="connsiteX74" fmla="*/ 7696073 w 10915134"/>
              <a:gd name="connsiteY74" fmla="*/ 1462212 h 2251389"/>
              <a:gd name="connsiteX75" fmla="*/ 7692096 w 10915134"/>
              <a:gd name="connsiteY75" fmla="*/ 1462163 h 2251389"/>
              <a:gd name="connsiteX76" fmla="*/ 7674689 w 10915134"/>
              <a:gd name="connsiteY76" fmla="*/ 1477613 h 2251389"/>
              <a:gd name="connsiteX77" fmla="*/ 7665348 w 10915134"/>
              <a:gd name="connsiteY77" fmla="*/ 1483862 h 2251389"/>
              <a:gd name="connsiteX78" fmla="*/ 7606276 w 10915134"/>
              <a:gd name="connsiteY78" fmla="*/ 1538521 h 2251389"/>
              <a:gd name="connsiteX79" fmla="*/ 7504695 w 10915134"/>
              <a:gd name="connsiteY79" fmla="*/ 1566686 h 2251389"/>
              <a:gd name="connsiteX80" fmla="*/ 7401270 w 10915134"/>
              <a:gd name="connsiteY80" fmla="*/ 1597361 h 2251389"/>
              <a:gd name="connsiteX81" fmla="*/ 7320321 w 10915134"/>
              <a:gd name="connsiteY81" fmla="*/ 1619535 h 2251389"/>
              <a:gd name="connsiteX82" fmla="*/ 7149526 w 10915134"/>
              <a:gd name="connsiteY82" fmla="*/ 1743630 h 2251389"/>
              <a:gd name="connsiteX83" fmla="*/ 7105391 w 10915134"/>
              <a:gd name="connsiteY83" fmla="*/ 1752328 h 2251389"/>
              <a:gd name="connsiteX84" fmla="*/ 7071654 w 10915134"/>
              <a:gd name="connsiteY84" fmla="*/ 1785091 h 2251389"/>
              <a:gd name="connsiteX85" fmla="*/ 7054359 w 10915134"/>
              <a:gd name="connsiteY85" fmla="*/ 1782439 h 2251389"/>
              <a:gd name="connsiteX86" fmla="*/ 7051319 w 10915134"/>
              <a:gd name="connsiteY86" fmla="*/ 1781706 h 2251389"/>
              <a:gd name="connsiteX87" fmla="*/ 7040377 w 10915134"/>
              <a:gd name="connsiteY87" fmla="*/ 1784767 h 2251389"/>
              <a:gd name="connsiteX88" fmla="*/ 7035771 w 10915134"/>
              <a:gd name="connsiteY88" fmla="*/ 1778137 h 2251389"/>
              <a:gd name="connsiteX89" fmla="*/ 7018208 w 10915134"/>
              <a:gd name="connsiteY89" fmla="*/ 1777373 h 2251389"/>
              <a:gd name="connsiteX90" fmla="*/ 6998493 w 10915134"/>
              <a:gd name="connsiteY90" fmla="*/ 1785098 h 2251389"/>
              <a:gd name="connsiteX91" fmla="*/ 6928288 w 10915134"/>
              <a:gd name="connsiteY91" fmla="*/ 1811732 h 2251389"/>
              <a:gd name="connsiteX92" fmla="*/ 6917773 w 10915134"/>
              <a:gd name="connsiteY92" fmla="*/ 1820666 h 2251389"/>
              <a:gd name="connsiteX93" fmla="*/ 6881789 w 10915134"/>
              <a:gd name="connsiteY93" fmla="*/ 1828309 h 2251389"/>
              <a:gd name="connsiteX94" fmla="*/ 6879926 w 10915134"/>
              <a:gd name="connsiteY94" fmla="*/ 1830591 h 2251389"/>
              <a:gd name="connsiteX95" fmla="*/ 6845508 w 10915134"/>
              <a:gd name="connsiteY95" fmla="*/ 1841035 h 2251389"/>
              <a:gd name="connsiteX96" fmla="*/ 6786683 w 10915134"/>
              <a:gd name="connsiteY96" fmla="*/ 1868367 h 2251389"/>
              <a:gd name="connsiteX97" fmla="*/ 6773874 w 10915134"/>
              <a:gd name="connsiteY97" fmla="*/ 1863267 h 2251389"/>
              <a:gd name="connsiteX98" fmla="*/ 6771241 w 10915134"/>
              <a:gd name="connsiteY98" fmla="*/ 1859449 h 2251389"/>
              <a:gd name="connsiteX99" fmla="*/ 6755065 w 10915134"/>
              <a:gd name="connsiteY99" fmla="*/ 1866822 h 2251389"/>
              <a:gd name="connsiteX100" fmla="*/ 6740854 w 10915134"/>
              <a:gd name="connsiteY100" fmla="*/ 1865352 h 2251389"/>
              <a:gd name="connsiteX101" fmla="*/ 6730997 w 10915134"/>
              <a:gd name="connsiteY101" fmla="*/ 1874155 h 2251389"/>
              <a:gd name="connsiteX102" fmla="*/ 6714212 w 10915134"/>
              <a:gd name="connsiteY102" fmla="*/ 1876293 h 2251389"/>
              <a:gd name="connsiteX103" fmla="*/ 6693130 w 10915134"/>
              <a:gd name="connsiteY103" fmla="*/ 1876808 h 2251389"/>
              <a:gd name="connsiteX104" fmla="*/ 6674405 w 10915134"/>
              <a:gd name="connsiteY104" fmla="*/ 1873459 h 2251389"/>
              <a:gd name="connsiteX105" fmla="*/ 6647714 w 10915134"/>
              <a:gd name="connsiteY105" fmla="*/ 1878941 h 2251389"/>
              <a:gd name="connsiteX106" fmla="*/ 6586613 w 10915134"/>
              <a:gd name="connsiteY106" fmla="*/ 1887053 h 2251389"/>
              <a:gd name="connsiteX107" fmla="*/ 6540424 w 10915134"/>
              <a:gd name="connsiteY107" fmla="*/ 1893269 h 2251389"/>
              <a:gd name="connsiteX108" fmla="*/ 6460034 w 10915134"/>
              <a:gd name="connsiteY108" fmla="*/ 1911286 h 2251389"/>
              <a:gd name="connsiteX109" fmla="*/ 6445449 w 10915134"/>
              <a:gd name="connsiteY109" fmla="*/ 1926499 h 2251389"/>
              <a:gd name="connsiteX110" fmla="*/ 6407092 w 10915134"/>
              <a:gd name="connsiteY110" fmla="*/ 1921993 h 2251389"/>
              <a:gd name="connsiteX111" fmla="*/ 6396332 w 10915134"/>
              <a:gd name="connsiteY111" fmla="*/ 1907025 h 2251389"/>
              <a:gd name="connsiteX112" fmla="*/ 6347048 w 10915134"/>
              <a:gd name="connsiteY112" fmla="*/ 1912130 h 2251389"/>
              <a:gd name="connsiteX113" fmla="*/ 6302270 w 10915134"/>
              <a:gd name="connsiteY113" fmla="*/ 1933613 h 2251389"/>
              <a:gd name="connsiteX114" fmla="*/ 6243078 w 10915134"/>
              <a:gd name="connsiteY114" fmla="*/ 1945644 h 2251389"/>
              <a:gd name="connsiteX115" fmla="*/ 6207738 w 10915134"/>
              <a:gd name="connsiteY115" fmla="*/ 1953011 h 2251389"/>
              <a:gd name="connsiteX116" fmla="*/ 6108781 w 10915134"/>
              <a:gd name="connsiteY116" fmla="*/ 1959474 h 2251389"/>
              <a:gd name="connsiteX117" fmla="*/ 6103698 w 10915134"/>
              <a:gd name="connsiteY117" fmla="*/ 1959304 h 2251389"/>
              <a:gd name="connsiteX118" fmla="*/ 6087017 w 10915134"/>
              <a:gd name="connsiteY118" fmla="*/ 1969078 h 2251389"/>
              <a:gd name="connsiteX119" fmla="*/ 6086313 w 10915134"/>
              <a:gd name="connsiteY119" fmla="*/ 1971580 h 2251389"/>
              <a:gd name="connsiteX120" fmla="*/ 6024291 w 10915134"/>
              <a:gd name="connsiteY120" fmla="*/ 1966761 h 2251389"/>
              <a:gd name="connsiteX121" fmla="*/ 6016853 w 10915134"/>
              <a:gd name="connsiteY121" fmla="*/ 1970526 h 2251389"/>
              <a:gd name="connsiteX122" fmla="*/ 5975404 w 10915134"/>
              <a:gd name="connsiteY122" fmla="*/ 1961749 h 2251389"/>
              <a:gd name="connsiteX123" fmla="*/ 5954536 w 10915134"/>
              <a:gd name="connsiteY123" fmla="*/ 1960220 h 2251389"/>
              <a:gd name="connsiteX124" fmla="*/ 5917280 w 10915134"/>
              <a:gd name="connsiteY124" fmla="*/ 1954478 h 2251389"/>
              <a:gd name="connsiteX125" fmla="*/ 5914232 w 10915134"/>
              <a:gd name="connsiteY125" fmla="*/ 1956919 h 2251389"/>
              <a:gd name="connsiteX126" fmla="*/ 5906850 w 10915134"/>
              <a:gd name="connsiteY126" fmla="*/ 1954702 h 2251389"/>
              <a:gd name="connsiteX127" fmla="*/ 5901461 w 10915134"/>
              <a:gd name="connsiteY127" fmla="*/ 1957577 h 2251389"/>
              <a:gd name="connsiteX128" fmla="*/ 5895317 w 10915134"/>
              <a:gd name="connsiteY128" fmla="*/ 1956828 h 2251389"/>
              <a:gd name="connsiteX129" fmla="*/ 5831128 w 10915134"/>
              <a:gd name="connsiteY129" fmla="*/ 1968382 h 2251389"/>
              <a:gd name="connsiteX130" fmla="*/ 5817261 w 10915134"/>
              <a:gd name="connsiteY130" fmla="*/ 1966124 h 2251389"/>
              <a:gd name="connsiteX131" fmla="*/ 5806791 w 10915134"/>
              <a:gd name="connsiteY131" fmla="*/ 1974713 h 2251389"/>
              <a:gd name="connsiteX132" fmla="*/ 5762574 w 10915134"/>
              <a:gd name="connsiteY132" fmla="*/ 1976973 h 2251389"/>
              <a:gd name="connsiteX133" fmla="*/ 5747297 w 10915134"/>
              <a:gd name="connsiteY133" fmla="*/ 1970252 h 2251389"/>
              <a:gd name="connsiteX134" fmla="*/ 5733169 w 10915134"/>
              <a:gd name="connsiteY134" fmla="*/ 1965433 h 2251389"/>
              <a:gd name="connsiteX135" fmla="*/ 5731338 w 10915134"/>
              <a:gd name="connsiteY135" fmla="*/ 1965447 h 2251389"/>
              <a:gd name="connsiteX136" fmla="*/ 5712957 w 10915134"/>
              <a:gd name="connsiteY136" fmla="*/ 1965596 h 2251389"/>
              <a:gd name="connsiteX137" fmla="*/ 5678760 w 10915134"/>
              <a:gd name="connsiteY137" fmla="*/ 1965873 h 2251389"/>
              <a:gd name="connsiteX138" fmla="*/ 5612457 w 10915134"/>
              <a:gd name="connsiteY138" fmla="*/ 1972287 h 2251389"/>
              <a:gd name="connsiteX139" fmla="*/ 5462439 w 10915134"/>
              <a:gd name="connsiteY139" fmla="*/ 1941766 h 2251389"/>
              <a:gd name="connsiteX140" fmla="*/ 5249426 w 10915134"/>
              <a:gd name="connsiteY140" fmla="*/ 1957993 h 2251389"/>
              <a:gd name="connsiteX141" fmla="*/ 4795460 w 10915134"/>
              <a:gd name="connsiteY141" fmla="*/ 2018541 h 2251389"/>
              <a:gd name="connsiteX142" fmla="*/ 4698875 w 10915134"/>
              <a:gd name="connsiteY142" fmla="*/ 2031693 h 2251389"/>
              <a:gd name="connsiteX143" fmla="*/ 4635334 w 10915134"/>
              <a:gd name="connsiteY143" fmla="*/ 2035504 h 2251389"/>
              <a:gd name="connsiteX144" fmla="*/ 4529228 w 10915134"/>
              <a:gd name="connsiteY144" fmla="*/ 2076609 h 2251389"/>
              <a:gd name="connsiteX145" fmla="*/ 4408461 w 10915134"/>
              <a:gd name="connsiteY145" fmla="*/ 2090939 h 2251389"/>
              <a:gd name="connsiteX146" fmla="*/ 4254651 w 10915134"/>
              <a:gd name="connsiteY146" fmla="*/ 2101730 h 2251389"/>
              <a:gd name="connsiteX147" fmla="*/ 4213233 w 10915134"/>
              <a:gd name="connsiteY147" fmla="*/ 2120326 h 2251389"/>
              <a:gd name="connsiteX148" fmla="*/ 4153938 w 10915134"/>
              <a:gd name="connsiteY148" fmla="*/ 2137520 h 2251389"/>
              <a:gd name="connsiteX149" fmla="*/ 4050969 w 10915134"/>
              <a:gd name="connsiteY149" fmla="*/ 2177971 h 2251389"/>
              <a:gd name="connsiteX150" fmla="*/ 3933162 w 10915134"/>
              <a:gd name="connsiteY150" fmla="*/ 2199509 h 2251389"/>
              <a:gd name="connsiteX151" fmla="*/ 3797609 w 10915134"/>
              <a:gd name="connsiteY151" fmla="*/ 2185813 h 2251389"/>
              <a:gd name="connsiteX152" fmla="*/ 3723511 w 10915134"/>
              <a:gd name="connsiteY152" fmla="*/ 2185401 h 2251389"/>
              <a:gd name="connsiteX153" fmla="*/ 3478465 w 10915134"/>
              <a:gd name="connsiteY153" fmla="*/ 2181087 h 2251389"/>
              <a:gd name="connsiteX154" fmla="*/ 3308996 w 10915134"/>
              <a:gd name="connsiteY154" fmla="*/ 2177978 h 2251389"/>
              <a:gd name="connsiteX155" fmla="*/ 3260282 w 10915134"/>
              <a:gd name="connsiteY155" fmla="*/ 2194479 h 2251389"/>
              <a:gd name="connsiteX156" fmla="*/ 3178557 w 10915134"/>
              <a:gd name="connsiteY156" fmla="*/ 2221451 h 2251389"/>
              <a:gd name="connsiteX157" fmla="*/ 3097074 w 10915134"/>
              <a:gd name="connsiteY157" fmla="*/ 2229837 h 2251389"/>
              <a:gd name="connsiteX158" fmla="*/ 3029944 w 10915134"/>
              <a:gd name="connsiteY158" fmla="*/ 2248531 h 2251389"/>
              <a:gd name="connsiteX159" fmla="*/ 2964870 w 10915134"/>
              <a:gd name="connsiteY159" fmla="*/ 2251389 h 2251389"/>
              <a:gd name="connsiteX160" fmla="*/ 2931496 w 10915134"/>
              <a:gd name="connsiteY160" fmla="*/ 2243024 h 2251389"/>
              <a:gd name="connsiteX161" fmla="*/ 2892959 w 10915134"/>
              <a:gd name="connsiteY161" fmla="*/ 2233969 h 2251389"/>
              <a:gd name="connsiteX162" fmla="*/ 2839074 w 10915134"/>
              <a:gd name="connsiteY162" fmla="*/ 2225008 h 2251389"/>
              <a:gd name="connsiteX163" fmla="*/ 2693779 w 10915134"/>
              <a:gd name="connsiteY163" fmla="*/ 2231570 h 2251389"/>
              <a:gd name="connsiteX164" fmla="*/ 2523799 w 10915134"/>
              <a:gd name="connsiteY164" fmla="*/ 2236547 h 2251389"/>
              <a:gd name="connsiteX165" fmla="*/ 2340069 w 10915134"/>
              <a:gd name="connsiteY165" fmla="*/ 2220699 h 2251389"/>
              <a:gd name="connsiteX166" fmla="*/ 2076408 w 10915134"/>
              <a:gd name="connsiteY166" fmla="*/ 2194398 h 2251389"/>
              <a:gd name="connsiteX167" fmla="*/ 1983593 w 10915134"/>
              <a:gd name="connsiteY167" fmla="*/ 2219360 h 2251389"/>
              <a:gd name="connsiteX168" fmla="*/ 1853105 w 10915134"/>
              <a:gd name="connsiteY168" fmla="*/ 2214141 h 2251389"/>
              <a:gd name="connsiteX169" fmla="*/ 1748511 w 10915134"/>
              <a:gd name="connsiteY169" fmla="*/ 2178472 h 2251389"/>
              <a:gd name="connsiteX170" fmla="*/ 1633422 w 10915134"/>
              <a:gd name="connsiteY170" fmla="*/ 2143415 h 2251389"/>
              <a:gd name="connsiteX171" fmla="*/ 1558946 w 10915134"/>
              <a:gd name="connsiteY171" fmla="*/ 2128843 h 2251389"/>
              <a:gd name="connsiteX172" fmla="*/ 1385344 w 10915134"/>
              <a:gd name="connsiteY172" fmla="*/ 2124817 h 2251389"/>
              <a:gd name="connsiteX173" fmla="*/ 1227473 w 10915134"/>
              <a:gd name="connsiteY173" fmla="*/ 2113291 h 2251389"/>
              <a:gd name="connsiteX174" fmla="*/ 1088711 w 10915134"/>
              <a:gd name="connsiteY174" fmla="*/ 2097947 h 2251389"/>
              <a:gd name="connsiteX175" fmla="*/ 939259 w 10915134"/>
              <a:gd name="connsiteY175" fmla="*/ 2073411 h 2251389"/>
              <a:gd name="connsiteX176" fmla="*/ 914345 w 10915134"/>
              <a:gd name="connsiteY176" fmla="*/ 2063135 h 2251389"/>
              <a:gd name="connsiteX177" fmla="*/ 879393 w 10915134"/>
              <a:gd name="connsiteY177" fmla="*/ 2068419 h 2251389"/>
              <a:gd name="connsiteX178" fmla="*/ 739242 w 10915134"/>
              <a:gd name="connsiteY178" fmla="*/ 2091539 h 2251389"/>
              <a:gd name="connsiteX179" fmla="*/ 628509 w 10915134"/>
              <a:gd name="connsiteY179" fmla="*/ 2108134 h 2251389"/>
              <a:gd name="connsiteX180" fmla="*/ 508046 w 10915134"/>
              <a:gd name="connsiteY180" fmla="*/ 2109851 h 2251389"/>
              <a:gd name="connsiteX181" fmla="*/ 408793 w 10915134"/>
              <a:gd name="connsiteY181" fmla="*/ 2105335 h 2251389"/>
              <a:gd name="connsiteX182" fmla="*/ 259142 w 10915134"/>
              <a:gd name="connsiteY182" fmla="*/ 2115883 h 2251389"/>
              <a:gd name="connsiteX183" fmla="*/ 91266 w 10915134"/>
              <a:gd name="connsiteY183" fmla="*/ 2135533 h 2251389"/>
              <a:gd name="connsiteX184" fmla="*/ 12251 w 10915134"/>
              <a:gd name="connsiteY184" fmla="*/ 2121489 h 2251389"/>
              <a:gd name="connsiteX185" fmla="*/ 0 w 10915134"/>
              <a:gd name="connsiteY185" fmla="*/ 2122164 h 22513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Lst>
            <a:rect l="l" t="t" r="r" b="b"/>
            <a:pathLst>
              <a:path w="10915134" h="2251389">
                <a:moveTo>
                  <a:pt x="0" y="0"/>
                </a:moveTo>
                <a:lnTo>
                  <a:pt x="10915134" y="0"/>
                </a:lnTo>
                <a:lnTo>
                  <a:pt x="10882980" y="49990"/>
                </a:lnTo>
                <a:cubicBezTo>
                  <a:pt x="10880871" y="52147"/>
                  <a:pt x="10836905" y="107867"/>
                  <a:pt x="10834795" y="110024"/>
                </a:cubicBezTo>
                <a:cubicBezTo>
                  <a:pt x="10820319" y="128194"/>
                  <a:pt x="10762503" y="175620"/>
                  <a:pt x="10738392" y="165813"/>
                </a:cubicBezTo>
                <a:cubicBezTo>
                  <a:pt x="10748670" y="186392"/>
                  <a:pt x="10638347" y="188684"/>
                  <a:pt x="10633692" y="209264"/>
                </a:cubicBezTo>
                <a:cubicBezTo>
                  <a:pt x="10631767" y="225908"/>
                  <a:pt x="10597419" y="233945"/>
                  <a:pt x="10586800" y="239716"/>
                </a:cubicBezTo>
                <a:cubicBezTo>
                  <a:pt x="10579628" y="256520"/>
                  <a:pt x="10520682" y="224915"/>
                  <a:pt x="10501658" y="307174"/>
                </a:cubicBezTo>
                <a:cubicBezTo>
                  <a:pt x="10447727" y="313339"/>
                  <a:pt x="10447126" y="425780"/>
                  <a:pt x="10404067" y="412395"/>
                </a:cubicBezTo>
                <a:cubicBezTo>
                  <a:pt x="10392937" y="413598"/>
                  <a:pt x="10388815" y="467371"/>
                  <a:pt x="10380953" y="472334"/>
                </a:cubicBezTo>
                <a:lnTo>
                  <a:pt x="10341416" y="504774"/>
                </a:lnTo>
                <a:lnTo>
                  <a:pt x="10326329" y="523459"/>
                </a:lnTo>
                <a:lnTo>
                  <a:pt x="10298289" y="532173"/>
                </a:lnTo>
                <a:cubicBezTo>
                  <a:pt x="10284422" y="535049"/>
                  <a:pt x="10265952" y="533199"/>
                  <a:pt x="10243127" y="540715"/>
                </a:cubicBezTo>
                <a:cubicBezTo>
                  <a:pt x="10203910" y="562831"/>
                  <a:pt x="10165274" y="534580"/>
                  <a:pt x="10141243" y="592343"/>
                </a:cubicBezTo>
                <a:cubicBezTo>
                  <a:pt x="10059374" y="598371"/>
                  <a:pt x="10021953" y="650378"/>
                  <a:pt x="9940352" y="631518"/>
                </a:cubicBezTo>
                <a:cubicBezTo>
                  <a:pt x="9959797" y="646419"/>
                  <a:pt x="9860152" y="623282"/>
                  <a:pt x="9836226" y="660496"/>
                </a:cubicBezTo>
                <a:cubicBezTo>
                  <a:pt x="9788121" y="672556"/>
                  <a:pt x="9760988" y="668531"/>
                  <a:pt x="9686899" y="683782"/>
                </a:cubicBezTo>
                <a:cubicBezTo>
                  <a:pt x="9623800" y="700369"/>
                  <a:pt x="9613948" y="700871"/>
                  <a:pt x="9578209" y="709781"/>
                </a:cubicBezTo>
                <a:lnTo>
                  <a:pt x="9437298" y="757337"/>
                </a:lnTo>
                <a:lnTo>
                  <a:pt x="9435498" y="759689"/>
                </a:lnTo>
                <a:cubicBezTo>
                  <a:pt x="9426240" y="765982"/>
                  <a:pt x="9419508" y="766527"/>
                  <a:pt x="9413910" y="764531"/>
                </a:cubicBezTo>
                <a:lnTo>
                  <a:pt x="9361370" y="760593"/>
                </a:lnTo>
                <a:lnTo>
                  <a:pt x="9356626" y="764594"/>
                </a:lnTo>
                <a:lnTo>
                  <a:pt x="9311281" y="769260"/>
                </a:lnTo>
                <a:cubicBezTo>
                  <a:pt x="9311245" y="769953"/>
                  <a:pt x="9311210" y="770644"/>
                  <a:pt x="9311173" y="771337"/>
                </a:cubicBezTo>
                <a:cubicBezTo>
                  <a:pt x="9309900" y="776105"/>
                  <a:pt x="9307010" y="779823"/>
                  <a:pt x="9300658" y="781452"/>
                </a:cubicBezTo>
                <a:cubicBezTo>
                  <a:pt x="9318003" y="808459"/>
                  <a:pt x="9299643" y="793767"/>
                  <a:pt x="9279376" y="796188"/>
                </a:cubicBezTo>
                <a:cubicBezTo>
                  <a:pt x="9260850" y="809309"/>
                  <a:pt x="9206021" y="849156"/>
                  <a:pt x="9189502" y="860175"/>
                </a:cubicBezTo>
                <a:lnTo>
                  <a:pt x="9180260" y="862300"/>
                </a:lnTo>
                <a:cubicBezTo>
                  <a:pt x="9180236" y="862466"/>
                  <a:pt x="9180211" y="862633"/>
                  <a:pt x="9180186" y="862799"/>
                </a:cubicBezTo>
                <a:cubicBezTo>
                  <a:pt x="9178407" y="864232"/>
                  <a:pt x="9175456" y="865295"/>
                  <a:pt x="9170652" y="865945"/>
                </a:cubicBezTo>
                <a:lnTo>
                  <a:pt x="9145484" y="870300"/>
                </a:lnTo>
                <a:lnTo>
                  <a:pt x="9140031" y="874741"/>
                </a:lnTo>
                <a:lnTo>
                  <a:pt x="9138892" y="880860"/>
                </a:lnTo>
                <a:lnTo>
                  <a:pt x="9107257" y="903704"/>
                </a:lnTo>
                <a:cubicBezTo>
                  <a:pt x="9091321" y="899193"/>
                  <a:pt x="9043942" y="941365"/>
                  <a:pt x="9034880" y="948837"/>
                </a:cubicBezTo>
                <a:lnTo>
                  <a:pt x="8950600" y="994853"/>
                </a:lnTo>
                <a:cubicBezTo>
                  <a:pt x="8865196" y="1081843"/>
                  <a:pt x="8818875" y="1077389"/>
                  <a:pt x="8753014" y="1118658"/>
                </a:cubicBezTo>
                <a:cubicBezTo>
                  <a:pt x="8692981" y="1124704"/>
                  <a:pt x="8636332" y="1128410"/>
                  <a:pt x="8581094" y="1153261"/>
                </a:cubicBezTo>
                <a:cubicBezTo>
                  <a:pt x="8538621" y="1164812"/>
                  <a:pt x="8511758" y="1169577"/>
                  <a:pt x="8498175" y="1187969"/>
                </a:cubicBezTo>
                <a:lnTo>
                  <a:pt x="8448788" y="1206463"/>
                </a:lnTo>
                <a:lnTo>
                  <a:pt x="8367996" y="1232783"/>
                </a:lnTo>
                <a:cubicBezTo>
                  <a:pt x="8367806" y="1234615"/>
                  <a:pt x="8367614" y="1236446"/>
                  <a:pt x="8367423" y="1238278"/>
                </a:cubicBezTo>
                <a:lnTo>
                  <a:pt x="8359640" y="1246782"/>
                </a:lnTo>
                <a:lnTo>
                  <a:pt x="8346100" y="1266142"/>
                </a:lnTo>
                <a:lnTo>
                  <a:pt x="8318833" y="1292714"/>
                </a:lnTo>
                <a:lnTo>
                  <a:pt x="8317719" y="1291904"/>
                </a:lnTo>
                <a:cubicBezTo>
                  <a:pt x="8314688" y="1290662"/>
                  <a:pt x="8311461" y="1290840"/>
                  <a:pt x="8307730" y="1293984"/>
                </a:cubicBezTo>
                <a:cubicBezTo>
                  <a:pt x="8294903" y="1295590"/>
                  <a:pt x="8255937" y="1295887"/>
                  <a:pt x="8240756" y="1301537"/>
                </a:cubicBezTo>
                <a:cubicBezTo>
                  <a:pt x="8233324" y="1310481"/>
                  <a:pt x="8225256" y="1319366"/>
                  <a:pt x="8216639" y="1327887"/>
                </a:cubicBezTo>
                <a:lnTo>
                  <a:pt x="8211337" y="1332570"/>
                </a:lnTo>
                <a:lnTo>
                  <a:pt x="8211048" y="1332403"/>
                </a:lnTo>
                <a:cubicBezTo>
                  <a:pt x="8209501" y="1332874"/>
                  <a:pt x="8207607" y="1334206"/>
                  <a:pt x="8205085" y="1336831"/>
                </a:cubicBezTo>
                <a:lnTo>
                  <a:pt x="8137554" y="1342145"/>
                </a:lnTo>
                <a:cubicBezTo>
                  <a:pt x="8105705" y="1354688"/>
                  <a:pt x="8080446" y="1339423"/>
                  <a:pt x="8054564" y="1367911"/>
                </a:cubicBezTo>
                <a:cubicBezTo>
                  <a:pt x="8024726" y="1379555"/>
                  <a:pt x="7996957" y="1380148"/>
                  <a:pt x="7973237" y="1397544"/>
                </a:cubicBezTo>
                <a:cubicBezTo>
                  <a:pt x="7961439" y="1393972"/>
                  <a:pt x="7951168" y="1394796"/>
                  <a:pt x="7944198" y="1410276"/>
                </a:cubicBezTo>
                <a:cubicBezTo>
                  <a:pt x="7915673" y="1417804"/>
                  <a:pt x="7905583" y="1403950"/>
                  <a:pt x="7890643" y="1424144"/>
                </a:cubicBezTo>
                <a:cubicBezTo>
                  <a:pt x="7869590" y="1403678"/>
                  <a:pt x="7870757" y="1414314"/>
                  <a:pt x="7864997" y="1425023"/>
                </a:cubicBezTo>
                <a:lnTo>
                  <a:pt x="7864067" y="1426002"/>
                </a:lnTo>
                <a:lnTo>
                  <a:pt x="7861153" y="1423038"/>
                </a:lnTo>
                <a:lnTo>
                  <a:pt x="7844586" y="1429169"/>
                </a:lnTo>
                <a:lnTo>
                  <a:pt x="7840350" y="1432451"/>
                </a:lnTo>
                <a:cubicBezTo>
                  <a:pt x="7837357" y="1434345"/>
                  <a:pt x="7835272" y="1435129"/>
                  <a:pt x="7833722" y="1435148"/>
                </a:cubicBezTo>
                <a:lnTo>
                  <a:pt x="7833492" y="1434901"/>
                </a:lnTo>
                <a:lnTo>
                  <a:pt x="7827413" y="1438043"/>
                </a:lnTo>
                <a:cubicBezTo>
                  <a:pt x="7817294" y="1444069"/>
                  <a:pt x="7807591" y="1450613"/>
                  <a:pt x="7798463" y="1457407"/>
                </a:cubicBezTo>
                <a:cubicBezTo>
                  <a:pt x="7789625" y="1446704"/>
                  <a:pt x="7769649" y="1464040"/>
                  <a:pt x="7759015" y="1458666"/>
                </a:cubicBezTo>
                <a:lnTo>
                  <a:pt x="7752684" y="1444792"/>
                </a:lnTo>
                <a:lnTo>
                  <a:pt x="7747867" y="1447976"/>
                </a:lnTo>
                <a:lnTo>
                  <a:pt x="7738750" y="1456574"/>
                </a:lnTo>
                <a:cubicBezTo>
                  <a:pt x="7737328" y="1457741"/>
                  <a:pt x="7736297" y="1457914"/>
                  <a:pt x="7735619" y="1456320"/>
                </a:cubicBezTo>
                <a:cubicBezTo>
                  <a:pt x="7730006" y="1457852"/>
                  <a:pt x="7711662" y="1464787"/>
                  <a:pt x="7705072" y="1465768"/>
                </a:cubicBezTo>
                <a:lnTo>
                  <a:pt x="7696073" y="1462212"/>
                </a:lnTo>
                <a:lnTo>
                  <a:pt x="7692096" y="1462163"/>
                </a:lnTo>
                <a:lnTo>
                  <a:pt x="7674689" y="1477613"/>
                </a:lnTo>
                <a:lnTo>
                  <a:pt x="7665348" y="1483862"/>
                </a:lnTo>
                <a:lnTo>
                  <a:pt x="7606276" y="1538521"/>
                </a:lnTo>
                <a:lnTo>
                  <a:pt x="7504695" y="1566686"/>
                </a:lnTo>
                <a:cubicBezTo>
                  <a:pt x="7473718" y="1603709"/>
                  <a:pt x="7404436" y="1554658"/>
                  <a:pt x="7401270" y="1597361"/>
                </a:cubicBezTo>
                <a:cubicBezTo>
                  <a:pt x="7369238" y="1613154"/>
                  <a:pt x="7363418" y="1605164"/>
                  <a:pt x="7320321" y="1619535"/>
                </a:cubicBezTo>
                <a:cubicBezTo>
                  <a:pt x="7280514" y="1668809"/>
                  <a:pt x="7198683" y="1708462"/>
                  <a:pt x="7149526" y="1743630"/>
                </a:cubicBezTo>
                <a:cubicBezTo>
                  <a:pt x="7114410" y="1721934"/>
                  <a:pt x="7136043" y="1746476"/>
                  <a:pt x="7105391" y="1752328"/>
                </a:cubicBezTo>
                <a:cubicBezTo>
                  <a:pt x="7119677" y="1779725"/>
                  <a:pt x="7066212" y="1749779"/>
                  <a:pt x="7071654" y="1785091"/>
                </a:cubicBezTo>
                <a:cubicBezTo>
                  <a:pt x="7065905" y="1785038"/>
                  <a:pt x="7060161" y="1783873"/>
                  <a:pt x="7054359" y="1782439"/>
                </a:cubicBezTo>
                <a:lnTo>
                  <a:pt x="7051319" y="1781706"/>
                </a:lnTo>
                <a:lnTo>
                  <a:pt x="7040377" y="1784767"/>
                </a:lnTo>
                <a:lnTo>
                  <a:pt x="7035771" y="1778137"/>
                </a:lnTo>
                <a:lnTo>
                  <a:pt x="7018208" y="1777373"/>
                </a:lnTo>
                <a:cubicBezTo>
                  <a:pt x="7011866" y="1778247"/>
                  <a:pt x="7005318" y="1780539"/>
                  <a:pt x="6998493" y="1785098"/>
                </a:cubicBezTo>
                <a:cubicBezTo>
                  <a:pt x="6983689" y="1806072"/>
                  <a:pt x="6952865" y="1800516"/>
                  <a:pt x="6928288" y="1811732"/>
                </a:cubicBezTo>
                <a:lnTo>
                  <a:pt x="6917773" y="1820666"/>
                </a:lnTo>
                <a:lnTo>
                  <a:pt x="6881789" y="1828309"/>
                </a:lnTo>
                <a:lnTo>
                  <a:pt x="6879926" y="1830591"/>
                </a:lnTo>
                <a:cubicBezTo>
                  <a:pt x="6873880" y="1832712"/>
                  <a:pt x="6861049" y="1834739"/>
                  <a:pt x="6845508" y="1841035"/>
                </a:cubicBezTo>
                <a:lnTo>
                  <a:pt x="6786683" y="1868367"/>
                </a:lnTo>
                <a:lnTo>
                  <a:pt x="6773874" y="1863267"/>
                </a:lnTo>
                <a:lnTo>
                  <a:pt x="6771241" y="1859449"/>
                </a:lnTo>
                <a:lnTo>
                  <a:pt x="6755065" y="1866822"/>
                </a:lnTo>
                <a:lnTo>
                  <a:pt x="6740854" y="1865352"/>
                </a:lnTo>
                <a:lnTo>
                  <a:pt x="6730997" y="1874155"/>
                </a:lnTo>
                <a:lnTo>
                  <a:pt x="6714212" y="1876293"/>
                </a:lnTo>
                <a:cubicBezTo>
                  <a:pt x="6707919" y="1876308"/>
                  <a:pt x="6700834" y="1876122"/>
                  <a:pt x="6693130" y="1876808"/>
                </a:cubicBezTo>
                <a:lnTo>
                  <a:pt x="6674405" y="1873459"/>
                </a:lnTo>
                <a:lnTo>
                  <a:pt x="6647714" y="1878941"/>
                </a:lnTo>
                <a:cubicBezTo>
                  <a:pt x="6627122" y="1883360"/>
                  <a:pt x="6607220" y="1886896"/>
                  <a:pt x="6586613" y="1887053"/>
                </a:cubicBezTo>
                <a:cubicBezTo>
                  <a:pt x="6572205" y="1895536"/>
                  <a:pt x="6557706" y="1900239"/>
                  <a:pt x="6540424" y="1893269"/>
                </a:cubicBezTo>
                <a:cubicBezTo>
                  <a:pt x="6497538" y="1902769"/>
                  <a:pt x="6490601" y="1917381"/>
                  <a:pt x="6460034" y="1911286"/>
                </a:cubicBezTo>
                <a:cubicBezTo>
                  <a:pt x="6453811" y="1919532"/>
                  <a:pt x="6449254" y="1924158"/>
                  <a:pt x="6445449" y="1926499"/>
                </a:cubicBezTo>
                <a:cubicBezTo>
                  <a:pt x="6434030" y="1933525"/>
                  <a:pt x="6429411" y="1919994"/>
                  <a:pt x="6407092" y="1921993"/>
                </a:cubicBezTo>
                <a:cubicBezTo>
                  <a:pt x="6382682" y="1922166"/>
                  <a:pt x="6418607" y="1903450"/>
                  <a:pt x="6396332" y="1907025"/>
                </a:cubicBezTo>
                <a:cubicBezTo>
                  <a:pt x="6376015" y="1918727"/>
                  <a:pt x="6367614" y="1898795"/>
                  <a:pt x="6347048" y="1912130"/>
                </a:cubicBezTo>
                <a:cubicBezTo>
                  <a:pt x="6360109" y="1925598"/>
                  <a:pt x="6297691" y="1920276"/>
                  <a:pt x="6302270" y="1933613"/>
                </a:cubicBezTo>
                <a:cubicBezTo>
                  <a:pt x="6272680" y="1919839"/>
                  <a:pt x="6273323" y="1945036"/>
                  <a:pt x="6243078" y="1945644"/>
                </a:cubicBezTo>
                <a:cubicBezTo>
                  <a:pt x="6226744" y="1941607"/>
                  <a:pt x="6216828" y="1942552"/>
                  <a:pt x="6207738" y="1953011"/>
                </a:cubicBezTo>
                <a:cubicBezTo>
                  <a:pt x="6131633" y="1932600"/>
                  <a:pt x="6170923" y="1959774"/>
                  <a:pt x="6108781" y="1959474"/>
                </a:cubicBezTo>
                <a:lnTo>
                  <a:pt x="6103698" y="1959304"/>
                </a:lnTo>
                <a:lnTo>
                  <a:pt x="6087017" y="1969078"/>
                </a:lnTo>
                <a:cubicBezTo>
                  <a:pt x="6086783" y="1969912"/>
                  <a:pt x="6086547" y="1970745"/>
                  <a:pt x="6086313" y="1971580"/>
                </a:cubicBezTo>
                <a:lnTo>
                  <a:pt x="6024291" y="1966761"/>
                </a:lnTo>
                <a:lnTo>
                  <a:pt x="6016853" y="1970526"/>
                </a:lnTo>
                <a:lnTo>
                  <a:pt x="5975404" y="1961749"/>
                </a:lnTo>
                <a:lnTo>
                  <a:pt x="5954536" y="1960220"/>
                </a:lnTo>
                <a:lnTo>
                  <a:pt x="5917280" y="1954478"/>
                </a:lnTo>
                <a:lnTo>
                  <a:pt x="5914232" y="1956919"/>
                </a:lnTo>
                <a:lnTo>
                  <a:pt x="5906850" y="1954702"/>
                </a:lnTo>
                <a:lnTo>
                  <a:pt x="5901461" y="1957577"/>
                </a:lnTo>
                <a:lnTo>
                  <a:pt x="5895317" y="1956828"/>
                </a:lnTo>
                <a:cubicBezTo>
                  <a:pt x="5883595" y="1958629"/>
                  <a:pt x="5844137" y="1966833"/>
                  <a:pt x="5831128" y="1968382"/>
                </a:cubicBezTo>
                <a:lnTo>
                  <a:pt x="5817261" y="1966124"/>
                </a:lnTo>
                <a:lnTo>
                  <a:pt x="5806791" y="1974713"/>
                </a:lnTo>
                <a:lnTo>
                  <a:pt x="5762574" y="1976973"/>
                </a:lnTo>
                <a:lnTo>
                  <a:pt x="5747297" y="1970252"/>
                </a:lnTo>
                <a:lnTo>
                  <a:pt x="5733169" y="1965433"/>
                </a:lnTo>
                <a:lnTo>
                  <a:pt x="5731338" y="1965447"/>
                </a:lnTo>
                <a:lnTo>
                  <a:pt x="5712957" y="1965596"/>
                </a:lnTo>
                <a:lnTo>
                  <a:pt x="5678760" y="1965873"/>
                </a:lnTo>
                <a:cubicBezTo>
                  <a:pt x="5656934" y="1966331"/>
                  <a:pt x="5634795" y="1967772"/>
                  <a:pt x="5612457" y="1972287"/>
                </a:cubicBezTo>
                <a:cubicBezTo>
                  <a:pt x="5527023" y="1949966"/>
                  <a:pt x="5534401" y="1947926"/>
                  <a:pt x="5462439" y="1941766"/>
                </a:cubicBezTo>
                <a:cubicBezTo>
                  <a:pt x="5427425" y="1917624"/>
                  <a:pt x="5291183" y="1960519"/>
                  <a:pt x="5249426" y="1957993"/>
                </a:cubicBezTo>
                <a:cubicBezTo>
                  <a:pt x="5146406" y="1973328"/>
                  <a:pt x="4927624" y="2044719"/>
                  <a:pt x="4795460" y="2018541"/>
                </a:cubicBezTo>
                <a:cubicBezTo>
                  <a:pt x="4762844" y="2022395"/>
                  <a:pt x="4718233" y="2031407"/>
                  <a:pt x="4698875" y="2031693"/>
                </a:cubicBezTo>
                <a:lnTo>
                  <a:pt x="4635334" y="2035504"/>
                </a:lnTo>
                <a:lnTo>
                  <a:pt x="4529228" y="2076609"/>
                </a:lnTo>
                <a:cubicBezTo>
                  <a:pt x="4475152" y="2050383"/>
                  <a:pt x="4475600" y="2080729"/>
                  <a:pt x="4408461" y="2090939"/>
                </a:cubicBezTo>
                <a:cubicBezTo>
                  <a:pt x="4383821" y="2082708"/>
                  <a:pt x="4268804" y="2082966"/>
                  <a:pt x="4254651" y="2101730"/>
                </a:cubicBezTo>
                <a:cubicBezTo>
                  <a:pt x="4238862" y="2106286"/>
                  <a:pt x="4220313" y="2100544"/>
                  <a:pt x="4213233" y="2120326"/>
                </a:cubicBezTo>
                <a:cubicBezTo>
                  <a:pt x="4201430" y="2144259"/>
                  <a:pt x="4145731" y="2110137"/>
                  <a:pt x="4153938" y="2137520"/>
                </a:cubicBezTo>
                <a:cubicBezTo>
                  <a:pt x="4114396" y="2114195"/>
                  <a:pt x="4083806" y="2164553"/>
                  <a:pt x="4050969" y="2177971"/>
                </a:cubicBezTo>
                <a:cubicBezTo>
                  <a:pt x="4019767" y="2177378"/>
                  <a:pt x="4005088" y="2190554"/>
                  <a:pt x="3933162" y="2199509"/>
                </a:cubicBezTo>
                <a:cubicBezTo>
                  <a:pt x="3898830" y="2172322"/>
                  <a:pt x="3861284" y="2221170"/>
                  <a:pt x="3797609" y="2185813"/>
                </a:cubicBezTo>
                <a:cubicBezTo>
                  <a:pt x="3795667" y="2189772"/>
                  <a:pt x="3776702" y="2186188"/>
                  <a:pt x="3723511" y="2185401"/>
                </a:cubicBezTo>
                <a:cubicBezTo>
                  <a:pt x="3670320" y="2184613"/>
                  <a:pt x="3558625" y="2184230"/>
                  <a:pt x="3478465" y="2181087"/>
                </a:cubicBezTo>
                <a:cubicBezTo>
                  <a:pt x="3387474" y="2181789"/>
                  <a:pt x="3428499" y="2219948"/>
                  <a:pt x="3308996" y="2177978"/>
                </a:cubicBezTo>
                <a:cubicBezTo>
                  <a:pt x="3299910" y="2200517"/>
                  <a:pt x="3285785" y="2202748"/>
                  <a:pt x="3260282" y="2194479"/>
                </a:cubicBezTo>
                <a:cubicBezTo>
                  <a:pt x="3216295" y="2196427"/>
                  <a:pt x="3227371" y="2250251"/>
                  <a:pt x="3178557" y="2221451"/>
                </a:cubicBezTo>
                <a:cubicBezTo>
                  <a:pt x="3146795" y="2234329"/>
                  <a:pt x="3117401" y="2220418"/>
                  <a:pt x="3097074" y="2229837"/>
                </a:cubicBezTo>
                <a:lnTo>
                  <a:pt x="3029944" y="2248531"/>
                </a:lnTo>
                <a:cubicBezTo>
                  <a:pt x="2992804" y="2254069"/>
                  <a:pt x="2982389" y="2213943"/>
                  <a:pt x="2964870" y="2251389"/>
                </a:cubicBezTo>
                <a:lnTo>
                  <a:pt x="2931496" y="2243024"/>
                </a:lnTo>
                <a:lnTo>
                  <a:pt x="2892959" y="2233969"/>
                </a:lnTo>
                <a:cubicBezTo>
                  <a:pt x="2872669" y="2227791"/>
                  <a:pt x="2882203" y="2234774"/>
                  <a:pt x="2839074" y="2225008"/>
                </a:cubicBezTo>
                <a:cubicBezTo>
                  <a:pt x="2811442" y="2251884"/>
                  <a:pt x="2766379" y="2232117"/>
                  <a:pt x="2693779" y="2231570"/>
                </a:cubicBezTo>
                <a:lnTo>
                  <a:pt x="2523799" y="2236547"/>
                </a:lnTo>
                <a:cubicBezTo>
                  <a:pt x="2466172" y="2242686"/>
                  <a:pt x="2414634" y="2227724"/>
                  <a:pt x="2340069" y="2220699"/>
                </a:cubicBezTo>
                <a:cubicBezTo>
                  <a:pt x="2265503" y="2213674"/>
                  <a:pt x="2139796" y="2191971"/>
                  <a:pt x="2076408" y="2194398"/>
                </a:cubicBezTo>
                <a:cubicBezTo>
                  <a:pt x="2032508" y="2197562"/>
                  <a:pt x="2027933" y="2185141"/>
                  <a:pt x="1983593" y="2219360"/>
                </a:cubicBezTo>
                <a:cubicBezTo>
                  <a:pt x="1947094" y="2209205"/>
                  <a:pt x="1890960" y="2218305"/>
                  <a:pt x="1853105" y="2214141"/>
                </a:cubicBezTo>
                <a:cubicBezTo>
                  <a:pt x="1825748" y="2216625"/>
                  <a:pt x="1783192" y="2179879"/>
                  <a:pt x="1748511" y="2178472"/>
                </a:cubicBezTo>
                <a:cubicBezTo>
                  <a:pt x="1703498" y="2196202"/>
                  <a:pt x="1694831" y="2157630"/>
                  <a:pt x="1633422" y="2143415"/>
                </a:cubicBezTo>
                <a:cubicBezTo>
                  <a:pt x="1607630" y="2161065"/>
                  <a:pt x="1579060" y="2145077"/>
                  <a:pt x="1558946" y="2128843"/>
                </a:cubicBezTo>
                <a:cubicBezTo>
                  <a:pt x="1499069" y="2134267"/>
                  <a:pt x="1452565" y="2133855"/>
                  <a:pt x="1385344" y="2124817"/>
                </a:cubicBezTo>
                <a:cubicBezTo>
                  <a:pt x="1312492" y="2145463"/>
                  <a:pt x="1299315" y="2122756"/>
                  <a:pt x="1227473" y="2113291"/>
                </a:cubicBezTo>
                <a:cubicBezTo>
                  <a:pt x="1199075" y="2120045"/>
                  <a:pt x="1149241" y="2095660"/>
                  <a:pt x="1088711" y="2097947"/>
                </a:cubicBezTo>
                <a:cubicBezTo>
                  <a:pt x="1048569" y="2095382"/>
                  <a:pt x="1091396" y="2061344"/>
                  <a:pt x="939259" y="2073411"/>
                </a:cubicBezTo>
                <a:cubicBezTo>
                  <a:pt x="930603" y="2080267"/>
                  <a:pt x="912274" y="2072716"/>
                  <a:pt x="914345" y="2063135"/>
                </a:cubicBezTo>
                <a:cubicBezTo>
                  <a:pt x="904674" y="2065915"/>
                  <a:pt x="881392" y="2083881"/>
                  <a:pt x="879393" y="2068419"/>
                </a:cubicBezTo>
                <a:cubicBezTo>
                  <a:pt x="831068" y="2065554"/>
                  <a:pt x="782797" y="2073516"/>
                  <a:pt x="739242" y="2091539"/>
                </a:cubicBezTo>
                <a:cubicBezTo>
                  <a:pt x="713063" y="2085924"/>
                  <a:pt x="685973" y="2097939"/>
                  <a:pt x="628509" y="2108134"/>
                </a:cubicBezTo>
                <a:cubicBezTo>
                  <a:pt x="575136" y="2076613"/>
                  <a:pt x="570057" y="2131408"/>
                  <a:pt x="508046" y="2109851"/>
                </a:cubicBezTo>
                <a:cubicBezTo>
                  <a:pt x="473420" y="2105939"/>
                  <a:pt x="433697" y="2091842"/>
                  <a:pt x="408793" y="2105335"/>
                </a:cubicBezTo>
                <a:cubicBezTo>
                  <a:pt x="383633" y="2099507"/>
                  <a:pt x="299763" y="2118030"/>
                  <a:pt x="259142" y="2115883"/>
                </a:cubicBezTo>
                <a:cubicBezTo>
                  <a:pt x="191085" y="2103328"/>
                  <a:pt x="127146" y="2128850"/>
                  <a:pt x="91266" y="2135533"/>
                </a:cubicBezTo>
                <a:cubicBezTo>
                  <a:pt x="55346" y="2131669"/>
                  <a:pt x="37547" y="2122850"/>
                  <a:pt x="12251" y="2121489"/>
                </a:cubicBezTo>
                <a:lnTo>
                  <a:pt x="0" y="2122164"/>
                </a:lnTo>
                <a:close/>
              </a:path>
            </a:pathLst>
          </a:custGeom>
          <a:solidFill>
            <a:srgbClr val="82766A">
              <a:alpha val="15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BA7526B4-06DF-09F4-5B81-077E91894542}"/>
              </a:ext>
            </a:extLst>
          </p:cNvPr>
          <p:cNvSpPr>
            <a:spLocks noGrp="1"/>
          </p:cNvSpPr>
          <p:nvPr>
            <p:ph type="title"/>
          </p:nvPr>
        </p:nvSpPr>
        <p:spPr>
          <a:xfrm>
            <a:off x="476519" y="633268"/>
            <a:ext cx="5915197" cy="1330519"/>
          </a:xfrm>
        </p:spPr>
        <p:txBody>
          <a:bodyPr>
            <a:normAutofit/>
          </a:bodyPr>
          <a:lstStyle/>
          <a:p>
            <a:r>
              <a:rPr lang="en-US" b="1" dirty="0">
                <a:latin typeface="Aptos Serif" panose="02020604070405020304" pitchFamily="18" charset="0"/>
                <a:cs typeface="Aptos Serif" panose="02020604070405020304" pitchFamily="18" charset="0"/>
              </a:rPr>
              <a:t>Curriculum Topics</a:t>
            </a:r>
          </a:p>
        </p:txBody>
      </p:sp>
      <p:sp>
        <p:nvSpPr>
          <p:cNvPr id="3" name="Content Placeholder 2">
            <a:extLst>
              <a:ext uri="{FF2B5EF4-FFF2-40B4-BE49-F238E27FC236}">
                <a16:creationId xmlns:a16="http://schemas.microsoft.com/office/drawing/2014/main" id="{7FE6776B-5832-AE31-1B70-A0000AA0D456}"/>
              </a:ext>
            </a:extLst>
          </p:cNvPr>
          <p:cNvSpPr>
            <a:spLocks noGrp="1"/>
          </p:cNvSpPr>
          <p:nvPr>
            <p:ph idx="1"/>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476519" y="2251390"/>
            <a:ext cx="3412902" cy="3851297"/>
          </a:xfrm>
        </p:spPr>
        <p:txBody>
          <a:bodyPr>
            <a:noAutofit/>
          </a:bodyPr>
          <a:lstStyle/>
          <a:p>
            <a:pPr marL="0" indent="0">
              <a:spcBef>
                <a:spcPts val="2500"/>
              </a:spcBef>
              <a:buNone/>
            </a:pPr>
            <a:r>
              <a:rPr lang="en-US" sz="2000" b="1" dirty="0">
                <a:solidFill>
                  <a:schemeClr val="tx1">
                    <a:lumMod val="65000"/>
                    <a:lumOff val="35000"/>
                  </a:schemeClr>
                </a:solidFill>
              </a:rPr>
              <a:t>Governance</a:t>
            </a:r>
          </a:p>
          <a:p>
            <a:pPr marL="0" lvl="1" indent="0">
              <a:buNone/>
            </a:pPr>
            <a:r>
              <a:rPr lang="en-US" sz="1800" dirty="0"/>
              <a:t>How Cloudcroft is organized as a local government.  Roles and responsibilities. Lessons learned from past mistakes.</a:t>
            </a:r>
          </a:p>
          <a:p>
            <a:pPr marL="0" lvl="1" indent="0">
              <a:buNone/>
            </a:pPr>
            <a:endParaRPr lang="en-US" sz="1600" b="1" dirty="0"/>
          </a:p>
          <a:p>
            <a:pPr marL="0" lvl="1" indent="0">
              <a:buNone/>
            </a:pPr>
            <a:r>
              <a:rPr lang="en-US" sz="2000" b="1" dirty="0">
                <a:solidFill>
                  <a:schemeClr val="tx1">
                    <a:lumMod val="65000"/>
                    <a:lumOff val="35000"/>
                  </a:schemeClr>
                </a:solidFill>
              </a:rPr>
              <a:t>Infrastructure</a:t>
            </a:r>
          </a:p>
          <a:p>
            <a:pPr marL="0" lvl="1" indent="0">
              <a:buNone/>
            </a:pPr>
            <a:r>
              <a:rPr lang="en-US" sz="1800" dirty="0"/>
              <a:t>Delivery and maintenance of Water, Roads, Utilities, and more</a:t>
            </a:r>
          </a:p>
          <a:p>
            <a:pPr marL="0" lvl="1" indent="0">
              <a:buNone/>
            </a:pPr>
            <a:endParaRPr lang="en-US" sz="1800" b="1" dirty="0">
              <a:solidFill>
                <a:schemeClr val="tx1">
                  <a:lumMod val="65000"/>
                  <a:lumOff val="35000"/>
                </a:schemeClr>
              </a:solidFill>
            </a:endParaRPr>
          </a:p>
          <a:p>
            <a:pPr marL="0" lvl="1" indent="0">
              <a:buNone/>
            </a:pPr>
            <a:r>
              <a:rPr lang="en-US" sz="2000" b="1" dirty="0">
                <a:solidFill>
                  <a:schemeClr val="tx1">
                    <a:lumMod val="65000"/>
                    <a:lumOff val="35000"/>
                  </a:schemeClr>
                </a:solidFill>
              </a:rPr>
              <a:t>Education</a:t>
            </a:r>
          </a:p>
          <a:p>
            <a:pPr marL="0" lvl="1" indent="0">
              <a:buNone/>
            </a:pPr>
            <a:r>
              <a:rPr lang="en-US" sz="1800" dirty="0"/>
              <a:t>What it takes to provide a first-class educational experience.</a:t>
            </a:r>
          </a:p>
        </p:txBody>
      </p:sp>
      <p:sp>
        <p:nvSpPr>
          <p:cNvPr id="24" name="Freeform: Shape 16">
            <a:extLst>
              <a:ext uri="{FF2B5EF4-FFF2-40B4-BE49-F238E27FC236}">
                <a16:creationId xmlns:a16="http://schemas.microsoft.com/office/drawing/2014/main" id="{6BFFEA99-E831-4C3B-8D16-0EA4AB33FFC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595584" y="610517"/>
            <a:ext cx="4010943" cy="5636963"/>
          </a:xfrm>
          <a:custGeom>
            <a:avLst/>
            <a:gdLst>
              <a:gd name="connsiteX0" fmla="*/ 0 w 2400300"/>
              <a:gd name="connsiteY0" fmla="*/ 0 h 2400300"/>
              <a:gd name="connsiteX1" fmla="*/ 2400300 w 2400300"/>
              <a:gd name="connsiteY1" fmla="*/ 0 h 2400300"/>
              <a:gd name="connsiteX2" fmla="*/ 2400300 w 2400300"/>
              <a:gd name="connsiteY2" fmla="*/ 2400300 h 2400300"/>
              <a:gd name="connsiteX3" fmla="*/ 0 w 2400300"/>
              <a:gd name="connsiteY3" fmla="*/ 2400300 h 2400300"/>
            </a:gdLst>
            <a:ahLst/>
            <a:cxnLst>
              <a:cxn ang="0">
                <a:pos x="connsiteX0" y="connsiteY0"/>
              </a:cxn>
              <a:cxn ang="0">
                <a:pos x="connsiteX1" y="connsiteY1"/>
              </a:cxn>
              <a:cxn ang="0">
                <a:pos x="connsiteX2" y="connsiteY2"/>
              </a:cxn>
              <a:cxn ang="0">
                <a:pos x="connsiteX3" y="connsiteY3"/>
              </a:cxn>
            </a:cxnLst>
            <a:rect l="l" t="t" r="r" b="b"/>
            <a:pathLst>
              <a:path w="2400300" h="2400300">
                <a:moveTo>
                  <a:pt x="0" y="0"/>
                </a:moveTo>
                <a:lnTo>
                  <a:pt x="2400300" y="0"/>
                </a:lnTo>
                <a:lnTo>
                  <a:pt x="2400300" y="2400300"/>
                </a:lnTo>
                <a:lnTo>
                  <a:pt x="0" y="2400300"/>
                </a:lnTo>
                <a:close/>
              </a:path>
            </a:pathLst>
          </a:custGeom>
          <a:solidFill>
            <a:srgbClr val="F2F2F2"/>
          </a:solidFill>
          <a:ln>
            <a:noFill/>
          </a:ln>
          <a:effectLst>
            <a:outerShdw blurRad="25400" dist="12700" dir="3000000" algn="tl" rotWithShape="0">
              <a:prstClr val="black">
                <a:alpha val="27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7" name="Picture 6">
            <a:extLst>
              <a:ext uri="{FF2B5EF4-FFF2-40B4-BE49-F238E27FC236}">
                <a16:creationId xmlns:a16="http://schemas.microsoft.com/office/drawing/2014/main" id="{18133C3E-85EF-5A1C-1D71-F231C4DB2B5A}"/>
              </a:ext>
              <a:ext uri="{C183D7F6-B498-43B3-948B-1728B52AA6E4}">
                <adec:decorative xmlns:adec="http://schemas.microsoft.com/office/drawing/2017/decorative" val="1"/>
              </a:ext>
            </a:extLst>
          </p:cNvPr>
          <p:cNvPicPr>
            <a:picLocks noChangeAspect="1"/>
          </p:cNvPicPr>
          <p:nvPr/>
        </p:nvPicPr>
        <p:blipFill>
          <a:blip r:embed="rId3"/>
          <a:srcRect l="15318" r="15318"/>
          <a:stretch/>
        </p:blipFill>
        <p:spPr>
          <a:xfrm rot="214987">
            <a:off x="7913675" y="825614"/>
            <a:ext cx="3684567" cy="5311922"/>
          </a:xfrm>
          <a:prstGeom prst="rect">
            <a:avLst/>
          </a:prstGeom>
        </p:spPr>
      </p:pic>
      <p:sp>
        <p:nvSpPr>
          <p:cNvPr id="25" name="Freeform: Shape 18">
            <a:extLst>
              <a:ext uri="{FF2B5EF4-FFF2-40B4-BE49-F238E27FC236}">
                <a16:creationId xmlns:a16="http://schemas.microsoft.com/office/drawing/2014/main" id="{3B9FD11D-7561-43C8-BE54-00D7DCF0E2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55391" y="5800300"/>
            <a:ext cx="5736610" cy="1057702"/>
          </a:xfrm>
          <a:custGeom>
            <a:avLst/>
            <a:gdLst>
              <a:gd name="connsiteX0" fmla="*/ 5741575 w 5741575"/>
              <a:gd name="connsiteY0" fmla="*/ 0 h 955271"/>
              <a:gd name="connsiteX1" fmla="*/ 5741575 w 5741575"/>
              <a:gd name="connsiteY1" fmla="*/ 955271 h 955271"/>
              <a:gd name="connsiteX2" fmla="*/ 0 w 5741575"/>
              <a:gd name="connsiteY2" fmla="*/ 955271 h 955271"/>
              <a:gd name="connsiteX3" fmla="*/ 8558 w 5741575"/>
              <a:gd name="connsiteY3" fmla="*/ 953971 h 955271"/>
              <a:gd name="connsiteX4" fmla="*/ 16894 w 5741575"/>
              <a:gd name="connsiteY4" fmla="*/ 953847 h 955271"/>
              <a:gd name="connsiteX5" fmla="*/ 28156 w 5741575"/>
              <a:gd name="connsiteY5" fmla="*/ 951374 h 955271"/>
              <a:gd name="connsiteX6" fmla="*/ 28293 w 5741575"/>
              <a:gd name="connsiteY6" fmla="*/ 950971 h 955271"/>
              <a:gd name="connsiteX7" fmla="*/ 39115 w 5741575"/>
              <a:gd name="connsiteY7" fmla="*/ 949326 h 955271"/>
              <a:gd name="connsiteX8" fmla="*/ 93851 w 5741575"/>
              <a:gd name="connsiteY8" fmla="*/ 945611 h 955271"/>
              <a:gd name="connsiteX9" fmla="*/ 148657 w 5741575"/>
              <a:gd name="connsiteY9" fmla="*/ 898134 h 955271"/>
              <a:gd name="connsiteX10" fmla="*/ 174554 w 5741575"/>
              <a:gd name="connsiteY10" fmla="*/ 886351 h 955271"/>
              <a:gd name="connsiteX11" fmla="*/ 187633 w 5741575"/>
              <a:gd name="connsiteY11" fmla="*/ 878226 h 955271"/>
              <a:gd name="connsiteX12" fmla="*/ 187961 w 5741575"/>
              <a:gd name="connsiteY12" fmla="*/ 876538 h 955271"/>
              <a:gd name="connsiteX13" fmla="*/ 240501 w 5741575"/>
              <a:gd name="connsiteY13" fmla="*/ 873150 h 955271"/>
              <a:gd name="connsiteX14" fmla="*/ 246345 w 5741575"/>
              <a:gd name="connsiteY14" fmla="*/ 869942 h 955271"/>
              <a:gd name="connsiteX15" fmla="*/ 282041 w 5741575"/>
              <a:gd name="connsiteY15" fmla="*/ 871263 h 955271"/>
              <a:gd name="connsiteX16" fmla="*/ 299711 w 5741575"/>
              <a:gd name="connsiteY16" fmla="*/ 870064 h 955271"/>
              <a:gd name="connsiteX17" fmla="*/ 306299 w 5741575"/>
              <a:gd name="connsiteY17" fmla="*/ 873609 h 955271"/>
              <a:gd name="connsiteX18" fmla="*/ 331571 w 5741575"/>
              <a:gd name="connsiteY18" fmla="*/ 869866 h 955271"/>
              <a:gd name="connsiteX19" fmla="*/ 333872 w 5741575"/>
              <a:gd name="connsiteY19" fmla="*/ 867971 h 955271"/>
              <a:gd name="connsiteX20" fmla="*/ 356953 w 5741575"/>
              <a:gd name="connsiteY20" fmla="*/ 870334 h 955271"/>
              <a:gd name="connsiteX21" fmla="*/ 379005 w 5741575"/>
              <a:gd name="connsiteY21" fmla="*/ 878900 h 955271"/>
              <a:gd name="connsiteX22" fmla="*/ 585428 w 5741575"/>
              <a:gd name="connsiteY22" fmla="*/ 826440 h 955271"/>
              <a:gd name="connsiteX23" fmla="*/ 787156 w 5741575"/>
              <a:gd name="connsiteY23" fmla="*/ 838447 h 955271"/>
              <a:gd name="connsiteX24" fmla="*/ 898586 w 5741575"/>
              <a:gd name="connsiteY24" fmla="*/ 808502 h 955271"/>
              <a:gd name="connsiteX25" fmla="*/ 924063 w 5741575"/>
              <a:gd name="connsiteY25" fmla="*/ 770210 h 955271"/>
              <a:gd name="connsiteX26" fmla="*/ 1212574 w 5741575"/>
              <a:gd name="connsiteY26" fmla="*/ 724238 h 955271"/>
              <a:gd name="connsiteX27" fmla="*/ 1280768 w 5741575"/>
              <a:gd name="connsiteY27" fmla="*/ 699122 h 955271"/>
              <a:gd name="connsiteX28" fmla="*/ 1352027 w 5741575"/>
              <a:gd name="connsiteY28" fmla="*/ 704323 h 955271"/>
              <a:gd name="connsiteX29" fmla="*/ 1374314 w 5741575"/>
              <a:gd name="connsiteY29" fmla="*/ 688815 h 955271"/>
              <a:gd name="connsiteX30" fmla="*/ 1378034 w 5741575"/>
              <a:gd name="connsiteY30" fmla="*/ 685842 h 955271"/>
              <a:gd name="connsiteX31" fmla="*/ 1395604 w 5741575"/>
              <a:gd name="connsiteY31" fmla="*/ 680460 h 955271"/>
              <a:gd name="connsiteX32" fmla="*/ 1397206 w 5741575"/>
              <a:gd name="connsiteY32" fmla="*/ 670793 h 955271"/>
              <a:gd name="connsiteX33" fmla="*/ 1421250 w 5741575"/>
              <a:gd name="connsiteY33" fmla="*/ 656855 h 955271"/>
              <a:gd name="connsiteX34" fmla="*/ 1454524 w 5741575"/>
              <a:gd name="connsiteY34" fmla="*/ 649224 h 955271"/>
              <a:gd name="connsiteX35" fmla="*/ 1616217 w 5741575"/>
              <a:gd name="connsiteY35" fmla="*/ 622107 h 955271"/>
              <a:gd name="connsiteX36" fmla="*/ 1710928 w 5741575"/>
              <a:gd name="connsiteY36" fmla="*/ 600666 h 955271"/>
              <a:gd name="connsiteX37" fmla="*/ 1743718 w 5741575"/>
              <a:gd name="connsiteY37" fmla="*/ 584327 h 955271"/>
              <a:gd name="connsiteX38" fmla="*/ 1791651 w 5741575"/>
              <a:gd name="connsiteY38" fmla="*/ 567019 h 955271"/>
              <a:gd name="connsiteX39" fmla="*/ 1873778 w 5741575"/>
              <a:gd name="connsiteY39" fmla="*/ 530130 h 955271"/>
              <a:gd name="connsiteX40" fmla="*/ 1988411 w 5741575"/>
              <a:gd name="connsiteY40" fmla="*/ 491599 h 955271"/>
              <a:gd name="connsiteX41" fmla="*/ 2085507 w 5741575"/>
              <a:gd name="connsiteY41" fmla="*/ 498527 h 955271"/>
              <a:gd name="connsiteX42" fmla="*/ 2090767 w 5741575"/>
              <a:gd name="connsiteY42" fmla="*/ 490616 h 955271"/>
              <a:gd name="connsiteX43" fmla="*/ 2151143 w 5741575"/>
              <a:gd name="connsiteY43" fmla="*/ 478332 h 955271"/>
              <a:gd name="connsiteX44" fmla="*/ 2378710 w 5741575"/>
              <a:gd name="connsiteY44" fmla="*/ 477570 h 955271"/>
              <a:gd name="connsiteX45" fmla="*/ 2496256 w 5741575"/>
              <a:gd name="connsiteY45" fmla="*/ 452396 h 955271"/>
              <a:gd name="connsiteX46" fmla="*/ 2535387 w 5741575"/>
              <a:gd name="connsiteY46" fmla="*/ 436645 h 955271"/>
              <a:gd name="connsiteX47" fmla="*/ 2601109 w 5741575"/>
              <a:gd name="connsiteY47" fmla="*/ 410678 h 955271"/>
              <a:gd name="connsiteX48" fmla="*/ 2643855 w 5741575"/>
              <a:gd name="connsiteY48" fmla="*/ 374482 h 955271"/>
              <a:gd name="connsiteX49" fmla="*/ 2657726 w 5741575"/>
              <a:gd name="connsiteY49" fmla="*/ 365841 h 955271"/>
              <a:gd name="connsiteX50" fmla="*/ 2687125 w 5741575"/>
              <a:gd name="connsiteY50" fmla="*/ 366820 h 955271"/>
              <a:gd name="connsiteX51" fmla="*/ 2697479 w 5741575"/>
              <a:gd name="connsiteY51" fmla="*/ 361430 h 955271"/>
              <a:gd name="connsiteX52" fmla="*/ 2701547 w 5741575"/>
              <a:gd name="connsiteY52" fmla="*/ 361545 h 955271"/>
              <a:gd name="connsiteX53" fmla="*/ 2711054 w 5741575"/>
              <a:gd name="connsiteY53" fmla="*/ 360597 h 955271"/>
              <a:gd name="connsiteX54" fmla="*/ 2710438 w 5741575"/>
              <a:gd name="connsiteY54" fmla="*/ 366958 h 955271"/>
              <a:gd name="connsiteX55" fmla="*/ 2722936 w 5741575"/>
              <a:gd name="connsiteY55" fmla="*/ 377633 h 955271"/>
              <a:gd name="connsiteX56" fmla="*/ 2777227 w 5741575"/>
              <a:gd name="connsiteY56" fmla="*/ 368972 h 955271"/>
              <a:gd name="connsiteX57" fmla="*/ 2779510 w 5741575"/>
              <a:gd name="connsiteY57" fmla="*/ 361652 h 955271"/>
              <a:gd name="connsiteX58" fmla="*/ 2786278 w 5741575"/>
              <a:gd name="connsiteY58" fmla="*/ 359869 h 955271"/>
              <a:gd name="connsiteX59" fmla="*/ 2792101 w 5741575"/>
              <a:gd name="connsiteY59" fmla="*/ 365927 h 955271"/>
              <a:gd name="connsiteX60" fmla="*/ 2885545 w 5741575"/>
              <a:gd name="connsiteY60" fmla="*/ 372818 h 955271"/>
              <a:gd name="connsiteX61" fmla="*/ 3009558 w 5741575"/>
              <a:gd name="connsiteY61" fmla="*/ 370573 h 955271"/>
              <a:gd name="connsiteX62" fmla="*/ 3095010 w 5741575"/>
              <a:gd name="connsiteY62" fmla="*/ 332454 h 955271"/>
              <a:gd name="connsiteX63" fmla="*/ 3103742 w 5741575"/>
              <a:gd name="connsiteY63" fmla="*/ 337974 h 955271"/>
              <a:gd name="connsiteX64" fmla="*/ 3165093 w 5741575"/>
              <a:gd name="connsiteY64" fmla="*/ 329459 h 955271"/>
              <a:gd name="connsiteX65" fmla="*/ 3373785 w 5741575"/>
              <a:gd name="connsiteY65" fmla="*/ 255680 h 955271"/>
              <a:gd name="connsiteX66" fmla="*/ 3493851 w 5741575"/>
              <a:gd name="connsiteY66" fmla="*/ 240255 h 955271"/>
              <a:gd name="connsiteX67" fmla="*/ 3537470 w 5741575"/>
              <a:gd name="connsiteY67" fmla="*/ 241867 h 955271"/>
              <a:gd name="connsiteX68" fmla="*/ 3610489 w 5741575"/>
              <a:gd name="connsiteY68" fmla="*/ 244128 h 955271"/>
              <a:gd name="connsiteX69" fmla="*/ 3667539 w 5741575"/>
              <a:gd name="connsiteY69" fmla="*/ 263271 h 955271"/>
              <a:gd name="connsiteX70" fmla="*/ 3727614 w 5741575"/>
              <a:gd name="connsiteY70" fmla="*/ 258245 h 955271"/>
              <a:gd name="connsiteX71" fmla="*/ 3738369 w 5741575"/>
              <a:gd name="connsiteY71" fmla="*/ 234506 h 955271"/>
              <a:gd name="connsiteX72" fmla="*/ 3803670 w 5741575"/>
              <a:gd name="connsiteY72" fmla="*/ 236457 h 955271"/>
              <a:gd name="connsiteX73" fmla="*/ 3903080 w 5741575"/>
              <a:gd name="connsiteY73" fmla="*/ 241890 h 955271"/>
              <a:gd name="connsiteX74" fmla="*/ 3959588 w 5741575"/>
              <a:gd name="connsiteY74" fmla="*/ 239195 h 955271"/>
              <a:gd name="connsiteX75" fmla="*/ 4114838 w 5741575"/>
              <a:gd name="connsiteY75" fmla="*/ 238165 h 955271"/>
              <a:gd name="connsiteX76" fmla="*/ 4271023 w 5741575"/>
              <a:gd name="connsiteY76" fmla="*/ 241959 h 955271"/>
              <a:gd name="connsiteX77" fmla="*/ 4367397 w 5741575"/>
              <a:gd name="connsiteY77" fmla="*/ 271442 h 955271"/>
              <a:gd name="connsiteX78" fmla="*/ 4495366 w 5741575"/>
              <a:gd name="connsiteY78" fmla="*/ 271618 h 955271"/>
              <a:gd name="connsiteX79" fmla="*/ 4517347 w 5741575"/>
              <a:gd name="connsiteY79" fmla="*/ 275639 h 955271"/>
              <a:gd name="connsiteX80" fmla="*/ 4546116 w 5741575"/>
              <a:gd name="connsiteY80" fmla="*/ 268568 h 955271"/>
              <a:gd name="connsiteX81" fmla="*/ 4661259 w 5741575"/>
              <a:gd name="connsiteY81" fmla="*/ 238966 h 955271"/>
              <a:gd name="connsiteX82" fmla="*/ 4750403 w 5741575"/>
              <a:gd name="connsiteY82" fmla="*/ 204364 h 955271"/>
              <a:gd name="connsiteX83" fmla="*/ 4867614 w 5741575"/>
              <a:gd name="connsiteY83" fmla="*/ 208668 h 955271"/>
              <a:gd name="connsiteX84" fmla="*/ 4937036 w 5741575"/>
              <a:gd name="connsiteY84" fmla="*/ 195446 h 955271"/>
              <a:gd name="connsiteX85" fmla="*/ 5047626 w 5741575"/>
              <a:gd name="connsiteY85" fmla="*/ 149604 h 955271"/>
              <a:gd name="connsiteX86" fmla="*/ 5200247 w 5741575"/>
              <a:gd name="connsiteY86" fmla="*/ 142695 h 955271"/>
              <a:gd name="connsiteX87" fmla="*/ 5235691 w 5741575"/>
              <a:gd name="connsiteY87" fmla="*/ 173330 h 955271"/>
              <a:gd name="connsiteX88" fmla="*/ 5280133 w 5741575"/>
              <a:gd name="connsiteY88" fmla="*/ 189342 h 955271"/>
              <a:gd name="connsiteX89" fmla="*/ 5291963 w 5741575"/>
              <a:gd name="connsiteY89" fmla="*/ 139446 h 955271"/>
              <a:gd name="connsiteX90" fmla="*/ 5418472 w 5741575"/>
              <a:gd name="connsiteY90" fmla="*/ 89163 h 955271"/>
              <a:gd name="connsiteX91" fmla="*/ 5482354 w 5741575"/>
              <a:gd name="connsiteY91" fmla="*/ 69470 h 955271"/>
              <a:gd name="connsiteX92" fmla="*/ 5583280 w 5741575"/>
              <a:gd name="connsiteY92" fmla="*/ 49787 h 955271"/>
              <a:gd name="connsiteX93" fmla="*/ 5613766 w 5741575"/>
              <a:gd name="connsiteY93" fmla="*/ 41855 h 955271"/>
              <a:gd name="connsiteX94" fmla="*/ 5684952 w 5741575"/>
              <a:gd name="connsiteY94" fmla="*/ 26088 h 955271"/>
              <a:gd name="connsiteX0" fmla="*/ 5741575 w 5741575"/>
              <a:gd name="connsiteY0" fmla="*/ 0 h 955271"/>
              <a:gd name="connsiteX1" fmla="*/ 5741575 w 5741575"/>
              <a:gd name="connsiteY1" fmla="*/ 955271 h 955271"/>
              <a:gd name="connsiteX2" fmla="*/ 0 w 5741575"/>
              <a:gd name="connsiteY2" fmla="*/ 955271 h 955271"/>
              <a:gd name="connsiteX3" fmla="*/ 8558 w 5741575"/>
              <a:gd name="connsiteY3" fmla="*/ 953971 h 955271"/>
              <a:gd name="connsiteX4" fmla="*/ 16894 w 5741575"/>
              <a:gd name="connsiteY4" fmla="*/ 953847 h 955271"/>
              <a:gd name="connsiteX5" fmla="*/ 28156 w 5741575"/>
              <a:gd name="connsiteY5" fmla="*/ 951374 h 955271"/>
              <a:gd name="connsiteX6" fmla="*/ 28293 w 5741575"/>
              <a:gd name="connsiteY6" fmla="*/ 950971 h 955271"/>
              <a:gd name="connsiteX7" fmla="*/ 39115 w 5741575"/>
              <a:gd name="connsiteY7" fmla="*/ 949326 h 955271"/>
              <a:gd name="connsiteX8" fmla="*/ 93851 w 5741575"/>
              <a:gd name="connsiteY8" fmla="*/ 945611 h 955271"/>
              <a:gd name="connsiteX9" fmla="*/ 148657 w 5741575"/>
              <a:gd name="connsiteY9" fmla="*/ 898134 h 955271"/>
              <a:gd name="connsiteX10" fmla="*/ 174554 w 5741575"/>
              <a:gd name="connsiteY10" fmla="*/ 886351 h 955271"/>
              <a:gd name="connsiteX11" fmla="*/ 187633 w 5741575"/>
              <a:gd name="connsiteY11" fmla="*/ 878226 h 955271"/>
              <a:gd name="connsiteX12" fmla="*/ 187961 w 5741575"/>
              <a:gd name="connsiteY12" fmla="*/ 876538 h 955271"/>
              <a:gd name="connsiteX13" fmla="*/ 240501 w 5741575"/>
              <a:gd name="connsiteY13" fmla="*/ 873150 h 955271"/>
              <a:gd name="connsiteX14" fmla="*/ 246345 w 5741575"/>
              <a:gd name="connsiteY14" fmla="*/ 869942 h 955271"/>
              <a:gd name="connsiteX15" fmla="*/ 282041 w 5741575"/>
              <a:gd name="connsiteY15" fmla="*/ 871263 h 955271"/>
              <a:gd name="connsiteX16" fmla="*/ 299711 w 5741575"/>
              <a:gd name="connsiteY16" fmla="*/ 870064 h 955271"/>
              <a:gd name="connsiteX17" fmla="*/ 306299 w 5741575"/>
              <a:gd name="connsiteY17" fmla="*/ 873609 h 955271"/>
              <a:gd name="connsiteX18" fmla="*/ 331571 w 5741575"/>
              <a:gd name="connsiteY18" fmla="*/ 869866 h 955271"/>
              <a:gd name="connsiteX19" fmla="*/ 333872 w 5741575"/>
              <a:gd name="connsiteY19" fmla="*/ 867971 h 955271"/>
              <a:gd name="connsiteX20" fmla="*/ 356953 w 5741575"/>
              <a:gd name="connsiteY20" fmla="*/ 870334 h 955271"/>
              <a:gd name="connsiteX21" fmla="*/ 379005 w 5741575"/>
              <a:gd name="connsiteY21" fmla="*/ 878900 h 955271"/>
              <a:gd name="connsiteX22" fmla="*/ 585428 w 5741575"/>
              <a:gd name="connsiteY22" fmla="*/ 826440 h 955271"/>
              <a:gd name="connsiteX23" fmla="*/ 787156 w 5741575"/>
              <a:gd name="connsiteY23" fmla="*/ 838447 h 955271"/>
              <a:gd name="connsiteX24" fmla="*/ 898586 w 5741575"/>
              <a:gd name="connsiteY24" fmla="*/ 808502 h 955271"/>
              <a:gd name="connsiteX25" fmla="*/ 924063 w 5741575"/>
              <a:gd name="connsiteY25" fmla="*/ 770210 h 955271"/>
              <a:gd name="connsiteX26" fmla="*/ 1212574 w 5741575"/>
              <a:gd name="connsiteY26" fmla="*/ 724238 h 955271"/>
              <a:gd name="connsiteX27" fmla="*/ 1280768 w 5741575"/>
              <a:gd name="connsiteY27" fmla="*/ 699122 h 955271"/>
              <a:gd name="connsiteX28" fmla="*/ 1352027 w 5741575"/>
              <a:gd name="connsiteY28" fmla="*/ 704323 h 955271"/>
              <a:gd name="connsiteX29" fmla="*/ 1374314 w 5741575"/>
              <a:gd name="connsiteY29" fmla="*/ 688815 h 955271"/>
              <a:gd name="connsiteX30" fmla="*/ 1378034 w 5741575"/>
              <a:gd name="connsiteY30" fmla="*/ 685842 h 955271"/>
              <a:gd name="connsiteX31" fmla="*/ 1395604 w 5741575"/>
              <a:gd name="connsiteY31" fmla="*/ 680460 h 955271"/>
              <a:gd name="connsiteX32" fmla="*/ 1397206 w 5741575"/>
              <a:gd name="connsiteY32" fmla="*/ 670793 h 955271"/>
              <a:gd name="connsiteX33" fmla="*/ 1421250 w 5741575"/>
              <a:gd name="connsiteY33" fmla="*/ 656855 h 955271"/>
              <a:gd name="connsiteX34" fmla="*/ 1454524 w 5741575"/>
              <a:gd name="connsiteY34" fmla="*/ 649224 h 955271"/>
              <a:gd name="connsiteX35" fmla="*/ 1616217 w 5741575"/>
              <a:gd name="connsiteY35" fmla="*/ 622107 h 955271"/>
              <a:gd name="connsiteX36" fmla="*/ 1710928 w 5741575"/>
              <a:gd name="connsiteY36" fmla="*/ 600666 h 955271"/>
              <a:gd name="connsiteX37" fmla="*/ 1743718 w 5741575"/>
              <a:gd name="connsiteY37" fmla="*/ 584327 h 955271"/>
              <a:gd name="connsiteX38" fmla="*/ 1791651 w 5741575"/>
              <a:gd name="connsiteY38" fmla="*/ 567019 h 955271"/>
              <a:gd name="connsiteX39" fmla="*/ 1873778 w 5741575"/>
              <a:gd name="connsiteY39" fmla="*/ 530130 h 955271"/>
              <a:gd name="connsiteX40" fmla="*/ 1988411 w 5741575"/>
              <a:gd name="connsiteY40" fmla="*/ 491599 h 955271"/>
              <a:gd name="connsiteX41" fmla="*/ 2085507 w 5741575"/>
              <a:gd name="connsiteY41" fmla="*/ 498527 h 955271"/>
              <a:gd name="connsiteX42" fmla="*/ 2090767 w 5741575"/>
              <a:gd name="connsiteY42" fmla="*/ 490616 h 955271"/>
              <a:gd name="connsiteX43" fmla="*/ 2151143 w 5741575"/>
              <a:gd name="connsiteY43" fmla="*/ 478332 h 955271"/>
              <a:gd name="connsiteX44" fmla="*/ 2378710 w 5741575"/>
              <a:gd name="connsiteY44" fmla="*/ 477570 h 955271"/>
              <a:gd name="connsiteX45" fmla="*/ 2496256 w 5741575"/>
              <a:gd name="connsiteY45" fmla="*/ 452396 h 955271"/>
              <a:gd name="connsiteX46" fmla="*/ 2535387 w 5741575"/>
              <a:gd name="connsiteY46" fmla="*/ 436645 h 955271"/>
              <a:gd name="connsiteX47" fmla="*/ 2601109 w 5741575"/>
              <a:gd name="connsiteY47" fmla="*/ 410678 h 955271"/>
              <a:gd name="connsiteX48" fmla="*/ 2643855 w 5741575"/>
              <a:gd name="connsiteY48" fmla="*/ 374482 h 955271"/>
              <a:gd name="connsiteX49" fmla="*/ 2657726 w 5741575"/>
              <a:gd name="connsiteY49" fmla="*/ 365841 h 955271"/>
              <a:gd name="connsiteX50" fmla="*/ 2687125 w 5741575"/>
              <a:gd name="connsiteY50" fmla="*/ 366820 h 955271"/>
              <a:gd name="connsiteX51" fmla="*/ 2697479 w 5741575"/>
              <a:gd name="connsiteY51" fmla="*/ 361430 h 955271"/>
              <a:gd name="connsiteX52" fmla="*/ 2701547 w 5741575"/>
              <a:gd name="connsiteY52" fmla="*/ 361545 h 955271"/>
              <a:gd name="connsiteX53" fmla="*/ 2711054 w 5741575"/>
              <a:gd name="connsiteY53" fmla="*/ 360597 h 955271"/>
              <a:gd name="connsiteX54" fmla="*/ 2710438 w 5741575"/>
              <a:gd name="connsiteY54" fmla="*/ 366958 h 955271"/>
              <a:gd name="connsiteX55" fmla="*/ 2722936 w 5741575"/>
              <a:gd name="connsiteY55" fmla="*/ 377633 h 955271"/>
              <a:gd name="connsiteX56" fmla="*/ 2777227 w 5741575"/>
              <a:gd name="connsiteY56" fmla="*/ 368972 h 955271"/>
              <a:gd name="connsiteX57" fmla="*/ 2779510 w 5741575"/>
              <a:gd name="connsiteY57" fmla="*/ 361652 h 955271"/>
              <a:gd name="connsiteX58" fmla="*/ 2786278 w 5741575"/>
              <a:gd name="connsiteY58" fmla="*/ 359869 h 955271"/>
              <a:gd name="connsiteX59" fmla="*/ 2792101 w 5741575"/>
              <a:gd name="connsiteY59" fmla="*/ 365927 h 955271"/>
              <a:gd name="connsiteX60" fmla="*/ 2885545 w 5741575"/>
              <a:gd name="connsiteY60" fmla="*/ 372818 h 955271"/>
              <a:gd name="connsiteX61" fmla="*/ 3009558 w 5741575"/>
              <a:gd name="connsiteY61" fmla="*/ 370573 h 955271"/>
              <a:gd name="connsiteX62" fmla="*/ 3095010 w 5741575"/>
              <a:gd name="connsiteY62" fmla="*/ 332454 h 955271"/>
              <a:gd name="connsiteX63" fmla="*/ 3103742 w 5741575"/>
              <a:gd name="connsiteY63" fmla="*/ 337974 h 955271"/>
              <a:gd name="connsiteX64" fmla="*/ 3165093 w 5741575"/>
              <a:gd name="connsiteY64" fmla="*/ 329459 h 955271"/>
              <a:gd name="connsiteX65" fmla="*/ 3373785 w 5741575"/>
              <a:gd name="connsiteY65" fmla="*/ 255680 h 955271"/>
              <a:gd name="connsiteX66" fmla="*/ 3493851 w 5741575"/>
              <a:gd name="connsiteY66" fmla="*/ 240255 h 955271"/>
              <a:gd name="connsiteX67" fmla="*/ 3537470 w 5741575"/>
              <a:gd name="connsiteY67" fmla="*/ 241867 h 955271"/>
              <a:gd name="connsiteX68" fmla="*/ 3610489 w 5741575"/>
              <a:gd name="connsiteY68" fmla="*/ 244128 h 955271"/>
              <a:gd name="connsiteX69" fmla="*/ 3667539 w 5741575"/>
              <a:gd name="connsiteY69" fmla="*/ 263271 h 955271"/>
              <a:gd name="connsiteX70" fmla="*/ 3727614 w 5741575"/>
              <a:gd name="connsiteY70" fmla="*/ 258245 h 955271"/>
              <a:gd name="connsiteX71" fmla="*/ 3738369 w 5741575"/>
              <a:gd name="connsiteY71" fmla="*/ 234506 h 955271"/>
              <a:gd name="connsiteX72" fmla="*/ 3803670 w 5741575"/>
              <a:gd name="connsiteY72" fmla="*/ 236457 h 955271"/>
              <a:gd name="connsiteX73" fmla="*/ 3903080 w 5741575"/>
              <a:gd name="connsiteY73" fmla="*/ 241890 h 955271"/>
              <a:gd name="connsiteX74" fmla="*/ 4114838 w 5741575"/>
              <a:gd name="connsiteY74" fmla="*/ 238165 h 955271"/>
              <a:gd name="connsiteX75" fmla="*/ 4271023 w 5741575"/>
              <a:gd name="connsiteY75" fmla="*/ 241959 h 955271"/>
              <a:gd name="connsiteX76" fmla="*/ 4367397 w 5741575"/>
              <a:gd name="connsiteY76" fmla="*/ 271442 h 955271"/>
              <a:gd name="connsiteX77" fmla="*/ 4495366 w 5741575"/>
              <a:gd name="connsiteY77" fmla="*/ 271618 h 955271"/>
              <a:gd name="connsiteX78" fmla="*/ 4517347 w 5741575"/>
              <a:gd name="connsiteY78" fmla="*/ 275639 h 955271"/>
              <a:gd name="connsiteX79" fmla="*/ 4546116 w 5741575"/>
              <a:gd name="connsiteY79" fmla="*/ 268568 h 955271"/>
              <a:gd name="connsiteX80" fmla="*/ 4661259 w 5741575"/>
              <a:gd name="connsiteY80" fmla="*/ 238966 h 955271"/>
              <a:gd name="connsiteX81" fmla="*/ 4750403 w 5741575"/>
              <a:gd name="connsiteY81" fmla="*/ 204364 h 955271"/>
              <a:gd name="connsiteX82" fmla="*/ 4867614 w 5741575"/>
              <a:gd name="connsiteY82" fmla="*/ 208668 h 955271"/>
              <a:gd name="connsiteX83" fmla="*/ 4937036 w 5741575"/>
              <a:gd name="connsiteY83" fmla="*/ 195446 h 955271"/>
              <a:gd name="connsiteX84" fmla="*/ 5047626 w 5741575"/>
              <a:gd name="connsiteY84" fmla="*/ 149604 h 955271"/>
              <a:gd name="connsiteX85" fmla="*/ 5200247 w 5741575"/>
              <a:gd name="connsiteY85" fmla="*/ 142695 h 955271"/>
              <a:gd name="connsiteX86" fmla="*/ 5235691 w 5741575"/>
              <a:gd name="connsiteY86" fmla="*/ 173330 h 955271"/>
              <a:gd name="connsiteX87" fmla="*/ 5280133 w 5741575"/>
              <a:gd name="connsiteY87" fmla="*/ 189342 h 955271"/>
              <a:gd name="connsiteX88" fmla="*/ 5291963 w 5741575"/>
              <a:gd name="connsiteY88" fmla="*/ 139446 h 955271"/>
              <a:gd name="connsiteX89" fmla="*/ 5418472 w 5741575"/>
              <a:gd name="connsiteY89" fmla="*/ 89163 h 955271"/>
              <a:gd name="connsiteX90" fmla="*/ 5482354 w 5741575"/>
              <a:gd name="connsiteY90" fmla="*/ 69470 h 955271"/>
              <a:gd name="connsiteX91" fmla="*/ 5583280 w 5741575"/>
              <a:gd name="connsiteY91" fmla="*/ 49787 h 955271"/>
              <a:gd name="connsiteX92" fmla="*/ 5613766 w 5741575"/>
              <a:gd name="connsiteY92" fmla="*/ 41855 h 955271"/>
              <a:gd name="connsiteX93" fmla="*/ 5684952 w 5741575"/>
              <a:gd name="connsiteY93" fmla="*/ 26088 h 955271"/>
              <a:gd name="connsiteX94" fmla="*/ 5741575 w 5741575"/>
              <a:gd name="connsiteY94" fmla="*/ 0 h 955271"/>
              <a:gd name="connsiteX0" fmla="*/ 5741575 w 5741575"/>
              <a:gd name="connsiteY0" fmla="*/ 0 h 955271"/>
              <a:gd name="connsiteX1" fmla="*/ 5741575 w 5741575"/>
              <a:gd name="connsiteY1" fmla="*/ 955271 h 955271"/>
              <a:gd name="connsiteX2" fmla="*/ 0 w 5741575"/>
              <a:gd name="connsiteY2" fmla="*/ 955271 h 955271"/>
              <a:gd name="connsiteX3" fmla="*/ 8558 w 5741575"/>
              <a:gd name="connsiteY3" fmla="*/ 953971 h 955271"/>
              <a:gd name="connsiteX4" fmla="*/ 16894 w 5741575"/>
              <a:gd name="connsiteY4" fmla="*/ 953847 h 955271"/>
              <a:gd name="connsiteX5" fmla="*/ 28156 w 5741575"/>
              <a:gd name="connsiteY5" fmla="*/ 951374 h 955271"/>
              <a:gd name="connsiteX6" fmla="*/ 28293 w 5741575"/>
              <a:gd name="connsiteY6" fmla="*/ 950971 h 955271"/>
              <a:gd name="connsiteX7" fmla="*/ 39115 w 5741575"/>
              <a:gd name="connsiteY7" fmla="*/ 949326 h 955271"/>
              <a:gd name="connsiteX8" fmla="*/ 93851 w 5741575"/>
              <a:gd name="connsiteY8" fmla="*/ 945611 h 955271"/>
              <a:gd name="connsiteX9" fmla="*/ 148657 w 5741575"/>
              <a:gd name="connsiteY9" fmla="*/ 898134 h 955271"/>
              <a:gd name="connsiteX10" fmla="*/ 174554 w 5741575"/>
              <a:gd name="connsiteY10" fmla="*/ 886351 h 955271"/>
              <a:gd name="connsiteX11" fmla="*/ 187633 w 5741575"/>
              <a:gd name="connsiteY11" fmla="*/ 878226 h 955271"/>
              <a:gd name="connsiteX12" fmla="*/ 187961 w 5741575"/>
              <a:gd name="connsiteY12" fmla="*/ 876538 h 955271"/>
              <a:gd name="connsiteX13" fmla="*/ 240501 w 5741575"/>
              <a:gd name="connsiteY13" fmla="*/ 873150 h 955271"/>
              <a:gd name="connsiteX14" fmla="*/ 246345 w 5741575"/>
              <a:gd name="connsiteY14" fmla="*/ 869942 h 955271"/>
              <a:gd name="connsiteX15" fmla="*/ 282041 w 5741575"/>
              <a:gd name="connsiteY15" fmla="*/ 871263 h 955271"/>
              <a:gd name="connsiteX16" fmla="*/ 299711 w 5741575"/>
              <a:gd name="connsiteY16" fmla="*/ 870064 h 955271"/>
              <a:gd name="connsiteX17" fmla="*/ 306299 w 5741575"/>
              <a:gd name="connsiteY17" fmla="*/ 873609 h 955271"/>
              <a:gd name="connsiteX18" fmla="*/ 331571 w 5741575"/>
              <a:gd name="connsiteY18" fmla="*/ 869866 h 955271"/>
              <a:gd name="connsiteX19" fmla="*/ 333872 w 5741575"/>
              <a:gd name="connsiteY19" fmla="*/ 867971 h 955271"/>
              <a:gd name="connsiteX20" fmla="*/ 356953 w 5741575"/>
              <a:gd name="connsiteY20" fmla="*/ 870334 h 955271"/>
              <a:gd name="connsiteX21" fmla="*/ 379005 w 5741575"/>
              <a:gd name="connsiteY21" fmla="*/ 878900 h 955271"/>
              <a:gd name="connsiteX22" fmla="*/ 585428 w 5741575"/>
              <a:gd name="connsiteY22" fmla="*/ 826440 h 955271"/>
              <a:gd name="connsiteX23" fmla="*/ 787156 w 5741575"/>
              <a:gd name="connsiteY23" fmla="*/ 838447 h 955271"/>
              <a:gd name="connsiteX24" fmla="*/ 898586 w 5741575"/>
              <a:gd name="connsiteY24" fmla="*/ 808502 h 955271"/>
              <a:gd name="connsiteX25" fmla="*/ 924063 w 5741575"/>
              <a:gd name="connsiteY25" fmla="*/ 770210 h 955271"/>
              <a:gd name="connsiteX26" fmla="*/ 1212574 w 5741575"/>
              <a:gd name="connsiteY26" fmla="*/ 724238 h 955271"/>
              <a:gd name="connsiteX27" fmla="*/ 1280768 w 5741575"/>
              <a:gd name="connsiteY27" fmla="*/ 699122 h 955271"/>
              <a:gd name="connsiteX28" fmla="*/ 1352027 w 5741575"/>
              <a:gd name="connsiteY28" fmla="*/ 704323 h 955271"/>
              <a:gd name="connsiteX29" fmla="*/ 1374314 w 5741575"/>
              <a:gd name="connsiteY29" fmla="*/ 688815 h 955271"/>
              <a:gd name="connsiteX30" fmla="*/ 1378034 w 5741575"/>
              <a:gd name="connsiteY30" fmla="*/ 685842 h 955271"/>
              <a:gd name="connsiteX31" fmla="*/ 1395604 w 5741575"/>
              <a:gd name="connsiteY31" fmla="*/ 680460 h 955271"/>
              <a:gd name="connsiteX32" fmla="*/ 1397206 w 5741575"/>
              <a:gd name="connsiteY32" fmla="*/ 670793 h 955271"/>
              <a:gd name="connsiteX33" fmla="*/ 1421250 w 5741575"/>
              <a:gd name="connsiteY33" fmla="*/ 656855 h 955271"/>
              <a:gd name="connsiteX34" fmla="*/ 1454524 w 5741575"/>
              <a:gd name="connsiteY34" fmla="*/ 649224 h 955271"/>
              <a:gd name="connsiteX35" fmla="*/ 1616217 w 5741575"/>
              <a:gd name="connsiteY35" fmla="*/ 622107 h 955271"/>
              <a:gd name="connsiteX36" fmla="*/ 1710928 w 5741575"/>
              <a:gd name="connsiteY36" fmla="*/ 600666 h 955271"/>
              <a:gd name="connsiteX37" fmla="*/ 1743718 w 5741575"/>
              <a:gd name="connsiteY37" fmla="*/ 584327 h 955271"/>
              <a:gd name="connsiteX38" fmla="*/ 1873778 w 5741575"/>
              <a:gd name="connsiteY38" fmla="*/ 530130 h 955271"/>
              <a:gd name="connsiteX39" fmla="*/ 1988411 w 5741575"/>
              <a:gd name="connsiteY39" fmla="*/ 491599 h 955271"/>
              <a:gd name="connsiteX40" fmla="*/ 2085507 w 5741575"/>
              <a:gd name="connsiteY40" fmla="*/ 498527 h 955271"/>
              <a:gd name="connsiteX41" fmla="*/ 2090767 w 5741575"/>
              <a:gd name="connsiteY41" fmla="*/ 490616 h 955271"/>
              <a:gd name="connsiteX42" fmla="*/ 2151143 w 5741575"/>
              <a:gd name="connsiteY42" fmla="*/ 478332 h 955271"/>
              <a:gd name="connsiteX43" fmla="*/ 2378710 w 5741575"/>
              <a:gd name="connsiteY43" fmla="*/ 477570 h 955271"/>
              <a:gd name="connsiteX44" fmla="*/ 2496256 w 5741575"/>
              <a:gd name="connsiteY44" fmla="*/ 452396 h 955271"/>
              <a:gd name="connsiteX45" fmla="*/ 2535387 w 5741575"/>
              <a:gd name="connsiteY45" fmla="*/ 436645 h 955271"/>
              <a:gd name="connsiteX46" fmla="*/ 2601109 w 5741575"/>
              <a:gd name="connsiteY46" fmla="*/ 410678 h 955271"/>
              <a:gd name="connsiteX47" fmla="*/ 2643855 w 5741575"/>
              <a:gd name="connsiteY47" fmla="*/ 374482 h 955271"/>
              <a:gd name="connsiteX48" fmla="*/ 2657726 w 5741575"/>
              <a:gd name="connsiteY48" fmla="*/ 365841 h 955271"/>
              <a:gd name="connsiteX49" fmla="*/ 2687125 w 5741575"/>
              <a:gd name="connsiteY49" fmla="*/ 366820 h 955271"/>
              <a:gd name="connsiteX50" fmla="*/ 2697479 w 5741575"/>
              <a:gd name="connsiteY50" fmla="*/ 361430 h 955271"/>
              <a:gd name="connsiteX51" fmla="*/ 2701547 w 5741575"/>
              <a:gd name="connsiteY51" fmla="*/ 361545 h 955271"/>
              <a:gd name="connsiteX52" fmla="*/ 2711054 w 5741575"/>
              <a:gd name="connsiteY52" fmla="*/ 360597 h 955271"/>
              <a:gd name="connsiteX53" fmla="*/ 2710438 w 5741575"/>
              <a:gd name="connsiteY53" fmla="*/ 366958 h 955271"/>
              <a:gd name="connsiteX54" fmla="*/ 2722936 w 5741575"/>
              <a:gd name="connsiteY54" fmla="*/ 377633 h 955271"/>
              <a:gd name="connsiteX55" fmla="*/ 2777227 w 5741575"/>
              <a:gd name="connsiteY55" fmla="*/ 368972 h 955271"/>
              <a:gd name="connsiteX56" fmla="*/ 2779510 w 5741575"/>
              <a:gd name="connsiteY56" fmla="*/ 361652 h 955271"/>
              <a:gd name="connsiteX57" fmla="*/ 2786278 w 5741575"/>
              <a:gd name="connsiteY57" fmla="*/ 359869 h 955271"/>
              <a:gd name="connsiteX58" fmla="*/ 2792101 w 5741575"/>
              <a:gd name="connsiteY58" fmla="*/ 365927 h 955271"/>
              <a:gd name="connsiteX59" fmla="*/ 2885545 w 5741575"/>
              <a:gd name="connsiteY59" fmla="*/ 372818 h 955271"/>
              <a:gd name="connsiteX60" fmla="*/ 3009558 w 5741575"/>
              <a:gd name="connsiteY60" fmla="*/ 370573 h 955271"/>
              <a:gd name="connsiteX61" fmla="*/ 3095010 w 5741575"/>
              <a:gd name="connsiteY61" fmla="*/ 332454 h 955271"/>
              <a:gd name="connsiteX62" fmla="*/ 3103742 w 5741575"/>
              <a:gd name="connsiteY62" fmla="*/ 337974 h 955271"/>
              <a:gd name="connsiteX63" fmla="*/ 3165093 w 5741575"/>
              <a:gd name="connsiteY63" fmla="*/ 329459 h 955271"/>
              <a:gd name="connsiteX64" fmla="*/ 3373785 w 5741575"/>
              <a:gd name="connsiteY64" fmla="*/ 255680 h 955271"/>
              <a:gd name="connsiteX65" fmla="*/ 3493851 w 5741575"/>
              <a:gd name="connsiteY65" fmla="*/ 240255 h 955271"/>
              <a:gd name="connsiteX66" fmla="*/ 3537470 w 5741575"/>
              <a:gd name="connsiteY66" fmla="*/ 241867 h 955271"/>
              <a:gd name="connsiteX67" fmla="*/ 3610489 w 5741575"/>
              <a:gd name="connsiteY67" fmla="*/ 244128 h 955271"/>
              <a:gd name="connsiteX68" fmla="*/ 3667539 w 5741575"/>
              <a:gd name="connsiteY68" fmla="*/ 263271 h 955271"/>
              <a:gd name="connsiteX69" fmla="*/ 3727614 w 5741575"/>
              <a:gd name="connsiteY69" fmla="*/ 258245 h 955271"/>
              <a:gd name="connsiteX70" fmla="*/ 3738369 w 5741575"/>
              <a:gd name="connsiteY70" fmla="*/ 234506 h 955271"/>
              <a:gd name="connsiteX71" fmla="*/ 3803670 w 5741575"/>
              <a:gd name="connsiteY71" fmla="*/ 236457 h 955271"/>
              <a:gd name="connsiteX72" fmla="*/ 3903080 w 5741575"/>
              <a:gd name="connsiteY72" fmla="*/ 241890 h 955271"/>
              <a:gd name="connsiteX73" fmla="*/ 4114838 w 5741575"/>
              <a:gd name="connsiteY73" fmla="*/ 238165 h 955271"/>
              <a:gd name="connsiteX74" fmla="*/ 4271023 w 5741575"/>
              <a:gd name="connsiteY74" fmla="*/ 241959 h 955271"/>
              <a:gd name="connsiteX75" fmla="*/ 4367397 w 5741575"/>
              <a:gd name="connsiteY75" fmla="*/ 271442 h 955271"/>
              <a:gd name="connsiteX76" fmla="*/ 4495366 w 5741575"/>
              <a:gd name="connsiteY76" fmla="*/ 271618 h 955271"/>
              <a:gd name="connsiteX77" fmla="*/ 4517347 w 5741575"/>
              <a:gd name="connsiteY77" fmla="*/ 275639 h 955271"/>
              <a:gd name="connsiteX78" fmla="*/ 4546116 w 5741575"/>
              <a:gd name="connsiteY78" fmla="*/ 268568 h 955271"/>
              <a:gd name="connsiteX79" fmla="*/ 4661259 w 5741575"/>
              <a:gd name="connsiteY79" fmla="*/ 238966 h 955271"/>
              <a:gd name="connsiteX80" fmla="*/ 4750403 w 5741575"/>
              <a:gd name="connsiteY80" fmla="*/ 204364 h 955271"/>
              <a:gd name="connsiteX81" fmla="*/ 4867614 w 5741575"/>
              <a:gd name="connsiteY81" fmla="*/ 208668 h 955271"/>
              <a:gd name="connsiteX82" fmla="*/ 4937036 w 5741575"/>
              <a:gd name="connsiteY82" fmla="*/ 195446 h 955271"/>
              <a:gd name="connsiteX83" fmla="*/ 5047626 w 5741575"/>
              <a:gd name="connsiteY83" fmla="*/ 149604 h 955271"/>
              <a:gd name="connsiteX84" fmla="*/ 5200247 w 5741575"/>
              <a:gd name="connsiteY84" fmla="*/ 142695 h 955271"/>
              <a:gd name="connsiteX85" fmla="*/ 5235691 w 5741575"/>
              <a:gd name="connsiteY85" fmla="*/ 173330 h 955271"/>
              <a:gd name="connsiteX86" fmla="*/ 5280133 w 5741575"/>
              <a:gd name="connsiteY86" fmla="*/ 189342 h 955271"/>
              <a:gd name="connsiteX87" fmla="*/ 5291963 w 5741575"/>
              <a:gd name="connsiteY87" fmla="*/ 139446 h 955271"/>
              <a:gd name="connsiteX88" fmla="*/ 5418472 w 5741575"/>
              <a:gd name="connsiteY88" fmla="*/ 89163 h 955271"/>
              <a:gd name="connsiteX89" fmla="*/ 5482354 w 5741575"/>
              <a:gd name="connsiteY89" fmla="*/ 69470 h 955271"/>
              <a:gd name="connsiteX90" fmla="*/ 5583280 w 5741575"/>
              <a:gd name="connsiteY90" fmla="*/ 49787 h 955271"/>
              <a:gd name="connsiteX91" fmla="*/ 5613766 w 5741575"/>
              <a:gd name="connsiteY91" fmla="*/ 41855 h 955271"/>
              <a:gd name="connsiteX92" fmla="*/ 5684952 w 5741575"/>
              <a:gd name="connsiteY92" fmla="*/ 26088 h 955271"/>
              <a:gd name="connsiteX93" fmla="*/ 5741575 w 5741575"/>
              <a:gd name="connsiteY93" fmla="*/ 0 h 955271"/>
              <a:gd name="connsiteX0" fmla="*/ 5741575 w 5741575"/>
              <a:gd name="connsiteY0" fmla="*/ 0 h 955271"/>
              <a:gd name="connsiteX1" fmla="*/ 5741575 w 5741575"/>
              <a:gd name="connsiteY1" fmla="*/ 955271 h 955271"/>
              <a:gd name="connsiteX2" fmla="*/ 0 w 5741575"/>
              <a:gd name="connsiteY2" fmla="*/ 955271 h 955271"/>
              <a:gd name="connsiteX3" fmla="*/ 8558 w 5741575"/>
              <a:gd name="connsiteY3" fmla="*/ 953971 h 955271"/>
              <a:gd name="connsiteX4" fmla="*/ 16894 w 5741575"/>
              <a:gd name="connsiteY4" fmla="*/ 953847 h 955271"/>
              <a:gd name="connsiteX5" fmla="*/ 28156 w 5741575"/>
              <a:gd name="connsiteY5" fmla="*/ 951374 h 955271"/>
              <a:gd name="connsiteX6" fmla="*/ 28293 w 5741575"/>
              <a:gd name="connsiteY6" fmla="*/ 950971 h 955271"/>
              <a:gd name="connsiteX7" fmla="*/ 39115 w 5741575"/>
              <a:gd name="connsiteY7" fmla="*/ 949326 h 955271"/>
              <a:gd name="connsiteX8" fmla="*/ 93851 w 5741575"/>
              <a:gd name="connsiteY8" fmla="*/ 945611 h 955271"/>
              <a:gd name="connsiteX9" fmla="*/ 148657 w 5741575"/>
              <a:gd name="connsiteY9" fmla="*/ 898134 h 955271"/>
              <a:gd name="connsiteX10" fmla="*/ 174554 w 5741575"/>
              <a:gd name="connsiteY10" fmla="*/ 886351 h 955271"/>
              <a:gd name="connsiteX11" fmla="*/ 187633 w 5741575"/>
              <a:gd name="connsiteY11" fmla="*/ 878226 h 955271"/>
              <a:gd name="connsiteX12" fmla="*/ 187961 w 5741575"/>
              <a:gd name="connsiteY12" fmla="*/ 876538 h 955271"/>
              <a:gd name="connsiteX13" fmla="*/ 240501 w 5741575"/>
              <a:gd name="connsiteY13" fmla="*/ 873150 h 955271"/>
              <a:gd name="connsiteX14" fmla="*/ 246345 w 5741575"/>
              <a:gd name="connsiteY14" fmla="*/ 869942 h 955271"/>
              <a:gd name="connsiteX15" fmla="*/ 282041 w 5741575"/>
              <a:gd name="connsiteY15" fmla="*/ 871263 h 955271"/>
              <a:gd name="connsiteX16" fmla="*/ 299711 w 5741575"/>
              <a:gd name="connsiteY16" fmla="*/ 870064 h 955271"/>
              <a:gd name="connsiteX17" fmla="*/ 306299 w 5741575"/>
              <a:gd name="connsiteY17" fmla="*/ 873609 h 955271"/>
              <a:gd name="connsiteX18" fmla="*/ 331571 w 5741575"/>
              <a:gd name="connsiteY18" fmla="*/ 869866 h 955271"/>
              <a:gd name="connsiteX19" fmla="*/ 333872 w 5741575"/>
              <a:gd name="connsiteY19" fmla="*/ 867971 h 955271"/>
              <a:gd name="connsiteX20" fmla="*/ 356953 w 5741575"/>
              <a:gd name="connsiteY20" fmla="*/ 870334 h 955271"/>
              <a:gd name="connsiteX21" fmla="*/ 379005 w 5741575"/>
              <a:gd name="connsiteY21" fmla="*/ 878900 h 955271"/>
              <a:gd name="connsiteX22" fmla="*/ 787156 w 5741575"/>
              <a:gd name="connsiteY22" fmla="*/ 838447 h 955271"/>
              <a:gd name="connsiteX23" fmla="*/ 898586 w 5741575"/>
              <a:gd name="connsiteY23" fmla="*/ 808502 h 955271"/>
              <a:gd name="connsiteX24" fmla="*/ 924063 w 5741575"/>
              <a:gd name="connsiteY24" fmla="*/ 770210 h 955271"/>
              <a:gd name="connsiteX25" fmla="*/ 1212574 w 5741575"/>
              <a:gd name="connsiteY25" fmla="*/ 724238 h 955271"/>
              <a:gd name="connsiteX26" fmla="*/ 1280768 w 5741575"/>
              <a:gd name="connsiteY26" fmla="*/ 699122 h 955271"/>
              <a:gd name="connsiteX27" fmla="*/ 1352027 w 5741575"/>
              <a:gd name="connsiteY27" fmla="*/ 704323 h 955271"/>
              <a:gd name="connsiteX28" fmla="*/ 1374314 w 5741575"/>
              <a:gd name="connsiteY28" fmla="*/ 688815 h 955271"/>
              <a:gd name="connsiteX29" fmla="*/ 1378034 w 5741575"/>
              <a:gd name="connsiteY29" fmla="*/ 685842 h 955271"/>
              <a:gd name="connsiteX30" fmla="*/ 1395604 w 5741575"/>
              <a:gd name="connsiteY30" fmla="*/ 680460 h 955271"/>
              <a:gd name="connsiteX31" fmla="*/ 1397206 w 5741575"/>
              <a:gd name="connsiteY31" fmla="*/ 670793 h 955271"/>
              <a:gd name="connsiteX32" fmla="*/ 1421250 w 5741575"/>
              <a:gd name="connsiteY32" fmla="*/ 656855 h 955271"/>
              <a:gd name="connsiteX33" fmla="*/ 1454524 w 5741575"/>
              <a:gd name="connsiteY33" fmla="*/ 649224 h 955271"/>
              <a:gd name="connsiteX34" fmla="*/ 1616217 w 5741575"/>
              <a:gd name="connsiteY34" fmla="*/ 622107 h 955271"/>
              <a:gd name="connsiteX35" fmla="*/ 1710928 w 5741575"/>
              <a:gd name="connsiteY35" fmla="*/ 600666 h 955271"/>
              <a:gd name="connsiteX36" fmla="*/ 1743718 w 5741575"/>
              <a:gd name="connsiteY36" fmla="*/ 584327 h 955271"/>
              <a:gd name="connsiteX37" fmla="*/ 1873778 w 5741575"/>
              <a:gd name="connsiteY37" fmla="*/ 530130 h 955271"/>
              <a:gd name="connsiteX38" fmla="*/ 1988411 w 5741575"/>
              <a:gd name="connsiteY38" fmla="*/ 491599 h 955271"/>
              <a:gd name="connsiteX39" fmla="*/ 2085507 w 5741575"/>
              <a:gd name="connsiteY39" fmla="*/ 498527 h 955271"/>
              <a:gd name="connsiteX40" fmla="*/ 2090767 w 5741575"/>
              <a:gd name="connsiteY40" fmla="*/ 490616 h 955271"/>
              <a:gd name="connsiteX41" fmla="*/ 2151143 w 5741575"/>
              <a:gd name="connsiteY41" fmla="*/ 478332 h 955271"/>
              <a:gd name="connsiteX42" fmla="*/ 2378710 w 5741575"/>
              <a:gd name="connsiteY42" fmla="*/ 477570 h 955271"/>
              <a:gd name="connsiteX43" fmla="*/ 2496256 w 5741575"/>
              <a:gd name="connsiteY43" fmla="*/ 452396 h 955271"/>
              <a:gd name="connsiteX44" fmla="*/ 2535387 w 5741575"/>
              <a:gd name="connsiteY44" fmla="*/ 436645 h 955271"/>
              <a:gd name="connsiteX45" fmla="*/ 2601109 w 5741575"/>
              <a:gd name="connsiteY45" fmla="*/ 410678 h 955271"/>
              <a:gd name="connsiteX46" fmla="*/ 2643855 w 5741575"/>
              <a:gd name="connsiteY46" fmla="*/ 374482 h 955271"/>
              <a:gd name="connsiteX47" fmla="*/ 2657726 w 5741575"/>
              <a:gd name="connsiteY47" fmla="*/ 365841 h 955271"/>
              <a:gd name="connsiteX48" fmla="*/ 2687125 w 5741575"/>
              <a:gd name="connsiteY48" fmla="*/ 366820 h 955271"/>
              <a:gd name="connsiteX49" fmla="*/ 2697479 w 5741575"/>
              <a:gd name="connsiteY49" fmla="*/ 361430 h 955271"/>
              <a:gd name="connsiteX50" fmla="*/ 2701547 w 5741575"/>
              <a:gd name="connsiteY50" fmla="*/ 361545 h 955271"/>
              <a:gd name="connsiteX51" fmla="*/ 2711054 w 5741575"/>
              <a:gd name="connsiteY51" fmla="*/ 360597 h 955271"/>
              <a:gd name="connsiteX52" fmla="*/ 2710438 w 5741575"/>
              <a:gd name="connsiteY52" fmla="*/ 366958 h 955271"/>
              <a:gd name="connsiteX53" fmla="*/ 2722936 w 5741575"/>
              <a:gd name="connsiteY53" fmla="*/ 377633 h 955271"/>
              <a:gd name="connsiteX54" fmla="*/ 2777227 w 5741575"/>
              <a:gd name="connsiteY54" fmla="*/ 368972 h 955271"/>
              <a:gd name="connsiteX55" fmla="*/ 2779510 w 5741575"/>
              <a:gd name="connsiteY55" fmla="*/ 361652 h 955271"/>
              <a:gd name="connsiteX56" fmla="*/ 2786278 w 5741575"/>
              <a:gd name="connsiteY56" fmla="*/ 359869 h 955271"/>
              <a:gd name="connsiteX57" fmla="*/ 2792101 w 5741575"/>
              <a:gd name="connsiteY57" fmla="*/ 365927 h 955271"/>
              <a:gd name="connsiteX58" fmla="*/ 2885545 w 5741575"/>
              <a:gd name="connsiteY58" fmla="*/ 372818 h 955271"/>
              <a:gd name="connsiteX59" fmla="*/ 3009558 w 5741575"/>
              <a:gd name="connsiteY59" fmla="*/ 370573 h 955271"/>
              <a:gd name="connsiteX60" fmla="*/ 3095010 w 5741575"/>
              <a:gd name="connsiteY60" fmla="*/ 332454 h 955271"/>
              <a:gd name="connsiteX61" fmla="*/ 3103742 w 5741575"/>
              <a:gd name="connsiteY61" fmla="*/ 337974 h 955271"/>
              <a:gd name="connsiteX62" fmla="*/ 3165093 w 5741575"/>
              <a:gd name="connsiteY62" fmla="*/ 329459 h 955271"/>
              <a:gd name="connsiteX63" fmla="*/ 3373785 w 5741575"/>
              <a:gd name="connsiteY63" fmla="*/ 255680 h 955271"/>
              <a:gd name="connsiteX64" fmla="*/ 3493851 w 5741575"/>
              <a:gd name="connsiteY64" fmla="*/ 240255 h 955271"/>
              <a:gd name="connsiteX65" fmla="*/ 3537470 w 5741575"/>
              <a:gd name="connsiteY65" fmla="*/ 241867 h 955271"/>
              <a:gd name="connsiteX66" fmla="*/ 3610489 w 5741575"/>
              <a:gd name="connsiteY66" fmla="*/ 244128 h 955271"/>
              <a:gd name="connsiteX67" fmla="*/ 3667539 w 5741575"/>
              <a:gd name="connsiteY67" fmla="*/ 263271 h 955271"/>
              <a:gd name="connsiteX68" fmla="*/ 3727614 w 5741575"/>
              <a:gd name="connsiteY68" fmla="*/ 258245 h 955271"/>
              <a:gd name="connsiteX69" fmla="*/ 3738369 w 5741575"/>
              <a:gd name="connsiteY69" fmla="*/ 234506 h 955271"/>
              <a:gd name="connsiteX70" fmla="*/ 3803670 w 5741575"/>
              <a:gd name="connsiteY70" fmla="*/ 236457 h 955271"/>
              <a:gd name="connsiteX71" fmla="*/ 3903080 w 5741575"/>
              <a:gd name="connsiteY71" fmla="*/ 241890 h 955271"/>
              <a:gd name="connsiteX72" fmla="*/ 4114838 w 5741575"/>
              <a:gd name="connsiteY72" fmla="*/ 238165 h 955271"/>
              <a:gd name="connsiteX73" fmla="*/ 4271023 w 5741575"/>
              <a:gd name="connsiteY73" fmla="*/ 241959 h 955271"/>
              <a:gd name="connsiteX74" fmla="*/ 4367397 w 5741575"/>
              <a:gd name="connsiteY74" fmla="*/ 271442 h 955271"/>
              <a:gd name="connsiteX75" fmla="*/ 4495366 w 5741575"/>
              <a:gd name="connsiteY75" fmla="*/ 271618 h 955271"/>
              <a:gd name="connsiteX76" fmla="*/ 4517347 w 5741575"/>
              <a:gd name="connsiteY76" fmla="*/ 275639 h 955271"/>
              <a:gd name="connsiteX77" fmla="*/ 4546116 w 5741575"/>
              <a:gd name="connsiteY77" fmla="*/ 268568 h 955271"/>
              <a:gd name="connsiteX78" fmla="*/ 4661259 w 5741575"/>
              <a:gd name="connsiteY78" fmla="*/ 238966 h 955271"/>
              <a:gd name="connsiteX79" fmla="*/ 4750403 w 5741575"/>
              <a:gd name="connsiteY79" fmla="*/ 204364 h 955271"/>
              <a:gd name="connsiteX80" fmla="*/ 4867614 w 5741575"/>
              <a:gd name="connsiteY80" fmla="*/ 208668 h 955271"/>
              <a:gd name="connsiteX81" fmla="*/ 4937036 w 5741575"/>
              <a:gd name="connsiteY81" fmla="*/ 195446 h 955271"/>
              <a:gd name="connsiteX82" fmla="*/ 5047626 w 5741575"/>
              <a:gd name="connsiteY82" fmla="*/ 149604 h 955271"/>
              <a:gd name="connsiteX83" fmla="*/ 5200247 w 5741575"/>
              <a:gd name="connsiteY83" fmla="*/ 142695 h 955271"/>
              <a:gd name="connsiteX84" fmla="*/ 5235691 w 5741575"/>
              <a:gd name="connsiteY84" fmla="*/ 173330 h 955271"/>
              <a:gd name="connsiteX85" fmla="*/ 5280133 w 5741575"/>
              <a:gd name="connsiteY85" fmla="*/ 189342 h 955271"/>
              <a:gd name="connsiteX86" fmla="*/ 5291963 w 5741575"/>
              <a:gd name="connsiteY86" fmla="*/ 139446 h 955271"/>
              <a:gd name="connsiteX87" fmla="*/ 5418472 w 5741575"/>
              <a:gd name="connsiteY87" fmla="*/ 89163 h 955271"/>
              <a:gd name="connsiteX88" fmla="*/ 5482354 w 5741575"/>
              <a:gd name="connsiteY88" fmla="*/ 69470 h 955271"/>
              <a:gd name="connsiteX89" fmla="*/ 5583280 w 5741575"/>
              <a:gd name="connsiteY89" fmla="*/ 49787 h 955271"/>
              <a:gd name="connsiteX90" fmla="*/ 5613766 w 5741575"/>
              <a:gd name="connsiteY90" fmla="*/ 41855 h 955271"/>
              <a:gd name="connsiteX91" fmla="*/ 5684952 w 5741575"/>
              <a:gd name="connsiteY91" fmla="*/ 26088 h 955271"/>
              <a:gd name="connsiteX92" fmla="*/ 5741575 w 5741575"/>
              <a:gd name="connsiteY92" fmla="*/ 0 h 955271"/>
              <a:gd name="connsiteX0" fmla="*/ 5741575 w 5741575"/>
              <a:gd name="connsiteY0" fmla="*/ 0 h 955271"/>
              <a:gd name="connsiteX1" fmla="*/ 5741575 w 5741575"/>
              <a:gd name="connsiteY1" fmla="*/ 955271 h 955271"/>
              <a:gd name="connsiteX2" fmla="*/ 0 w 5741575"/>
              <a:gd name="connsiteY2" fmla="*/ 955271 h 955271"/>
              <a:gd name="connsiteX3" fmla="*/ 8558 w 5741575"/>
              <a:gd name="connsiteY3" fmla="*/ 953971 h 955271"/>
              <a:gd name="connsiteX4" fmla="*/ 16894 w 5741575"/>
              <a:gd name="connsiteY4" fmla="*/ 953847 h 955271"/>
              <a:gd name="connsiteX5" fmla="*/ 28156 w 5741575"/>
              <a:gd name="connsiteY5" fmla="*/ 951374 h 955271"/>
              <a:gd name="connsiteX6" fmla="*/ 28293 w 5741575"/>
              <a:gd name="connsiteY6" fmla="*/ 950971 h 955271"/>
              <a:gd name="connsiteX7" fmla="*/ 39115 w 5741575"/>
              <a:gd name="connsiteY7" fmla="*/ 949326 h 955271"/>
              <a:gd name="connsiteX8" fmla="*/ 93851 w 5741575"/>
              <a:gd name="connsiteY8" fmla="*/ 945611 h 955271"/>
              <a:gd name="connsiteX9" fmla="*/ 148657 w 5741575"/>
              <a:gd name="connsiteY9" fmla="*/ 898134 h 955271"/>
              <a:gd name="connsiteX10" fmla="*/ 174554 w 5741575"/>
              <a:gd name="connsiteY10" fmla="*/ 886351 h 955271"/>
              <a:gd name="connsiteX11" fmla="*/ 187633 w 5741575"/>
              <a:gd name="connsiteY11" fmla="*/ 878226 h 955271"/>
              <a:gd name="connsiteX12" fmla="*/ 187961 w 5741575"/>
              <a:gd name="connsiteY12" fmla="*/ 876538 h 955271"/>
              <a:gd name="connsiteX13" fmla="*/ 240501 w 5741575"/>
              <a:gd name="connsiteY13" fmla="*/ 873150 h 955271"/>
              <a:gd name="connsiteX14" fmla="*/ 246345 w 5741575"/>
              <a:gd name="connsiteY14" fmla="*/ 869942 h 955271"/>
              <a:gd name="connsiteX15" fmla="*/ 282041 w 5741575"/>
              <a:gd name="connsiteY15" fmla="*/ 871263 h 955271"/>
              <a:gd name="connsiteX16" fmla="*/ 299711 w 5741575"/>
              <a:gd name="connsiteY16" fmla="*/ 870064 h 955271"/>
              <a:gd name="connsiteX17" fmla="*/ 306299 w 5741575"/>
              <a:gd name="connsiteY17" fmla="*/ 873609 h 955271"/>
              <a:gd name="connsiteX18" fmla="*/ 331571 w 5741575"/>
              <a:gd name="connsiteY18" fmla="*/ 869866 h 955271"/>
              <a:gd name="connsiteX19" fmla="*/ 333872 w 5741575"/>
              <a:gd name="connsiteY19" fmla="*/ 867971 h 955271"/>
              <a:gd name="connsiteX20" fmla="*/ 356953 w 5741575"/>
              <a:gd name="connsiteY20" fmla="*/ 870334 h 955271"/>
              <a:gd name="connsiteX21" fmla="*/ 570239 w 5741575"/>
              <a:gd name="connsiteY21" fmla="*/ 829596 h 955271"/>
              <a:gd name="connsiteX22" fmla="*/ 787156 w 5741575"/>
              <a:gd name="connsiteY22" fmla="*/ 838447 h 955271"/>
              <a:gd name="connsiteX23" fmla="*/ 898586 w 5741575"/>
              <a:gd name="connsiteY23" fmla="*/ 808502 h 955271"/>
              <a:gd name="connsiteX24" fmla="*/ 924063 w 5741575"/>
              <a:gd name="connsiteY24" fmla="*/ 770210 h 955271"/>
              <a:gd name="connsiteX25" fmla="*/ 1212574 w 5741575"/>
              <a:gd name="connsiteY25" fmla="*/ 724238 h 955271"/>
              <a:gd name="connsiteX26" fmla="*/ 1280768 w 5741575"/>
              <a:gd name="connsiteY26" fmla="*/ 699122 h 955271"/>
              <a:gd name="connsiteX27" fmla="*/ 1352027 w 5741575"/>
              <a:gd name="connsiteY27" fmla="*/ 704323 h 955271"/>
              <a:gd name="connsiteX28" fmla="*/ 1374314 w 5741575"/>
              <a:gd name="connsiteY28" fmla="*/ 688815 h 955271"/>
              <a:gd name="connsiteX29" fmla="*/ 1378034 w 5741575"/>
              <a:gd name="connsiteY29" fmla="*/ 685842 h 955271"/>
              <a:gd name="connsiteX30" fmla="*/ 1395604 w 5741575"/>
              <a:gd name="connsiteY30" fmla="*/ 680460 h 955271"/>
              <a:gd name="connsiteX31" fmla="*/ 1397206 w 5741575"/>
              <a:gd name="connsiteY31" fmla="*/ 670793 h 955271"/>
              <a:gd name="connsiteX32" fmla="*/ 1421250 w 5741575"/>
              <a:gd name="connsiteY32" fmla="*/ 656855 h 955271"/>
              <a:gd name="connsiteX33" fmla="*/ 1454524 w 5741575"/>
              <a:gd name="connsiteY33" fmla="*/ 649224 h 955271"/>
              <a:gd name="connsiteX34" fmla="*/ 1616217 w 5741575"/>
              <a:gd name="connsiteY34" fmla="*/ 622107 h 955271"/>
              <a:gd name="connsiteX35" fmla="*/ 1710928 w 5741575"/>
              <a:gd name="connsiteY35" fmla="*/ 600666 h 955271"/>
              <a:gd name="connsiteX36" fmla="*/ 1743718 w 5741575"/>
              <a:gd name="connsiteY36" fmla="*/ 584327 h 955271"/>
              <a:gd name="connsiteX37" fmla="*/ 1873778 w 5741575"/>
              <a:gd name="connsiteY37" fmla="*/ 530130 h 955271"/>
              <a:gd name="connsiteX38" fmla="*/ 1988411 w 5741575"/>
              <a:gd name="connsiteY38" fmla="*/ 491599 h 955271"/>
              <a:gd name="connsiteX39" fmla="*/ 2085507 w 5741575"/>
              <a:gd name="connsiteY39" fmla="*/ 498527 h 955271"/>
              <a:gd name="connsiteX40" fmla="*/ 2090767 w 5741575"/>
              <a:gd name="connsiteY40" fmla="*/ 490616 h 955271"/>
              <a:gd name="connsiteX41" fmla="*/ 2151143 w 5741575"/>
              <a:gd name="connsiteY41" fmla="*/ 478332 h 955271"/>
              <a:gd name="connsiteX42" fmla="*/ 2378710 w 5741575"/>
              <a:gd name="connsiteY42" fmla="*/ 477570 h 955271"/>
              <a:gd name="connsiteX43" fmla="*/ 2496256 w 5741575"/>
              <a:gd name="connsiteY43" fmla="*/ 452396 h 955271"/>
              <a:gd name="connsiteX44" fmla="*/ 2535387 w 5741575"/>
              <a:gd name="connsiteY44" fmla="*/ 436645 h 955271"/>
              <a:gd name="connsiteX45" fmla="*/ 2601109 w 5741575"/>
              <a:gd name="connsiteY45" fmla="*/ 410678 h 955271"/>
              <a:gd name="connsiteX46" fmla="*/ 2643855 w 5741575"/>
              <a:gd name="connsiteY46" fmla="*/ 374482 h 955271"/>
              <a:gd name="connsiteX47" fmla="*/ 2657726 w 5741575"/>
              <a:gd name="connsiteY47" fmla="*/ 365841 h 955271"/>
              <a:gd name="connsiteX48" fmla="*/ 2687125 w 5741575"/>
              <a:gd name="connsiteY48" fmla="*/ 366820 h 955271"/>
              <a:gd name="connsiteX49" fmla="*/ 2697479 w 5741575"/>
              <a:gd name="connsiteY49" fmla="*/ 361430 h 955271"/>
              <a:gd name="connsiteX50" fmla="*/ 2701547 w 5741575"/>
              <a:gd name="connsiteY50" fmla="*/ 361545 h 955271"/>
              <a:gd name="connsiteX51" fmla="*/ 2711054 w 5741575"/>
              <a:gd name="connsiteY51" fmla="*/ 360597 h 955271"/>
              <a:gd name="connsiteX52" fmla="*/ 2710438 w 5741575"/>
              <a:gd name="connsiteY52" fmla="*/ 366958 h 955271"/>
              <a:gd name="connsiteX53" fmla="*/ 2722936 w 5741575"/>
              <a:gd name="connsiteY53" fmla="*/ 377633 h 955271"/>
              <a:gd name="connsiteX54" fmla="*/ 2777227 w 5741575"/>
              <a:gd name="connsiteY54" fmla="*/ 368972 h 955271"/>
              <a:gd name="connsiteX55" fmla="*/ 2779510 w 5741575"/>
              <a:gd name="connsiteY55" fmla="*/ 361652 h 955271"/>
              <a:gd name="connsiteX56" fmla="*/ 2786278 w 5741575"/>
              <a:gd name="connsiteY56" fmla="*/ 359869 h 955271"/>
              <a:gd name="connsiteX57" fmla="*/ 2792101 w 5741575"/>
              <a:gd name="connsiteY57" fmla="*/ 365927 h 955271"/>
              <a:gd name="connsiteX58" fmla="*/ 2885545 w 5741575"/>
              <a:gd name="connsiteY58" fmla="*/ 372818 h 955271"/>
              <a:gd name="connsiteX59" fmla="*/ 3009558 w 5741575"/>
              <a:gd name="connsiteY59" fmla="*/ 370573 h 955271"/>
              <a:gd name="connsiteX60" fmla="*/ 3095010 w 5741575"/>
              <a:gd name="connsiteY60" fmla="*/ 332454 h 955271"/>
              <a:gd name="connsiteX61" fmla="*/ 3103742 w 5741575"/>
              <a:gd name="connsiteY61" fmla="*/ 337974 h 955271"/>
              <a:gd name="connsiteX62" fmla="*/ 3165093 w 5741575"/>
              <a:gd name="connsiteY62" fmla="*/ 329459 h 955271"/>
              <a:gd name="connsiteX63" fmla="*/ 3373785 w 5741575"/>
              <a:gd name="connsiteY63" fmla="*/ 255680 h 955271"/>
              <a:gd name="connsiteX64" fmla="*/ 3493851 w 5741575"/>
              <a:gd name="connsiteY64" fmla="*/ 240255 h 955271"/>
              <a:gd name="connsiteX65" fmla="*/ 3537470 w 5741575"/>
              <a:gd name="connsiteY65" fmla="*/ 241867 h 955271"/>
              <a:gd name="connsiteX66" fmla="*/ 3610489 w 5741575"/>
              <a:gd name="connsiteY66" fmla="*/ 244128 h 955271"/>
              <a:gd name="connsiteX67" fmla="*/ 3667539 w 5741575"/>
              <a:gd name="connsiteY67" fmla="*/ 263271 h 955271"/>
              <a:gd name="connsiteX68" fmla="*/ 3727614 w 5741575"/>
              <a:gd name="connsiteY68" fmla="*/ 258245 h 955271"/>
              <a:gd name="connsiteX69" fmla="*/ 3738369 w 5741575"/>
              <a:gd name="connsiteY69" fmla="*/ 234506 h 955271"/>
              <a:gd name="connsiteX70" fmla="*/ 3803670 w 5741575"/>
              <a:gd name="connsiteY70" fmla="*/ 236457 h 955271"/>
              <a:gd name="connsiteX71" fmla="*/ 3903080 w 5741575"/>
              <a:gd name="connsiteY71" fmla="*/ 241890 h 955271"/>
              <a:gd name="connsiteX72" fmla="*/ 4114838 w 5741575"/>
              <a:gd name="connsiteY72" fmla="*/ 238165 h 955271"/>
              <a:gd name="connsiteX73" fmla="*/ 4271023 w 5741575"/>
              <a:gd name="connsiteY73" fmla="*/ 241959 h 955271"/>
              <a:gd name="connsiteX74" fmla="*/ 4367397 w 5741575"/>
              <a:gd name="connsiteY74" fmla="*/ 271442 h 955271"/>
              <a:gd name="connsiteX75" fmla="*/ 4495366 w 5741575"/>
              <a:gd name="connsiteY75" fmla="*/ 271618 h 955271"/>
              <a:gd name="connsiteX76" fmla="*/ 4517347 w 5741575"/>
              <a:gd name="connsiteY76" fmla="*/ 275639 h 955271"/>
              <a:gd name="connsiteX77" fmla="*/ 4546116 w 5741575"/>
              <a:gd name="connsiteY77" fmla="*/ 268568 h 955271"/>
              <a:gd name="connsiteX78" fmla="*/ 4661259 w 5741575"/>
              <a:gd name="connsiteY78" fmla="*/ 238966 h 955271"/>
              <a:gd name="connsiteX79" fmla="*/ 4750403 w 5741575"/>
              <a:gd name="connsiteY79" fmla="*/ 204364 h 955271"/>
              <a:gd name="connsiteX80" fmla="*/ 4867614 w 5741575"/>
              <a:gd name="connsiteY80" fmla="*/ 208668 h 955271"/>
              <a:gd name="connsiteX81" fmla="*/ 4937036 w 5741575"/>
              <a:gd name="connsiteY81" fmla="*/ 195446 h 955271"/>
              <a:gd name="connsiteX82" fmla="*/ 5047626 w 5741575"/>
              <a:gd name="connsiteY82" fmla="*/ 149604 h 955271"/>
              <a:gd name="connsiteX83" fmla="*/ 5200247 w 5741575"/>
              <a:gd name="connsiteY83" fmla="*/ 142695 h 955271"/>
              <a:gd name="connsiteX84" fmla="*/ 5235691 w 5741575"/>
              <a:gd name="connsiteY84" fmla="*/ 173330 h 955271"/>
              <a:gd name="connsiteX85" fmla="*/ 5280133 w 5741575"/>
              <a:gd name="connsiteY85" fmla="*/ 189342 h 955271"/>
              <a:gd name="connsiteX86" fmla="*/ 5291963 w 5741575"/>
              <a:gd name="connsiteY86" fmla="*/ 139446 h 955271"/>
              <a:gd name="connsiteX87" fmla="*/ 5418472 w 5741575"/>
              <a:gd name="connsiteY87" fmla="*/ 89163 h 955271"/>
              <a:gd name="connsiteX88" fmla="*/ 5482354 w 5741575"/>
              <a:gd name="connsiteY88" fmla="*/ 69470 h 955271"/>
              <a:gd name="connsiteX89" fmla="*/ 5583280 w 5741575"/>
              <a:gd name="connsiteY89" fmla="*/ 49787 h 955271"/>
              <a:gd name="connsiteX90" fmla="*/ 5613766 w 5741575"/>
              <a:gd name="connsiteY90" fmla="*/ 41855 h 955271"/>
              <a:gd name="connsiteX91" fmla="*/ 5684952 w 5741575"/>
              <a:gd name="connsiteY91" fmla="*/ 26088 h 955271"/>
              <a:gd name="connsiteX92" fmla="*/ 5741575 w 5741575"/>
              <a:gd name="connsiteY92" fmla="*/ 0 h 955271"/>
              <a:gd name="connsiteX0" fmla="*/ 5741575 w 5741575"/>
              <a:gd name="connsiteY0" fmla="*/ 0 h 955271"/>
              <a:gd name="connsiteX1" fmla="*/ 5741575 w 5741575"/>
              <a:gd name="connsiteY1" fmla="*/ 955271 h 955271"/>
              <a:gd name="connsiteX2" fmla="*/ 0 w 5741575"/>
              <a:gd name="connsiteY2" fmla="*/ 955271 h 955271"/>
              <a:gd name="connsiteX3" fmla="*/ 8558 w 5741575"/>
              <a:gd name="connsiteY3" fmla="*/ 953971 h 955271"/>
              <a:gd name="connsiteX4" fmla="*/ 16894 w 5741575"/>
              <a:gd name="connsiteY4" fmla="*/ 953847 h 955271"/>
              <a:gd name="connsiteX5" fmla="*/ 28156 w 5741575"/>
              <a:gd name="connsiteY5" fmla="*/ 951374 h 955271"/>
              <a:gd name="connsiteX6" fmla="*/ 28293 w 5741575"/>
              <a:gd name="connsiteY6" fmla="*/ 950971 h 955271"/>
              <a:gd name="connsiteX7" fmla="*/ 39115 w 5741575"/>
              <a:gd name="connsiteY7" fmla="*/ 949326 h 955271"/>
              <a:gd name="connsiteX8" fmla="*/ 93851 w 5741575"/>
              <a:gd name="connsiteY8" fmla="*/ 945611 h 955271"/>
              <a:gd name="connsiteX9" fmla="*/ 148657 w 5741575"/>
              <a:gd name="connsiteY9" fmla="*/ 898134 h 955271"/>
              <a:gd name="connsiteX10" fmla="*/ 174554 w 5741575"/>
              <a:gd name="connsiteY10" fmla="*/ 886351 h 955271"/>
              <a:gd name="connsiteX11" fmla="*/ 187633 w 5741575"/>
              <a:gd name="connsiteY11" fmla="*/ 878226 h 955271"/>
              <a:gd name="connsiteX12" fmla="*/ 187961 w 5741575"/>
              <a:gd name="connsiteY12" fmla="*/ 876538 h 955271"/>
              <a:gd name="connsiteX13" fmla="*/ 240501 w 5741575"/>
              <a:gd name="connsiteY13" fmla="*/ 873150 h 955271"/>
              <a:gd name="connsiteX14" fmla="*/ 246345 w 5741575"/>
              <a:gd name="connsiteY14" fmla="*/ 869942 h 955271"/>
              <a:gd name="connsiteX15" fmla="*/ 282041 w 5741575"/>
              <a:gd name="connsiteY15" fmla="*/ 871263 h 955271"/>
              <a:gd name="connsiteX16" fmla="*/ 299711 w 5741575"/>
              <a:gd name="connsiteY16" fmla="*/ 870064 h 955271"/>
              <a:gd name="connsiteX17" fmla="*/ 306299 w 5741575"/>
              <a:gd name="connsiteY17" fmla="*/ 873609 h 955271"/>
              <a:gd name="connsiteX18" fmla="*/ 331571 w 5741575"/>
              <a:gd name="connsiteY18" fmla="*/ 869866 h 955271"/>
              <a:gd name="connsiteX19" fmla="*/ 333872 w 5741575"/>
              <a:gd name="connsiteY19" fmla="*/ 867971 h 955271"/>
              <a:gd name="connsiteX20" fmla="*/ 356953 w 5741575"/>
              <a:gd name="connsiteY20" fmla="*/ 870334 h 955271"/>
              <a:gd name="connsiteX21" fmla="*/ 570239 w 5741575"/>
              <a:gd name="connsiteY21" fmla="*/ 829596 h 955271"/>
              <a:gd name="connsiteX22" fmla="*/ 787156 w 5741575"/>
              <a:gd name="connsiteY22" fmla="*/ 838447 h 955271"/>
              <a:gd name="connsiteX23" fmla="*/ 898586 w 5741575"/>
              <a:gd name="connsiteY23" fmla="*/ 808502 h 955271"/>
              <a:gd name="connsiteX24" fmla="*/ 1212574 w 5741575"/>
              <a:gd name="connsiteY24" fmla="*/ 724238 h 955271"/>
              <a:gd name="connsiteX25" fmla="*/ 1280768 w 5741575"/>
              <a:gd name="connsiteY25" fmla="*/ 699122 h 955271"/>
              <a:gd name="connsiteX26" fmla="*/ 1352027 w 5741575"/>
              <a:gd name="connsiteY26" fmla="*/ 704323 h 955271"/>
              <a:gd name="connsiteX27" fmla="*/ 1374314 w 5741575"/>
              <a:gd name="connsiteY27" fmla="*/ 688815 h 955271"/>
              <a:gd name="connsiteX28" fmla="*/ 1378034 w 5741575"/>
              <a:gd name="connsiteY28" fmla="*/ 685842 h 955271"/>
              <a:gd name="connsiteX29" fmla="*/ 1395604 w 5741575"/>
              <a:gd name="connsiteY29" fmla="*/ 680460 h 955271"/>
              <a:gd name="connsiteX30" fmla="*/ 1397206 w 5741575"/>
              <a:gd name="connsiteY30" fmla="*/ 670793 h 955271"/>
              <a:gd name="connsiteX31" fmla="*/ 1421250 w 5741575"/>
              <a:gd name="connsiteY31" fmla="*/ 656855 h 955271"/>
              <a:gd name="connsiteX32" fmla="*/ 1454524 w 5741575"/>
              <a:gd name="connsiteY32" fmla="*/ 649224 h 955271"/>
              <a:gd name="connsiteX33" fmla="*/ 1616217 w 5741575"/>
              <a:gd name="connsiteY33" fmla="*/ 622107 h 955271"/>
              <a:gd name="connsiteX34" fmla="*/ 1710928 w 5741575"/>
              <a:gd name="connsiteY34" fmla="*/ 600666 h 955271"/>
              <a:gd name="connsiteX35" fmla="*/ 1743718 w 5741575"/>
              <a:gd name="connsiteY35" fmla="*/ 584327 h 955271"/>
              <a:gd name="connsiteX36" fmla="*/ 1873778 w 5741575"/>
              <a:gd name="connsiteY36" fmla="*/ 530130 h 955271"/>
              <a:gd name="connsiteX37" fmla="*/ 1988411 w 5741575"/>
              <a:gd name="connsiteY37" fmla="*/ 491599 h 955271"/>
              <a:gd name="connsiteX38" fmla="*/ 2085507 w 5741575"/>
              <a:gd name="connsiteY38" fmla="*/ 498527 h 955271"/>
              <a:gd name="connsiteX39" fmla="*/ 2090767 w 5741575"/>
              <a:gd name="connsiteY39" fmla="*/ 490616 h 955271"/>
              <a:gd name="connsiteX40" fmla="*/ 2151143 w 5741575"/>
              <a:gd name="connsiteY40" fmla="*/ 478332 h 955271"/>
              <a:gd name="connsiteX41" fmla="*/ 2378710 w 5741575"/>
              <a:gd name="connsiteY41" fmla="*/ 477570 h 955271"/>
              <a:gd name="connsiteX42" fmla="*/ 2496256 w 5741575"/>
              <a:gd name="connsiteY42" fmla="*/ 452396 h 955271"/>
              <a:gd name="connsiteX43" fmla="*/ 2535387 w 5741575"/>
              <a:gd name="connsiteY43" fmla="*/ 436645 h 955271"/>
              <a:gd name="connsiteX44" fmla="*/ 2601109 w 5741575"/>
              <a:gd name="connsiteY44" fmla="*/ 410678 h 955271"/>
              <a:gd name="connsiteX45" fmla="*/ 2643855 w 5741575"/>
              <a:gd name="connsiteY45" fmla="*/ 374482 h 955271"/>
              <a:gd name="connsiteX46" fmla="*/ 2657726 w 5741575"/>
              <a:gd name="connsiteY46" fmla="*/ 365841 h 955271"/>
              <a:gd name="connsiteX47" fmla="*/ 2687125 w 5741575"/>
              <a:gd name="connsiteY47" fmla="*/ 366820 h 955271"/>
              <a:gd name="connsiteX48" fmla="*/ 2697479 w 5741575"/>
              <a:gd name="connsiteY48" fmla="*/ 361430 h 955271"/>
              <a:gd name="connsiteX49" fmla="*/ 2701547 w 5741575"/>
              <a:gd name="connsiteY49" fmla="*/ 361545 h 955271"/>
              <a:gd name="connsiteX50" fmla="*/ 2711054 w 5741575"/>
              <a:gd name="connsiteY50" fmla="*/ 360597 h 955271"/>
              <a:gd name="connsiteX51" fmla="*/ 2710438 w 5741575"/>
              <a:gd name="connsiteY51" fmla="*/ 366958 h 955271"/>
              <a:gd name="connsiteX52" fmla="*/ 2722936 w 5741575"/>
              <a:gd name="connsiteY52" fmla="*/ 377633 h 955271"/>
              <a:gd name="connsiteX53" fmla="*/ 2777227 w 5741575"/>
              <a:gd name="connsiteY53" fmla="*/ 368972 h 955271"/>
              <a:gd name="connsiteX54" fmla="*/ 2779510 w 5741575"/>
              <a:gd name="connsiteY54" fmla="*/ 361652 h 955271"/>
              <a:gd name="connsiteX55" fmla="*/ 2786278 w 5741575"/>
              <a:gd name="connsiteY55" fmla="*/ 359869 h 955271"/>
              <a:gd name="connsiteX56" fmla="*/ 2792101 w 5741575"/>
              <a:gd name="connsiteY56" fmla="*/ 365927 h 955271"/>
              <a:gd name="connsiteX57" fmla="*/ 2885545 w 5741575"/>
              <a:gd name="connsiteY57" fmla="*/ 372818 h 955271"/>
              <a:gd name="connsiteX58" fmla="*/ 3009558 w 5741575"/>
              <a:gd name="connsiteY58" fmla="*/ 370573 h 955271"/>
              <a:gd name="connsiteX59" fmla="*/ 3095010 w 5741575"/>
              <a:gd name="connsiteY59" fmla="*/ 332454 h 955271"/>
              <a:gd name="connsiteX60" fmla="*/ 3103742 w 5741575"/>
              <a:gd name="connsiteY60" fmla="*/ 337974 h 955271"/>
              <a:gd name="connsiteX61" fmla="*/ 3165093 w 5741575"/>
              <a:gd name="connsiteY61" fmla="*/ 329459 h 955271"/>
              <a:gd name="connsiteX62" fmla="*/ 3373785 w 5741575"/>
              <a:gd name="connsiteY62" fmla="*/ 255680 h 955271"/>
              <a:gd name="connsiteX63" fmla="*/ 3493851 w 5741575"/>
              <a:gd name="connsiteY63" fmla="*/ 240255 h 955271"/>
              <a:gd name="connsiteX64" fmla="*/ 3537470 w 5741575"/>
              <a:gd name="connsiteY64" fmla="*/ 241867 h 955271"/>
              <a:gd name="connsiteX65" fmla="*/ 3610489 w 5741575"/>
              <a:gd name="connsiteY65" fmla="*/ 244128 h 955271"/>
              <a:gd name="connsiteX66" fmla="*/ 3667539 w 5741575"/>
              <a:gd name="connsiteY66" fmla="*/ 263271 h 955271"/>
              <a:gd name="connsiteX67" fmla="*/ 3727614 w 5741575"/>
              <a:gd name="connsiteY67" fmla="*/ 258245 h 955271"/>
              <a:gd name="connsiteX68" fmla="*/ 3738369 w 5741575"/>
              <a:gd name="connsiteY68" fmla="*/ 234506 h 955271"/>
              <a:gd name="connsiteX69" fmla="*/ 3803670 w 5741575"/>
              <a:gd name="connsiteY69" fmla="*/ 236457 h 955271"/>
              <a:gd name="connsiteX70" fmla="*/ 3903080 w 5741575"/>
              <a:gd name="connsiteY70" fmla="*/ 241890 h 955271"/>
              <a:gd name="connsiteX71" fmla="*/ 4114838 w 5741575"/>
              <a:gd name="connsiteY71" fmla="*/ 238165 h 955271"/>
              <a:gd name="connsiteX72" fmla="*/ 4271023 w 5741575"/>
              <a:gd name="connsiteY72" fmla="*/ 241959 h 955271"/>
              <a:gd name="connsiteX73" fmla="*/ 4367397 w 5741575"/>
              <a:gd name="connsiteY73" fmla="*/ 271442 h 955271"/>
              <a:gd name="connsiteX74" fmla="*/ 4495366 w 5741575"/>
              <a:gd name="connsiteY74" fmla="*/ 271618 h 955271"/>
              <a:gd name="connsiteX75" fmla="*/ 4517347 w 5741575"/>
              <a:gd name="connsiteY75" fmla="*/ 275639 h 955271"/>
              <a:gd name="connsiteX76" fmla="*/ 4546116 w 5741575"/>
              <a:gd name="connsiteY76" fmla="*/ 268568 h 955271"/>
              <a:gd name="connsiteX77" fmla="*/ 4661259 w 5741575"/>
              <a:gd name="connsiteY77" fmla="*/ 238966 h 955271"/>
              <a:gd name="connsiteX78" fmla="*/ 4750403 w 5741575"/>
              <a:gd name="connsiteY78" fmla="*/ 204364 h 955271"/>
              <a:gd name="connsiteX79" fmla="*/ 4867614 w 5741575"/>
              <a:gd name="connsiteY79" fmla="*/ 208668 h 955271"/>
              <a:gd name="connsiteX80" fmla="*/ 4937036 w 5741575"/>
              <a:gd name="connsiteY80" fmla="*/ 195446 h 955271"/>
              <a:gd name="connsiteX81" fmla="*/ 5047626 w 5741575"/>
              <a:gd name="connsiteY81" fmla="*/ 149604 h 955271"/>
              <a:gd name="connsiteX82" fmla="*/ 5200247 w 5741575"/>
              <a:gd name="connsiteY82" fmla="*/ 142695 h 955271"/>
              <a:gd name="connsiteX83" fmla="*/ 5235691 w 5741575"/>
              <a:gd name="connsiteY83" fmla="*/ 173330 h 955271"/>
              <a:gd name="connsiteX84" fmla="*/ 5280133 w 5741575"/>
              <a:gd name="connsiteY84" fmla="*/ 189342 h 955271"/>
              <a:gd name="connsiteX85" fmla="*/ 5291963 w 5741575"/>
              <a:gd name="connsiteY85" fmla="*/ 139446 h 955271"/>
              <a:gd name="connsiteX86" fmla="*/ 5418472 w 5741575"/>
              <a:gd name="connsiteY86" fmla="*/ 89163 h 955271"/>
              <a:gd name="connsiteX87" fmla="*/ 5482354 w 5741575"/>
              <a:gd name="connsiteY87" fmla="*/ 69470 h 955271"/>
              <a:gd name="connsiteX88" fmla="*/ 5583280 w 5741575"/>
              <a:gd name="connsiteY88" fmla="*/ 49787 h 955271"/>
              <a:gd name="connsiteX89" fmla="*/ 5613766 w 5741575"/>
              <a:gd name="connsiteY89" fmla="*/ 41855 h 955271"/>
              <a:gd name="connsiteX90" fmla="*/ 5684952 w 5741575"/>
              <a:gd name="connsiteY90" fmla="*/ 26088 h 955271"/>
              <a:gd name="connsiteX91" fmla="*/ 5741575 w 5741575"/>
              <a:gd name="connsiteY91" fmla="*/ 0 h 955271"/>
              <a:gd name="connsiteX0" fmla="*/ 5741575 w 5741575"/>
              <a:gd name="connsiteY0" fmla="*/ 0 h 955271"/>
              <a:gd name="connsiteX1" fmla="*/ 5741575 w 5741575"/>
              <a:gd name="connsiteY1" fmla="*/ 955271 h 955271"/>
              <a:gd name="connsiteX2" fmla="*/ 0 w 5741575"/>
              <a:gd name="connsiteY2" fmla="*/ 955271 h 955271"/>
              <a:gd name="connsiteX3" fmla="*/ 8558 w 5741575"/>
              <a:gd name="connsiteY3" fmla="*/ 953971 h 955271"/>
              <a:gd name="connsiteX4" fmla="*/ 16894 w 5741575"/>
              <a:gd name="connsiteY4" fmla="*/ 953847 h 955271"/>
              <a:gd name="connsiteX5" fmla="*/ 28156 w 5741575"/>
              <a:gd name="connsiteY5" fmla="*/ 951374 h 955271"/>
              <a:gd name="connsiteX6" fmla="*/ 28293 w 5741575"/>
              <a:gd name="connsiteY6" fmla="*/ 950971 h 955271"/>
              <a:gd name="connsiteX7" fmla="*/ 39115 w 5741575"/>
              <a:gd name="connsiteY7" fmla="*/ 949326 h 955271"/>
              <a:gd name="connsiteX8" fmla="*/ 93851 w 5741575"/>
              <a:gd name="connsiteY8" fmla="*/ 945611 h 955271"/>
              <a:gd name="connsiteX9" fmla="*/ 148657 w 5741575"/>
              <a:gd name="connsiteY9" fmla="*/ 898134 h 955271"/>
              <a:gd name="connsiteX10" fmla="*/ 174554 w 5741575"/>
              <a:gd name="connsiteY10" fmla="*/ 886351 h 955271"/>
              <a:gd name="connsiteX11" fmla="*/ 187633 w 5741575"/>
              <a:gd name="connsiteY11" fmla="*/ 878226 h 955271"/>
              <a:gd name="connsiteX12" fmla="*/ 187961 w 5741575"/>
              <a:gd name="connsiteY12" fmla="*/ 876538 h 955271"/>
              <a:gd name="connsiteX13" fmla="*/ 240501 w 5741575"/>
              <a:gd name="connsiteY13" fmla="*/ 873150 h 955271"/>
              <a:gd name="connsiteX14" fmla="*/ 246345 w 5741575"/>
              <a:gd name="connsiteY14" fmla="*/ 869942 h 955271"/>
              <a:gd name="connsiteX15" fmla="*/ 282041 w 5741575"/>
              <a:gd name="connsiteY15" fmla="*/ 871263 h 955271"/>
              <a:gd name="connsiteX16" fmla="*/ 299711 w 5741575"/>
              <a:gd name="connsiteY16" fmla="*/ 870064 h 955271"/>
              <a:gd name="connsiteX17" fmla="*/ 306299 w 5741575"/>
              <a:gd name="connsiteY17" fmla="*/ 873609 h 955271"/>
              <a:gd name="connsiteX18" fmla="*/ 331571 w 5741575"/>
              <a:gd name="connsiteY18" fmla="*/ 869866 h 955271"/>
              <a:gd name="connsiteX19" fmla="*/ 333872 w 5741575"/>
              <a:gd name="connsiteY19" fmla="*/ 867971 h 955271"/>
              <a:gd name="connsiteX20" fmla="*/ 356953 w 5741575"/>
              <a:gd name="connsiteY20" fmla="*/ 870334 h 955271"/>
              <a:gd name="connsiteX21" fmla="*/ 570239 w 5741575"/>
              <a:gd name="connsiteY21" fmla="*/ 829596 h 955271"/>
              <a:gd name="connsiteX22" fmla="*/ 787156 w 5741575"/>
              <a:gd name="connsiteY22" fmla="*/ 838447 h 955271"/>
              <a:gd name="connsiteX23" fmla="*/ 948872 w 5741575"/>
              <a:gd name="connsiteY23" fmla="*/ 772201 h 955271"/>
              <a:gd name="connsiteX24" fmla="*/ 1212574 w 5741575"/>
              <a:gd name="connsiteY24" fmla="*/ 724238 h 955271"/>
              <a:gd name="connsiteX25" fmla="*/ 1280768 w 5741575"/>
              <a:gd name="connsiteY25" fmla="*/ 699122 h 955271"/>
              <a:gd name="connsiteX26" fmla="*/ 1352027 w 5741575"/>
              <a:gd name="connsiteY26" fmla="*/ 704323 h 955271"/>
              <a:gd name="connsiteX27" fmla="*/ 1374314 w 5741575"/>
              <a:gd name="connsiteY27" fmla="*/ 688815 h 955271"/>
              <a:gd name="connsiteX28" fmla="*/ 1378034 w 5741575"/>
              <a:gd name="connsiteY28" fmla="*/ 685842 h 955271"/>
              <a:gd name="connsiteX29" fmla="*/ 1395604 w 5741575"/>
              <a:gd name="connsiteY29" fmla="*/ 680460 h 955271"/>
              <a:gd name="connsiteX30" fmla="*/ 1397206 w 5741575"/>
              <a:gd name="connsiteY30" fmla="*/ 670793 h 955271"/>
              <a:gd name="connsiteX31" fmla="*/ 1421250 w 5741575"/>
              <a:gd name="connsiteY31" fmla="*/ 656855 h 955271"/>
              <a:gd name="connsiteX32" fmla="*/ 1454524 w 5741575"/>
              <a:gd name="connsiteY32" fmla="*/ 649224 h 955271"/>
              <a:gd name="connsiteX33" fmla="*/ 1616217 w 5741575"/>
              <a:gd name="connsiteY33" fmla="*/ 622107 h 955271"/>
              <a:gd name="connsiteX34" fmla="*/ 1710928 w 5741575"/>
              <a:gd name="connsiteY34" fmla="*/ 600666 h 955271"/>
              <a:gd name="connsiteX35" fmla="*/ 1743718 w 5741575"/>
              <a:gd name="connsiteY35" fmla="*/ 584327 h 955271"/>
              <a:gd name="connsiteX36" fmla="*/ 1873778 w 5741575"/>
              <a:gd name="connsiteY36" fmla="*/ 530130 h 955271"/>
              <a:gd name="connsiteX37" fmla="*/ 1988411 w 5741575"/>
              <a:gd name="connsiteY37" fmla="*/ 491599 h 955271"/>
              <a:gd name="connsiteX38" fmla="*/ 2085507 w 5741575"/>
              <a:gd name="connsiteY38" fmla="*/ 498527 h 955271"/>
              <a:gd name="connsiteX39" fmla="*/ 2090767 w 5741575"/>
              <a:gd name="connsiteY39" fmla="*/ 490616 h 955271"/>
              <a:gd name="connsiteX40" fmla="*/ 2151143 w 5741575"/>
              <a:gd name="connsiteY40" fmla="*/ 478332 h 955271"/>
              <a:gd name="connsiteX41" fmla="*/ 2378710 w 5741575"/>
              <a:gd name="connsiteY41" fmla="*/ 477570 h 955271"/>
              <a:gd name="connsiteX42" fmla="*/ 2496256 w 5741575"/>
              <a:gd name="connsiteY42" fmla="*/ 452396 h 955271"/>
              <a:gd name="connsiteX43" fmla="*/ 2535387 w 5741575"/>
              <a:gd name="connsiteY43" fmla="*/ 436645 h 955271"/>
              <a:gd name="connsiteX44" fmla="*/ 2601109 w 5741575"/>
              <a:gd name="connsiteY44" fmla="*/ 410678 h 955271"/>
              <a:gd name="connsiteX45" fmla="*/ 2643855 w 5741575"/>
              <a:gd name="connsiteY45" fmla="*/ 374482 h 955271"/>
              <a:gd name="connsiteX46" fmla="*/ 2657726 w 5741575"/>
              <a:gd name="connsiteY46" fmla="*/ 365841 h 955271"/>
              <a:gd name="connsiteX47" fmla="*/ 2687125 w 5741575"/>
              <a:gd name="connsiteY47" fmla="*/ 366820 h 955271"/>
              <a:gd name="connsiteX48" fmla="*/ 2697479 w 5741575"/>
              <a:gd name="connsiteY48" fmla="*/ 361430 h 955271"/>
              <a:gd name="connsiteX49" fmla="*/ 2701547 w 5741575"/>
              <a:gd name="connsiteY49" fmla="*/ 361545 h 955271"/>
              <a:gd name="connsiteX50" fmla="*/ 2711054 w 5741575"/>
              <a:gd name="connsiteY50" fmla="*/ 360597 h 955271"/>
              <a:gd name="connsiteX51" fmla="*/ 2710438 w 5741575"/>
              <a:gd name="connsiteY51" fmla="*/ 366958 h 955271"/>
              <a:gd name="connsiteX52" fmla="*/ 2722936 w 5741575"/>
              <a:gd name="connsiteY52" fmla="*/ 377633 h 955271"/>
              <a:gd name="connsiteX53" fmla="*/ 2777227 w 5741575"/>
              <a:gd name="connsiteY53" fmla="*/ 368972 h 955271"/>
              <a:gd name="connsiteX54" fmla="*/ 2779510 w 5741575"/>
              <a:gd name="connsiteY54" fmla="*/ 361652 h 955271"/>
              <a:gd name="connsiteX55" fmla="*/ 2786278 w 5741575"/>
              <a:gd name="connsiteY55" fmla="*/ 359869 h 955271"/>
              <a:gd name="connsiteX56" fmla="*/ 2792101 w 5741575"/>
              <a:gd name="connsiteY56" fmla="*/ 365927 h 955271"/>
              <a:gd name="connsiteX57" fmla="*/ 2885545 w 5741575"/>
              <a:gd name="connsiteY57" fmla="*/ 372818 h 955271"/>
              <a:gd name="connsiteX58" fmla="*/ 3009558 w 5741575"/>
              <a:gd name="connsiteY58" fmla="*/ 370573 h 955271"/>
              <a:gd name="connsiteX59" fmla="*/ 3095010 w 5741575"/>
              <a:gd name="connsiteY59" fmla="*/ 332454 h 955271"/>
              <a:gd name="connsiteX60" fmla="*/ 3103742 w 5741575"/>
              <a:gd name="connsiteY60" fmla="*/ 337974 h 955271"/>
              <a:gd name="connsiteX61" fmla="*/ 3165093 w 5741575"/>
              <a:gd name="connsiteY61" fmla="*/ 329459 h 955271"/>
              <a:gd name="connsiteX62" fmla="*/ 3373785 w 5741575"/>
              <a:gd name="connsiteY62" fmla="*/ 255680 h 955271"/>
              <a:gd name="connsiteX63" fmla="*/ 3493851 w 5741575"/>
              <a:gd name="connsiteY63" fmla="*/ 240255 h 955271"/>
              <a:gd name="connsiteX64" fmla="*/ 3537470 w 5741575"/>
              <a:gd name="connsiteY64" fmla="*/ 241867 h 955271"/>
              <a:gd name="connsiteX65" fmla="*/ 3610489 w 5741575"/>
              <a:gd name="connsiteY65" fmla="*/ 244128 h 955271"/>
              <a:gd name="connsiteX66" fmla="*/ 3667539 w 5741575"/>
              <a:gd name="connsiteY66" fmla="*/ 263271 h 955271"/>
              <a:gd name="connsiteX67" fmla="*/ 3727614 w 5741575"/>
              <a:gd name="connsiteY67" fmla="*/ 258245 h 955271"/>
              <a:gd name="connsiteX68" fmla="*/ 3738369 w 5741575"/>
              <a:gd name="connsiteY68" fmla="*/ 234506 h 955271"/>
              <a:gd name="connsiteX69" fmla="*/ 3803670 w 5741575"/>
              <a:gd name="connsiteY69" fmla="*/ 236457 h 955271"/>
              <a:gd name="connsiteX70" fmla="*/ 3903080 w 5741575"/>
              <a:gd name="connsiteY70" fmla="*/ 241890 h 955271"/>
              <a:gd name="connsiteX71" fmla="*/ 4114838 w 5741575"/>
              <a:gd name="connsiteY71" fmla="*/ 238165 h 955271"/>
              <a:gd name="connsiteX72" fmla="*/ 4271023 w 5741575"/>
              <a:gd name="connsiteY72" fmla="*/ 241959 h 955271"/>
              <a:gd name="connsiteX73" fmla="*/ 4367397 w 5741575"/>
              <a:gd name="connsiteY73" fmla="*/ 271442 h 955271"/>
              <a:gd name="connsiteX74" fmla="*/ 4495366 w 5741575"/>
              <a:gd name="connsiteY74" fmla="*/ 271618 h 955271"/>
              <a:gd name="connsiteX75" fmla="*/ 4517347 w 5741575"/>
              <a:gd name="connsiteY75" fmla="*/ 275639 h 955271"/>
              <a:gd name="connsiteX76" fmla="*/ 4546116 w 5741575"/>
              <a:gd name="connsiteY76" fmla="*/ 268568 h 955271"/>
              <a:gd name="connsiteX77" fmla="*/ 4661259 w 5741575"/>
              <a:gd name="connsiteY77" fmla="*/ 238966 h 955271"/>
              <a:gd name="connsiteX78" fmla="*/ 4750403 w 5741575"/>
              <a:gd name="connsiteY78" fmla="*/ 204364 h 955271"/>
              <a:gd name="connsiteX79" fmla="*/ 4867614 w 5741575"/>
              <a:gd name="connsiteY79" fmla="*/ 208668 h 955271"/>
              <a:gd name="connsiteX80" fmla="*/ 4937036 w 5741575"/>
              <a:gd name="connsiteY80" fmla="*/ 195446 h 955271"/>
              <a:gd name="connsiteX81" fmla="*/ 5047626 w 5741575"/>
              <a:gd name="connsiteY81" fmla="*/ 149604 h 955271"/>
              <a:gd name="connsiteX82" fmla="*/ 5200247 w 5741575"/>
              <a:gd name="connsiteY82" fmla="*/ 142695 h 955271"/>
              <a:gd name="connsiteX83" fmla="*/ 5235691 w 5741575"/>
              <a:gd name="connsiteY83" fmla="*/ 173330 h 955271"/>
              <a:gd name="connsiteX84" fmla="*/ 5280133 w 5741575"/>
              <a:gd name="connsiteY84" fmla="*/ 189342 h 955271"/>
              <a:gd name="connsiteX85" fmla="*/ 5291963 w 5741575"/>
              <a:gd name="connsiteY85" fmla="*/ 139446 h 955271"/>
              <a:gd name="connsiteX86" fmla="*/ 5418472 w 5741575"/>
              <a:gd name="connsiteY86" fmla="*/ 89163 h 955271"/>
              <a:gd name="connsiteX87" fmla="*/ 5482354 w 5741575"/>
              <a:gd name="connsiteY87" fmla="*/ 69470 h 955271"/>
              <a:gd name="connsiteX88" fmla="*/ 5583280 w 5741575"/>
              <a:gd name="connsiteY88" fmla="*/ 49787 h 955271"/>
              <a:gd name="connsiteX89" fmla="*/ 5613766 w 5741575"/>
              <a:gd name="connsiteY89" fmla="*/ 41855 h 955271"/>
              <a:gd name="connsiteX90" fmla="*/ 5684952 w 5741575"/>
              <a:gd name="connsiteY90" fmla="*/ 26088 h 955271"/>
              <a:gd name="connsiteX91" fmla="*/ 5741575 w 5741575"/>
              <a:gd name="connsiteY91" fmla="*/ 0 h 955271"/>
              <a:gd name="connsiteX0" fmla="*/ 5741575 w 5741575"/>
              <a:gd name="connsiteY0" fmla="*/ 0 h 955271"/>
              <a:gd name="connsiteX1" fmla="*/ 5741575 w 5741575"/>
              <a:gd name="connsiteY1" fmla="*/ 955271 h 955271"/>
              <a:gd name="connsiteX2" fmla="*/ 0 w 5741575"/>
              <a:gd name="connsiteY2" fmla="*/ 955271 h 955271"/>
              <a:gd name="connsiteX3" fmla="*/ 8558 w 5741575"/>
              <a:gd name="connsiteY3" fmla="*/ 953971 h 955271"/>
              <a:gd name="connsiteX4" fmla="*/ 16894 w 5741575"/>
              <a:gd name="connsiteY4" fmla="*/ 953847 h 955271"/>
              <a:gd name="connsiteX5" fmla="*/ 28156 w 5741575"/>
              <a:gd name="connsiteY5" fmla="*/ 951374 h 955271"/>
              <a:gd name="connsiteX6" fmla="*/ 28293 w 5741575"/>
              <a:gd name="connsiteY6" fmla="*/ 950971 h 955271"/>
              <a:gd name="connsiteX7" fmla="*/ 39115 w 5741575"/>
              <a:gd name="connsiteY7" fmla="*/ 949326 h 955271"/>
              <a:gd name="connsiteX8" fmla="*/ 93851 w 5741575"/>
              <a:gd name="connsiteY8" fmla="*/ 945611 h 955271"/>
              <a:gd name="connsiteX9" fmla="*/ 148657 w 5741575"/>
              <a:gd name="connsiteY9" fmla="*/ 898134 h 955271"/>
              <a:gd name="connsiteX10" fmla="*/ 174554 w 5741575"/>
              <a:gd name="connsiteY10" fmla="*/ 886351 h 955271"/>
              <a:gd name="connsiteX11" fmla="*/ 187633 w 5741575"/>
              <a:gd name="connsiteY11" fmla="*/ 878226 h 955271"/>
              <a:gd name="connsiteX12" fmla="*/ 187961 w 5741575"/>
              <a:gd name="connsiteY12" fmla="*/ 876538 h 955271"/>
              <a:gd name="connsiteX13" fmla="*/ 240501 w 5741575"/>
              <a:gd name="connsiteY13" fmla="*/ 873150 h 955271"/>
              <a:gd name="connsiteX14" fmla="*/ 246345 w 5741575"/>
              <a:gd name="connsiteY14" fmla="*/ 869942 h 955271"/>
              <a:gd name="connsiteX15" fmla="*/ 282041 w 5741575"/>
              <a:gd name="connsiteY15" fmla="*/ 871263 h 955271"/>
              <a:gd name="connsiteX16" fmla="*/ 299711 w 5741575"/>
              <a:gd name="connsiteY16" fmla="*/ 870064 h 955271"/>
              <a:gd name="connsiteX17" fmla="*/ 306299 w 5741575"/>
              <a:gd name="connsiteY17" fmla="*/ 873609 h 955271"/>
              <a:gd name="connsiteX18" fmla="*/ 331571 w 5741575"/>
              <a:gd name="connsiteY18" fmla="*/ 869866 h 955271"/>
              <a:gd name="connsiteX19" fmla="*/ 333872 w 5741575"/>
              <a:gd name="connsiteY19" fmla="*/ 867971 h 955271"/>
              <a:gd name="connsiteX20" fmla="*/ 356953 w 5741575"/>
              <a:gd name="connsiteY20" fmla="*/ 870334 h 955271"/>
              <a:gd name="connsiteX21" fmla="*/ 570239 w 5741575"/>
              <a:gd name="connsiteY21" fmla="*/ 829596 h 955271"/>
              <a:gd name="connsiteX22" fmla="*/ 787156 w 5741575"/>
              <a:gd name="connsiteY22" fmla="*/ 838447 h 955271"/>
              <a:gd name="connsiteX23" fmla="*/ 948872 w 5741575"/>
              <a:gd name="connsiteY23" fmla="*/ 772201 h 955271"/>
              <a:gd name="connsiteX24" fmla="*/ 1212574 w 5741575"/>
              <a:gd name="connsiteY24" fmla="*/ 724238 h 955271"/>
              <a:gd name="connsiteX25" fmla="*/ 1280768 w 5741575"/>
              <a:gd name="connsiteY25" fmla="*/ 699122 h 955271"/>
              <a:gd name="connsiteX26" fmla="*/ 1352027 w 5741575"/>
              <a:gd name="connsiteY26" fmla="*/ 704323 h 955271"/>
              <a:gd name="connsiteX27" fmla="*/ 1374314 w 5741575"/>
              <a:gd name="connsiteY27" fmla="*/ 688815 h 955271"/>
              <a:gd name="connsiteX28" fmla="*/ 1378034 w 5741575"/>
              <a:gd name="connsiteY28" fmla="*/ 685842 h 955271"/>
              <a:gd name="connsiteX29" fmla="*/ 1395604 w 5741575"/>
              <a:gd name="connsiteY29" fmla="*/ 680460 h 955271"/>
              <a:gd name="connsiteX30" fmla="*/ 1397206 w 5741575"/>
              <a:gd name="connsiteY30" fmla="*/ 670793 h 955271"/>
              <a:gd name="connsiteX31" fmla="*/ 1421250 w 5741575"/>
              <a:gd name="connsiteY31" fmla="*/ 656855 h 955271"/>
              <a:gd name="connsiteX32" fmla="*/ 1454524 w 5741575"/>
              <a:gd name="connsiteY32" fmla="*/ 649224 h 955271"/>
              <a:gd name="connsiteX33" fmla="*/ 1616217 w 5741575"/>
              <a:gd name="connsiteY33" fmla="*/ 622107 h 955271"/>
              <a:gd name="connsiteX34" fmla="*/ 1710928 w 5741575"/>
              <a:gd name="connsiteY34" fmla="*/ 600666 h 955271"/>
              <a:gd name="connsiteX35" fmla="*/ 1743718 w 5741575"/>
              <a:gd name="connsiteY35" fmla="*/ 584327 h 955271"/>
              <a:gd name="connsiteX36" fmla="*/ 1873778 w 5741575"/>
              <a:gd name="connsiteY36" fmla="*/ 530130 h 955271"/>
              <a:gd name="connsiteX37" fmla="*/ 1988411 w 5741575"/>
              <a:gd name="connsiteY37" fmla="*/ 491599 h 955271"/>
              <a:gd name="connsiteX38" fmla="*/ 2085507 w 5741575"/>
              <a:gd name="connsiteY38" fmla="*/ 498527 h 955271"/>
              <a:gd name="connsiteX39" fmla="*/ 2090767 w 5741575"/>
              <a:gd name="connsiteY39" fmla="*/ 490616 h 955271"/>
              <a:gd name="connsiteX40" fmla="*/ 2151143 w 5741575"/>
              <a:gd name="connsiteY40" fmla="*/ 478332 h 955271"/>
              <a:gd name="connsiteX41" fmla="*/ 2378710 w 5741575"/>
              <a:gd name="connsiteY41" fmla="*/ 477570 h 955271"/>
              <a:gd name="connsiteX42" fmla="*/ 2496256 w 5741575"/>
              <a:gd name="connsiteY42" fmla="*/ 452396 h 955271"/>
              <a:gd name="connsiteX43" fmla="*/ 2535387 w 5741575"/>
              <a:gd name="connsiteY43" fmla="*/ 436645 h 955271"/>
              <a:gd name="connsiteX44" fmla="*/ 2601109 w 5741575"/>
              <a:gd name="connsiteY44" fmla="*/ 410678 h 955271"/>
              <a:gd name="connsiteX45" fmla="*/ 2643855 w 5741575"/>
              <a:gd name="connsiteY45" fmla="*/ 374482 h 955271"/>
              <a:gd name="connsiteX46" fmla="*/ 2657726 w 5741575"/>
              <a:gd name="connsiteY46" fmla="*/ 365841 h 955271"/>
              <a:gd name="connsiteX47" fmla="*/ 2687125 w 5741575"/>
              <a:gd name="connsiteY47" fmla="*/ 366820 h 955271"/>
              <a:gd name="connsiteX48" fmla="*/ 2697479 w 5741575"/>
              <a:gd name="connsiteY48" fmla="*/ 361430 h 955271"/>
              <a:gd name="connsiteX49" fmla="*/ 2701547 w 5741575"/>
              <a:gd name="connsiteY49" fmla="*/ 361545 h 955271"/>
              <a:gd name="connsiteX50" fmla="*/ 2711054 w 5741575"/>
              <a:gd name="connsiteY50" fmla="*/ 360597 h 955271"/>
              <a:gd name="connsiteX51" fmla="*/ 2710438 w 5741575"/>
              <a:gd name="connsiteY51" fmla="*/ 366958 h 955271"/>
              <a:gd name="connsiteX52" fmla="*/ 2722936 w 5741575"/>
              <a:gd name="connsiteY52" fmla="*/ 377633 h 955271"/>
              <a:gd name="connsiteX53" fmla="*/ 2777227 w 5741575"/>
              <a:gd name="connsiteY53" fmla="*/ 368972 h 955271"/>
              <a:gd name="connsiteX54" fmla="*/ 2779510 w 5741575"/>
              <a:gd name="connsiteY54" fmla="*/ 361652 h 955271"/>
              <a:gd name="connsiteX55" fmla="*/ 2786278 w 5741575"/>
              <a:gd name="connsiteY55" fmla="*/ 359869 h 955271"/>
              <a:gd name="connsiteX56" fmla="*/ 2792101 w 5741575"/>
              <a:gd name="connsiteY56" fmla="*/ 365927 h 955271"/>
              <a:gd name="connsiteX57" fmla="*/ 2885545 w 5741575"/>
              <a:gd name="connsiteY57" fmla="*/ 372818 h 955271"/>
              <a:gd name="connsiteX58" fmla="*/ 3009558 w 5741575"/>
              <a:gd name="connsiteY58" fmla="*/ 370573 h 955271"/>
              <a:gd name="connsiteX59" fmla="*/ 3095010 w 5741575"/>
              <a:gd name="connsiteY59" fmla="*/ 332454 h 955271"/>
              <a:gd name="connsiteX60" fmla="*/ 3103742 w 5741575"/>
              <a:gd name="connsiteY60" fmla="*/ 337974 h 955271"/>
              <a:gd name="connsiteX61" fmla="*/ 3165093 w 5741575"/>
              <a:gd name="connsiteY61" fmla="*/ 329459 h 955271"/>
              <a:gd name="connsiteX62" fmla="*/ 3373785 w 5741575"/>
              <a:gd name="connsiteY62" fmla="*/ 255680 h 955271"/>
              <a:gd name="connsiteX63" fmla="*/ 3493851 w 5741575"/>
              <a:gd name="connsiteY63" fmla="*/ 240255 h 955271"/>
              <a:gd name="connsiteX64" fmla="*/ 3537470 w 5741575"/>
              <a:gd name="connsiteY64" fmla="*/ 241867 h 955271"/>
              <a:gd name="connsiteX65" fmla="*/ 3610489 w 5741575"/>
              <a:gd name="connsiteY65" fmla="*/ 244128 h 955271"/>
              <a:gd name="connsiteX66" fmla="*/ 3667539 w 5741575"/>
              <a:gd name="connsiteY66" fmla="*/ 263271 h 955271"/>
              <a:gd name="connsiteX67" fmla="*/ 3727614 w 5741575"/>
              <a:gd name="connsiteY67" fmla="*/ 258245 h 955271"/>
              <a:gd name="connsiteX68" fmla="*/ 3738369 w 5741575"/>
              <a:gd name="connsiteY68" fmla="*/ 234506 h 955271"/>
              <a:gd name="connsiteX69" fmla="*/ 3803670 w 5741575"/>
              <a:gd name="connsiteY69" fmla="*/ 236457 h 955271"/>
              <a:gd name="connsiteX70" fmla="*/ 3903080 w 5741575"/>
              <a:gd name="connsiteY70" fmla="*/ 241890 h 955271"/>
              <a:gd name="connsiteX71" fmla="*/ 4114838 w 5741575"/>
              <a:gd name="connsiteY71" fmla="*/ 238165 h 955271"/>
              <a:gd name="connsiteX72" fmla="*/ 4271023 w 5741575"/>
              <a:gd name="connsiteY72" fmla="*/ 241959 h 955271"/>
              <a:gd name="connsiteX73" fmla="*/ 4367397 w 5741575"/>
              <a:gd name="connsiteY73" fmla="*/ 271442 h 955271"/>
              <a:gd name="connsiteX74" fmla="*/ 4495366 w 5741575"/>
              <a:gd name="connsiteY74" fmla="*/ 271618 h 955271"/>
              <a:gd name="connsiteX75" fmla="*/ 4517347 w 5741575"/>
              <a:gd name="connsiteY75" fmla="*/ 275639 h 955271"/>
              <a:gd name="connsiteX76" fmla="*/ 4546116 w 5741575"/>
              <a:gd name="connsiteY76" fmla="*/ 268568 h 955271"/>
              <a:gd name="connsiteX77" fmla="*/ 4661259 w 5741575"/>
              <a:gd name="connsiteY77" fmla="*/ 238966 h 955271"/>
              <a:gd name="connsiteX78" fmla="*/ 4750403 w 5741575"/>
              <a:gd name="connsiteY78" fmla="*/ 204364 h 955271"/>
              <a:gd name="connsiteX79" fmla="*/ 4867614 w 5741575"/>
              <a:gd name="connsiteY79" fmla="*/ 208668 h 955271"/>
              <a:gd name="connsiteX80" fmla="*/ 4937036 w 5741575"/>
              <a:gd name="connsiteY80" fmla="*/ 195446 h 955271"/>
              <a:gd name="connsiteX81" fmla="*/ 5047626 w 5741575"/>
              <a:gd name="connsiteY81" fmla="*/ 149604 h 955271"/>
              <a:gd name="connsiteX82" fmla="*/ 5200247 w 5741575"/>
              <a:gd name="connsiteY82" fmla="*/ 142695 h 955271"/>
              <a:gd name="connsiteX83" fmla="*/ 5235691 w 5741575"/>
              <a:gd name="connsiteY83" fmla="*/ 173330 h 955271"/>
              <a:gd name="connsiteX84" fmla="*/ 5280133 w 5741575"/>
              <a:gd name="connsiteY84" fmla="*/ 189342 h 955271"/>
              <a:gd name="connsiteX85" fmla="*/ 5291963 w 5741575"/>
              <a:gd name="connsiteY85" fmla="*/ 139446 h 955271"/>
              <a:gd name="connsiteX86" fmla="*/ 5418472 w 5741575"/>
              <a:gd name="connsiteY86" fmla="*/ 89163 h 955271"/>
              <a:gd name="connsiteX87" fmla="*/ 5482354 w 5741575"/>
              <a:gd name="connsiteY87" fmla="*/ 69470 h 955271"/>
              <a:gd name="connsiteX88" fmla="*/ 5583280 w 5741575"/>
              <a:gd name="connsiteY88" fmla="*/ 49787 h 955271"/>
              <a:gd name="connsiteX89" fmla="*/ 5613766 w 5741575"/>
              <a:gd name="connsiteY89" fmla="*/ 41855 h 955271"/>
              <a:gd name="connsiteX90" fmla="*/ 5684952 w 5741575"/>
              <a:gd name="connsiteY90" fmla="*/ 26088 h 955271"/>
              <a:gd name="connsiteX91" fmla="*/ 5741575 w 5741575"/>
              <a:gd name="connsiteY91" fmla="*/ 0 h 955271"/>
              <a:gd name="connsiteX0" fmla="*/ 5741575 w 5741575"/>
              <a:gd name="connsiteY0" fmla="*/ 0 h 955271"/>
              <a:gd name="connsiteX1" fmla="*/ 5741575 w 5741575"/>
              <a:gd name="connsiteY1" fmla="*/ 955271 h 955271"/>
              <a:gd name="connsiteX2" fmla="*/ 0 w 5741575"/>
              <a:gd name="connsiteY2" fmla="*/ 955271 h 955271"/>
              <a:gd name="connsiteX3" fmla="*/ 8558 w 5741575"/>
              <a:gd name="connsiteY3" fmla="*/ 953971 h 955271"/>
              <a:gd name="connsiteX4" fmla="*/ 16894 w 5741575"/>
              <a:gd name="connsiteY4" fmla="*/ 953847 h 955271"/>
              <a:gd name="connsiteX5" fmla="*/ 28156 w 5741575"/>
              <a:gd name="connsiteY5" fmla="*/ 951374 h 955271"/>
              <a:gd name="connsiteX6" fmla="*/ 28293 w 5741575"/>
              <a:gd name="connsiteY6" fmla="*/ 950971 h 955271"/>
              <a:gd name="connsiteX7" fmla="*/ 39115 w 5741575"/>
              <a:gd name="connsiteY7" fmla="*/ 949326 h 955271"/>
              <a:gd name="connsiteX8" fmla="*/ 93851 w 5741575"/>
              <a:gd name="connsiteY8" fmla="*/ 945611 h 955271"/>
              <a:gd name="connsiteX9" fmla="*/ 148657 w 5741575"/>
              <a:gd name="connsiteY9" fmla="*/ 898134 h 955271"/>
              <a:gd name="connsiteX10" fmla="*/ 174554 w 5741575"/>
              <a:gd name="connsiteY10" fmla="*/ 886351 h 955271"/>
              <a:gd name="connsiteX11" fmla="*/ 187633 w 5741575"/>
              <a:gd name="connsiteY11" fmla="*/ 878226 h 955271"/>
              <a:gd name="connsiteX12" fmla="*/ 187961 w 5741575"/>
              <a:gd name="connsiteY12" fmla="*/ 876538 h 955271"/>
              <a:gd name="connsiteX13" fmla="*/ 240501 w 5741575"/>
              <a:gd name="connsiteY13" fmla="*/ 873150 h 955271"/>
              <a:gd name="connsiteX14" fmla="*/ 246345 w 5741575"/>
              <a:gd name="connsiteY14" fmla="*/ 869942 h 955271"/>
              <a:gd name="connsiteX15" fmla="*/ 282041 w 5741575"/>
              <a:gd name="connsiteY15" fmla="*/ 871263 h 955271"/>
              <a:gd name="connsiteX16" fmla="*/ 299711 w 5741575"/>
              <a:gd name="connsiteY16" fmla="*/ 870064 h 955271"/>
              <a:gd name="connsiteX17" fmla="*/ 306299 w 5741575"/>
              <a:gd name="connsiteY17" fmla="*/ 873609 h 955271"/>
              <a:gd name="connsiteX18" fmla="*/ 331571 w 5741575"/>
              <a:gd name="connsiteY18" fmla="*/ 869866 h 955271"/>
              <a:gd name="connsiteX19" fmla="*/ 333872 w 5741575"/>
              <a:gd name="connsiteY19" fmla="*/ 867971 h 955271"/>
              <a:gd name="connsiteX20" fmla="*/ 356953 w 5741575"/>
              <a:gd name="connsiteY20" fmla="*/ 870334 h 955271"/>
              <a:gd name="connsiteX21" fmla="*/ 570239 w 5741575"/>
              <a:gd name="connsiteY21" fmla="*/ 829596 h 955271"/>
              <a:gd name="connsiteX22" fmla="*/ 787156 w 5741575"/>
              <a:gd name="connsiteY22" fmla="*/ 838447 h 955271"/>
              <a:gd name="connsiteX23" fmla="*/ 948872 w 5741575"/>
              <a:gd name="connsiteY23" fmla="*/ 772201 h 955271"/>
              <a:gd name="connsiteX24" fmla="*/ 1212574 w 5741575"/>
              <a:gd name="connsiteY24" fmla="*/ 724238 h 955271"/>
              <a:gd name="connsiteX25" fmla="*/ 1280768 w 5741575"/>
              <a:gd name="connsiteY25" fmla="*/ 699122 h 955271"/>
              <a:gd name="connsiteX26" fmla="*/ 1352027 w 5741575"/>
              <a:gd name="connsiteY26" fmla="*/ 704323 h 955271"/>
              <a:gd name="connsiteX27" fmla="*/ 1374314 w 5741575"/>
              <a:gd name="connsiteY27" fmla="*/ 688815 h 955271"/>
              <a:gd name="connsiteX28" fmla="*/ 1378034 w 5741575"/>
              <a:gd name="connsiteY28" fmla="*/ 685842 h 955271"/>
              <a:gd name="connsiteX29" fmla="*/ 1395604 w 5741575"/>
              <a:gd name="connsiteY29" fmla="*/ 680460 h 955271"/>
              <a:gd name="connsiteX30" fmla="*/ 1397206 w 5741575"/>
              <a:gd name="connsiteY30" fmla="*/ 670793 h 955271"/>
              <a:gd name="connsiteX31" fmla="*/ 1421250 w 5741575"/>
              <a:gd name="connsiteY31" fmla="*/ 656855 h 955271"/>
              <a:gd name="connsiteX32" fmla="*/ 1454524 w 5741575"/>
              <a:gd name="connsiteY32" fmla="*/ 649224 h 955271"/>
              <a:gd name="connsiteX33" fmla="*/ 1616217 w 5741575"/>
              <a:gd name="connsiteY33" fmla="*/ 622107 h 955271"/>
              <a:gd name="connsiteX34" fmla="*/ 1710928 w 5741575"/>
              <a:gd name="connsiteY34" fmla="*/ 600666 h 955271"/>
              <a:gd name="connsiteX35" fmla="*/ 1743718 w 5741575"/>
              <a:gd name="connsiteY35" fmla="*/ 584327 h 955271"/>
              <a:gd name="connsiteX36" fmla="*/ 1873778 w 5741575"/>
              <a:gd name="connsiteY36" fmla="*/ 530130 h 955271"/>
              <a:gd name="connsiteX37" fmla="*/ 1988411 w 5741575"/>
              <a:gd name="connsiteY37" fmla="*/ 491599 h 955271"/>
              <a:gd name="connsiteX38" fmla="*/ 2085507 w 5741575"/>
              <a:gd name="connsiteY38" fmla="*/ 498527 h 955271"/>
              <a:gd name="connsiteX39" fmla="*/ 2090767 w 5741575"/>
              <a:gd name="connsiteY39" fmla="*/ 490616 h 955271"/>
              <a:gd name="connsiteX40" fmla="*/ 2151143 w 5741575"/>
              <a:gd name="connsiteY40" fmla="*/ 478332 h 955271"/>
              <a:gd name="connsiteX41" fmla="*/ 2378710 w 5741575"/>
              <a:gd name="connsiteY41" fmla="*/ 477570 h 955271"/>
              <a:gd name="connsiteX42" fmla="*/ 2496256 w 5741575"/>
              <a:gd name="connsiteY42" fmla="*/ 452396 h 955271"/>
              <a:gd name="connsiteX43" fmla="*/ 2535387 w 5741575"/>
              <a:gd name="connsiteY43" fmla="*/ 436645 h 955271"/>
              <a:gd name="connsiteX44" fmla="*/ 2601109 w 5741575"/>
              <a:gd name="connsiteY44" fmla="*/ 410678 h 955271"/>
              <a:gd name="connsiteX45" fmla="*/ 2643855 w 5741575"/>
              <a:gd name="connsiteY45" fmla="*/ 374482 h 955271"/>
              <a:gd name="connsiteX46" fmla="*/ 2657726 w 5741575"/>
              <a:gd name="connsiteY46" fmla="*/ 365841 h 955271"/>
              <a:gd name="connsiteX47" fmla="*/ 2687125 w 5741575"/>
              <a:gd name="connsiteY47" fmla="*/ 366820 h 955271"/>
              <a:gd name="connsiteX48" fmla="*/ 2697479 w 5741575"/>
              <a:gd name="connsiteY48" fmla="*/ 361430 h 955271"/>
              <a:gd name="connsiteX49" fmla="*/ 2701547 w 5741575"/>
              <a:gd name="connsiteY49" fmla="*/ 361545 h 955271"/>
              <a:gd name="connsiteX50" fmla="*/ 2711054 w 5741575"/>
              <a:gd name="connsiteY50" fmla="*/ 360597 h 955271"/>
              <a:gd name="connsiteX51" fmla="*/ 2710438 w 5741575"/>
              <a:gd name="connsiteY51" fmla="*/ 366958 h 955271"/>
              <a:gd name="connsiteX52" fmla="*/ 2722936 w 5741575"/>
              <a:gd name="connsiteY52" fmla="*/ 377633 h 955271"/>
              <a:gd name="connsiteX53" fmla="*/ 2777227 w 5741575"/>
              <a:gd name="connsiteY53" fmla="*/ 368972 h 955271"/>
              <a:gd name="connsiteX54" fmla="*/ 2779510 w 5741575"/>
              <a:gd name="connsiteY54" fmla="*/ 361652 h 955271"/>
              <a:gd name="connsiteX55" fmla="*/ 2786278 w 5741575"/>
              <a:gd name="connsiteY55" fmla="*/ 359869 h 955271"/>
              <a:gd name="connsiteX56" fmla="*/ 2792101 w 5741575"/>
              <a:gd name="connsiteY56" fmla="*/ 365927 h 955271"/>
              <a:gd name="connsiteX57" fmla="*/ 2885545 w 5741575"/>
              <a:gd name="connsiteY57" fmla="*/ 372818 h 955271"/>
              <a:gd name="connsiteX58" fmla="*/ 3009558 w 5741575"/>
              <a:gd name="connsiteY58" fmla="*/ 370573 h 955271"/>
              <a:gd name="connsiteX59" fmla="*/ 3095010 w 5741575"/>
              <a:gd name="connsiteY59" fmla="*/ 332454 h 955271"/>
              <a:gd name="connsiteX60" fmla="*/ 3103742 w 5741575"/>
              <a:gd name="connsiteY60" fmla="*/ 337974 h 955271"/>
              <a:gd name="connsiteX61" fmla="*/ 3165093 w 5741575"/>
              <a:gd name="connsiteY61" fmla="*/ 329459 h 955271"/>
              <a:gd name="connsiteX62" fmla="*/ 3373785 w 5741575"/>
              <a:gd name="connsiteY62" fmla="*/ 255680 h 955271"/>
              <a:gd name="connsiteX63" fmla="*/ 3493851 w 5741575"/>
              <a:gd name="connsiteY63" fmla="*/ 240255 h 955271"/>
              <a:gd name="connsiteX64" fmla="*/ 3537470 w 5741575"/>
              <a:gd name="connsiteY64" fmla="*/ 241867 h 955271"/>
              <a:gd name="connsiteX65" fmla="*/ 3610489 w 5741575"/>
              <a:gd name="connsiteY65" fmla="*/ 244128 h 955271"/>
              <a:gd name="connsiteX66" fmla="*/ 3667539 w 5741575"/>
              <a:gd name="connsiteY66" fmla="*/ 263271 h 955271"/>
              <a:gd name="connsiteX67" fmla="*/ 3727614 w 5741575"/>
              <a:gd name="connsiteY67" fmla="*/ 258245 h 955271"/>
              <a:gd name="connsiteX68" fmla="*/ 3738369 w 5741575"/>
              <a:gd name="connsiteY68" fmla="*/ 234506 h 955271"/>
              <a:gd name="connsiteX69" fmla="*/ 3803670 w 5741575"/>
              <a:gd name="connsiteY69" fmla="*/ 236457 h 955271"/>
              <a:gd name="connsiteX70" fmla="*/ 3903080 w 5741575"/>
              <a:gd name="connsiteY70" fmla="*/ 241890 h 955271"/>
              <a:gd name="connsiteX71" fmla="*/ 4114838 w 5741575"/>
              <a:gd name="connsiteY71" fmla="*/ 238165 h 955271"/>
              <a:gd name="connsiteX72" fmla="*/ 4271023 w 5741575"/>
              <a:gd name="connsiteY72" fmla="*/ 241959 h 955271"/>
              <a:gd name="connsiteX73" fmla="*/ 4367397 w 5741575"/>
              <a:gd name="connsiteY73" fmla="*/ 271442 h 955271"/>
              <a:gd name="connsiteX74" fmla="*/ 4495366 w 5741575"/>
              <a:gd name="connsiteY74" fmla="*/ 271618 h 955271"/>
              <a:gd name="connsiteX75" fmla="*/ 4517347 w 5741575"/>
              <a:gd name="connsiteY75" fmla="*/ 275639 h 955271"/>
              <a:gd name="connsiteX76" fmla="*/ 4546116 w 5741575"/>
              <a:gd name="connsiteY76" fmla="*/ 268568 h 955271"/>
              <a:gd name="connsiteX77" fmla="*/ 4661259 w 5741575"/>
              <a:gd name="connsiteY77" fmla="*/ 238966 h 955271"/>
              <a:gd name="connsiteX78" fmla="*/ 4750403 w 5741575"/>
              <a:gd name="connsiteY78" fmla="*/ 204364 h 955271"/>
              <a:gd name="connsiteX79" fmla="*/ 4867614 w 5741575"/>
              <a:gd name="connsiteY79" fmla="*/ 208668 h 955271"/>
              <a:gd name="connsiteX80" fmla="*/ 4937036 w 5741575"/>
              <a:gd name="connsiteY80" fmla="*/ 195446 h 955271"/>
              <a:gd name="connsiteX81" fmla="*/ 5047626 w 5741575"/>
              <a:gd name="connsiteY81" fmla="*/ 149604 h 955271"/>
              <a:gd name="connsiteX82" fmla="*/ 5200247 w 5741575"/>
              <a:gd name="connsiteY82" fmla="*/ 142695 h 955271"/>
              <a:gd name="connsiteX83" fmla="*/ 5235691 w 5741575"/>
              <a:gd name="connsiteY83" fmla="*/ 173330 h 955271"/>
              <a:gd name="connsiteX84" fmla="*/ 5280133 w 5741575"/>
              <a:gd name="connsiteY84" fmla="*/ 189342 h 955271"/>
              <a:gd name="connsiteX85" fmla="*/ 5291963 w 5741575"/>
              <a:gd name="connsiteY85" fmla="*/ 139446 h 955271"/>
              <a:gd name="connsiteX86" fmla="*/ 5418472 w 5741575"/>
              <a:gd name="connsiteY86" fmla="*/ 89163 h 955271"/>
              <a:gd name="connsiteX87" fmla="*/ 5482354 w 5741575"/>
              <a:gd name="connsiteY87" fmla="*/ 69470 h 955271"/>
              <a:gd name="connsiteX88" fmla="*/ 5583280 w 5741575"/>
              <a:gd name="connsiteY88" fmla="*/ 49787 h 955271"/>
              <a:gd name="connsiteX89" fmla="*/ 5613766 w 5741575"/>
              <a:gd name="connsiteY89" fmla="*/ 41855 h 955271"/>
              <a:gd name="connsiteX90" fmla="*/ 5684952 w 5741575"/>
              <a:gd name="connsiteY90" fmla="*/ 26088 h 955271"/>
              <a:gd name="connsiteX91" fmla="*/ 5741575 w 5741575"/>
              <a:gd name="connsiteY91" fmla="*/ 0 h 955271"/>
              <a:gd name="connsiteX0" fmla="*/ 5741575 w 5741575"/>
              <a:gd name="connsiteY0" fmla="*/ 0 h 955271"/>
              <a:gd name="connsiteX1" fmla="*/ 5741575 w 5741575"/>
              <a:gd name="connsiteY1" fmla="*/ 955271 h 955271"/>
              <a:gd name="connsiteX2" fmla="*/ 0 w 5741575"/>
              <a:gd name="connsiteY2" fmla="*/ 955271 h 955271"/>
              <a:gd name="connsiteX3" fmla="*/ 8558 w 5741575"/>
              <a:gd name="connsiteY3" fmla="*/ 953971 h 955271"/>
              <a:gd name="connsiteX4" fmla="*/ 16894 w 5741575"/>
              <a:gd name="connsiteY4" fmla="*/ 953847 h 955271"/>
              <a:gd name="connsiteX5" fmla="*/ 28156 w 5741575"/>
              <a:gd name="connsiteY5" fmla="*/ 951374 h 955271"/>
              <a:gd name="connsiteX6" fmla="*/ 28293 w 5741575"/>
              <a:gd name="connsiteY6" fmla="*/ 950971 h 955271"/>
              <a:gd name="connsiteX7" fmla="*/ 39115 w 5741575"/>
              <a:gd name="connsiteY7" fmla="*/ 949326 h 955271"/>
              <a:gd name="connsiteX8" fmla="*/ 93851 w 5741575"/>
              <a:gd name="connsiteY8" fmla="*/ 945611 h 955271"/>
              <a:gd name="connsiteX9" fmla="*/ 148657 w 5741575"/>
              <a:gd name="connsiteY9" fmla="*/ 898134 h 955271"/>
              <a:gd name="connsiteX10" fmla="*/ 174554 w 5741575"/>
              <a:gd name="connsiteY10" fmla="*/ 886351 h 955271"/>
              <a:gd name="connsiteX11" fmla="*/ 187633 w 5741575"/>
              <a:gd name="connsiteY11" fmla="*/ 878226 h 955271"/>
              <a:gd name="connsiteX12" fmla="*/ 187961 w 5741575"/>
              <a:gd name="connsiteY12" fmla="*/ 876538 h 955271"/>
              <a:gd name="connsiteX13" fmla="*/ 240501 w 5741575"/>
              <a:gd name="connsiteY13" fmla="*/ 873150 h 955271"/>
              <a:gd name="connsiteX14" fmla="*/ 246345 w 5741575"/>
              <a:gd name="connsiteY14" fmla="*/ 869942 h 955271"/>
              <a:gd name="connsiteX15" fmla="*/ 282041 w 5741575"/>
              <a:gd name="connsiteY15" fmla="*/ 871263 h 955271"/>
              <a:gd name="connsiteX16" fmla="*/ 299711 w 5741575"/>
              <a:gd name="connsiteY16" fmla="*/ 870064 h 955271"/>
              <a:gd name="connsiteX17" fmla="*/ 306299 w 5741575"/>
              <a:gd name="connsiteY17" fmla="*/ 873609 h 955271"/>
              <a:gd name="connsiteX18" fmla="*/ 331571 w 5741575"/>
              <a:gd name="connsiteY18" fmla="*/ 869866 h 955271"/>
              <a:gd name="connsiteX19" fmla="*/ 333872 w 5741575"/>
              <a:gd name="connsiteY19" fmla="*/ 867971 h 955271"/>
              <a:gd name="connsiteX20" fmla="*/ 356953 w 5741575"/>
              <a:gd name="connsiteY20" fmla="*/ 870334 h 955271"/>
              <a:gd name="connsiteX21" fmla="*/ 570239 w 5741575"/>
              <a:gd name="connsiteY21" fmla="*/ 829596 h 955271"/>
              <a:gd name="connsiteX22" fmla="*/ 787156 w 5741575"/>
              <a:gd name="connsiteY22" fmla="*/ 838447 h 955271"/>
              <a:gd name="connsiteX23" fmla="*/ 948872 w 5741575"/>
              <a:gd name="connsiteY23" fmla="*/ 772201 h 955271"/>
              <a:gd name="connsiteX24" fmla="*/ 1127089 w 5741575"/>
              <a:gd name="connsiteY24" fmla="*/ 746926 h 955271"/>
              <a:gd name="connsiteX25" fmla="*/ 1280768 w 5741575"/>
              <a:gd name="connsiteY25" fmla="*/ 699122 h 955271"/>
              <a:gd name="connsiteX26" fmla="*/ 1352027 w 5741575"/>
              <a:gd name="connsiteY26" fmla="*/ 704323 h 955271"/>
              <a:gd name="connsiteX27" fmla="*/ 1374314 w 5741575"/>
              <a:gd name="connsiteY27" fmla="*/ 688815 h 955271"/>
              <a:gd name="connsiteX28" fmla="*/ 1378034 w 5741575"/>
              <a:gd name="connsiteY28" fmla="*/ 685842 h 955271"/>
              <a:gd name="connsiteX29" fmla="*/ 1395604 w 5741575"/>
              <a:gd name="connsiteY29" fmla="*/ 680460 h 955271"/>
              <a:gd name="connsiteX30" fmla="*/ 1397206 w 5741575"/>
              <a:gd name="connsiteY30" fmla="*/ 670793 h 955271"/>
              <a:gd name="connsiteX31" fmla="*/ 1421250 w 5741575"/>
              <a:gd name="connsiteY31" fmla="*/ 656855 h 955271"/>
              <a:gd name="connsiteX32" fmla="*/ 1454524 w 5741575"/>
              <a:gd name="connsiteY32" fmla="*/ 649224 h 955271"/>
              <a:gd name="connsiteX33" fmla="*/ 1616217 w 5741575"/>
              <a:gd name="connsiteY33" fmla="*/ 622107 h 955271"/>
              <a:gd name="connsiteX34" fmla="*/ 1710928 w 5741575"/>
              <a:gd name="connsiteY34" fmla="*/ 600666 h 955271"/>
              <a:gd name="connsiteX35" fmla="*/ 1743718 w 5741575"/>
              <a:gd name="connsiteY35" fmla="*/ 584327 h 955271"/>
              <a:gd name="connsiteX36" fmla="*/ 1873778 w 5741575"/>
              <a:gd name="connsiteY36" fmla="*/ 530130 h 955271"/>
              <a:gd name="connsiteX37" fmla="*/ 1988411 w 5741575"/>
              <a:gd name="connsiteY37" fmla="*/ 491599 h 955271"/>
              <a:gd name="connsiteX38" fmla="*/ 2085507 w 5741575"/>
              <a:gd name="connsiteY38" fmla="*/ 498527 h 955271"/>
              <a:gd name="connsiteX39" fmla="*/ 2090767 w 5741575"/>
              <a:gd name="connsiteY39" fmla="*/ 490616 h 955271"/>
              <a:gd name="connsiteX40" fmla="*/ 2151143 w 5741575"/>
              <a:gd name="connsiteY40" fmla="*/ 478332 h 955271"/>
              <a:gd name="connsiteX41" fmla="*/ 2378710 w 5741575"/>
              <a:gd name="connsiteY41" fmla="*/ 477570 h 955271"/>
              <a:gd name="connsiteX42" fmla="*/ 2496256 w 5741575"/>
              <a:gd name="connsiteY42" fmla="*/ 452396 h 955271"/>
              <a:gd name="connsiteX43" fmla="*/ 2535387 w 5741575"/>
              <a:gd name="connsiteY43" fmla="*/ 436645 h 955271"/>
              <a:gd name="connsiteX44" fmla="*/ 2601109 w 5741575"/>
              <a:gd name="connsiteY44" fmla="*/ 410678 h 955271"/>
              <a:gd name="connsiteX45" fmla="*/ 2643855 w 5741575"/>
              <a:gd name="connsiteY45" fmla="*/ 374482 h 955271"/>
              <a:gd name="connsiteX46" fmla="*/ 2657726 w 5741575"/>
              <a:gd name="connsiteY46" fmla="*/ 365841 h 955271"/>
              <a:gd name="connsiteX47" fmla="*/ 2687125 w 5741575"/>
              <a:gd name="connsiteY47" fmla="*/ 366820 h 955271"/>
              <a:gd name="connsiteX48" fmla="*/ 2697479 w 5741575"/>
              <a:gd name="connsiteY48" fmla="*/ 361430 h 955271"/>
              <a:gd name="connsiteX49" fmla="*/ 2701547 w 5741575"/>
              <a:gd name="connsiteY49" fmla="*/ 361545 h 955271"/>
              <a:gd name="connsiteX50" fmla="*/ 2711054 w 5741575"/>
              <a:gd name="connsiteY50" fmla="*/ 360597 h 955271"/>
              <a:gd name="connsiteX51" fmla="*/ 2710438 w 5741575"/>
              <a:gd name="connsiteY51" fmla="*/ 366958 h 955271"/>
              <a:gd name="connsiteX52" fmla="*/ 2722936 w 5741575"/>
              <a:gd name="connsiteY52" fmla="*/ 377633 h 955271"/>
              <a:gd name="connsiteX53" fmla="*/ 2777227 w 5741575"/>
              <a:gd name="connsiteY53" fmla="*/ 368972 h 955271"/>
              <a:gd name="connsiteX54" fmla="*/ 2779510 w 5741575"/>
              <a:gd name="connsiteY54" fmla="*/ 361652 h 955271"/>
              <a:gd name="connsiteX55" fmla="*/ 2786278 w 5741575"/>
              <a:gd name="connsiteY55" fmla="*/ 359869 h 955271"/>
              <a:gd name="connsiteX56" fmla="*/ 2792101 w 5741575"/>
              <a:gd name="connsiteY56" fmla="*/ 365927 h 955271"/>
              <a:gd name="connsiteX57" fmla="*/ 2885545 w 5741575"/>
              <a:gd name="connsiteY57" fmla="*/ 372818 h 955271"/>
              <a:gd name="connsiteX58" fmla="*/ 3009558 w 5741575"/>
              <a:gd name="connsiteY58" fmla="*/ 370573 h 955271"/>
              <a:gd name="connsiteX59" fmla="*/ 3095010 w 5741575"/>
              <a:gd name="connsiteY59" fmla="*/ 332454 h 955271"/>
              <a:gd name="connsiteX60" fmla="*/ 3103742 w 5741575"/>
              <a:gd name="connsiteY60" fmla="*/ 337974 h 955271"/>
              <a:gd name="connsiteX61" fmla="*/ 3165093 w 5741575"/>
              <a:gd name="connsiteY61" fmla="*/ 329459 h 955271"/>
              <a:gd name="connsiteX62" fmla="*/ 3373785 w 5741575"/>
              <a:gd name="connsiteY62" fmla="*/ 255680 h 955271"/>
              <a:gd name="connsiteX63" fmla="*/ 3493851 w 5741575"/>
              <a:gd name="connsiteY63" fmla="*/ 240255 h 955271"/>
              <a:gd name="connsiteX64" fmla="*/ 3537470 w 5741575"/>
              <a:gd name="connsiteY64" fmla="*/ 241867 h 955271"/>
              <a:gd name="connsiteX65" fmla="*/ 3610489 w 5741575"/>
              <a:gd name="connsiteY65" fmla="*/ 244128 h 955271"/>
              <a:gd name="connsiteX66" fmla="*/ 3667539 w 5741575"/>
              <a:gd name="connsiteY66" fmla="*/ 263271 h 955271"/>
              <a:gd name="connsiteX67" fmla="*/ 3727614 w 5741575"/>
              <a:gd name="connsiteY67" fmla="*/ 258245 h 955271"/>
              <a:gd name="connsiteX68" fmla="*/ 3738369 w 5741575"/>
              <a:gd name="connsiteY68" fmla="*/ 234506 h 955271"/>
              <a:gd name="connsiteX69" fmla="*/ 3803670 w 5741575"/>
              <a:gd name="connsiteY69" fmla="*/ 236457 h 955271"/>
              <a:gd name="connsiteX70" fmla="*/ 3903080 w 5741575"/>
              <a:gd name="connsiteY70" fmla="*/ 241890 h 955271"/>
              <a:gd name="connsiteX71" fmla="*/ 4114838 w 5741575"/>
              <a:gd name="connsiteY71" fmla="*/ 238165 h 955271"/>
              <a:gd name="connsiteX72" fmla="*/ 4271023 w 5741575"/>
              <a:gd name="connsiteY72" fmla="*/ 241959 h 955271"/>
              <a:gd name="connsiteX73" fmla="*/ 4367397 w 5741575"/>
              <a:gd name="connsiteY73" fmla="*/ 271442 h 955271"/>
              <a:gd name="connsiteX74" fmla="*/ 4495366 w 5741575"/>
              <a:gd name="connsiteY74" fmla="*/ 271618 h 955271"/>
              <a:gd name="connsiteX75" fmla="*/ 4517347 w 5741575"/>
              <a:gd name="connsiteY75" fmla="*/ 275639 h 955271"/>
              <a:gd name="connsiteX76" fmla="*/ 4546116 w 5741575"/>
              <a:gd name="connsiteY76" fmla="*/ 268568 h 955271"/>
              <a:gd name="connsiteX77" fmla="*/ 4661259 w 5741575"/>
              <a:gd name="connsiteY77" fmla="*/ 238966 h 955271"/>
              <a:gd name="connsiteX78" fmla="*/ 4750403 w 5741575"/>
              <a:gd name="connsiteY78" fmla="*/ 204364 h 955271"/>
              <a:gd name="connsiteX79" fmla="*/ 4867614 w 5741575"/>
              <a:gd name="connsiteY79" fmla="*/ 208668 h 955271"/>
              <a:gd name="connsiteX80" fmla="*/ 4937036 w 5741575"/>
              <a:gd name="connsiteY80" fmla="*/ 195446 h 955271"/>
              <a:gd name="connsiteX81" fmla="*/ 5047626 w 5741575"/>
              <a:gd name="connsiteY81" fmla="*/ 149604 h 955271"/>
              <a:gd name="connsiteX82" fmla="*/ 5200247 w 5741575"/>
              <a:gd name="connsiteY82" fmla="*/ 142695 h 955271"/>
              <a:gd name="connsiteX83" fmla="*/ 5235691 w 5741575"/>
              <a:gd name="connsiteY83" fmla="*/ 173330 h 955271"/>
              <a:gd name="connsiteX84" fmla="*/ 5280133 w 5741575"/>
              <a:gd name="connsiteY84" fmla="*/ 189342 h 955271"/>
              <a:gd name="connsiteX85" fmla="*/ 5291963 w 5741575"/>
              <a:gd name="connsiteY85" fmla="*/ 139446 h 955271"/>
              <a:gd name="connsiteX86" fmla="*/ 5418472 w 5741575"/>
              <a:gd name="connsiteY86" fmla="*/ 89163 h 955271"/>
              <a:gd name="connsiteX87" fmla="*/ 5482354 w 5741575"/>
              <a:gd name="connsiteY87" fmla="*/ 69470 h 955271"/>
              <a:gd name="connsiteX88" fmla="*/ 5583280 w 5741575"/>
              <a:gd name="connsiteY88" fmla="*/ 49787 h 955271"/>
              <a:gd name="connsiteX89" fmla="*/ 5613766 w 5741575"/>
              <a:gd name="connsiteY89" fmla="*/ 41855 h 955271"/>
              <a:gd name="connsiteX90" fmla="*/ 5684952 w 5741575"/>
              <a:gd name="connsiteY90" fmla="*/ 26088 h 955271"/>
              <a:gd name="connsiteX91" fmla="*/ 5741575 w 5741575"/>
              <a:gd name="connsiteY91" fmla="*/ 0 h 955271"/>
              <a:gd name="connsiteX0" fmla="*/ 5741575 w 5741575"/>
              <a:gd name="connsiteY0" fmla="*/ 0 h 955271"/>
              <a:gd name="connsiteX1" fmla="*/ 5741575 w 5741575"/>
              <a:gd name="connsiteY1" fmla="*/ 955271 h 955271"/>
              <a:gd name="connsiteX2" fmla="*/ 0 w 5741575"/>
              <a:gd name="connsiteY2" fmla="*/ 955271 h 955271"/>
              <a:gd name="connsiteX3" fmla="*/ 8558 w 5741575"/>
              <a:gd name="connsiteY3" fmla="*/ 953971 h 955271"/>
              <a:gd name="connsiteX4" fmla="*/ 16894 w 5741575"/>
              <a:gd name="connsiteY4" fmla="*/ 953847 h 955271"/>
              <a:gd name="connsiteX5" fmla="*/ 28156 w 5741575"/>
              <a:gd name="connsiteY5" fmla="*/ 951374 h 955271"/>
              <a:gd name="connsiteX6" fmla="*/ 28293 w 5741575"/>
              <a:gd name="connsiteY6" fmla="*/ 950971 h 955271"/>
              <a:gd name="connsiteX7" fmla="*/ 39115 w 5741575"/>
              <a:gd name="connsiteY7" fmla="*/ 949326 h 955271"/>
              <a:gd name="connsiteX8" fmla="*/ 93851 w 5741575"/>
              <a:gd name="connsiteY8" fmla="*/ 945611 h 955271"/>
              <a:gd name="connsiteX9" fmla="*/ 148657 w 5741575"/>
              <a:gd name="connsiteY9" fmla="*/ 898134 h 955271"/>
              <a:gd name="connsiteX10" fmla="*/ 174554 w 5741575"/>
              <a:gd name="connsiteY10" fmla="*/ 886351 h 955271"/>
              <a:gd name="connsiteX11" fmla="*/ 187633 w 5741575"/>
              <a:gd name="connsiteY11" fmla="*/ 878226 h 955271"/>
              <a:gd name="connsiteX12" fmla="*/ 187961 w 5741575"/>
              <a:gd name="connsiteY12" fmla="*/ 876538 h 955271"/>
              <a:gd name="connsiteX13" fmla="*/ 240501 w 5741575"/>
              <a:gd name="connsiteY13" fmla="*/ 873150 h 955271"/>
              <a:gd name="connsiteX14" fmla="*/ 246345 w 5741575"/>
              <a:gd name="connsiteY14" fmla="*/ 869942 h 955271"/>
              <a:gd name="connsiteX15" fmla="*/ 282041 w 5741575"/>
              <a:gd name="connsiteY15" fmla="*/ 871263 h 955271"/>
              <a:gd name="connsiteX16" fmla="*/ 299711 w 5741575"/>
              <a:gd name="connsiteY16" fmla="*/ 870064 h 955271"/>
              <a:gd name="connsiteX17" fmla="*/ 306299 w 5741575"/>
              <a:gd name="connsiteY17" fmla="*/ 873609 h 955271"/>
              <a:gd name="connsiteX18" fmla="*/ 331571 w 5741575"/>
              <a:gd name="connsiteY18" fmla="*/ 869866 h 955271"/>
              <a:gd name="connsiteX19" fmla="*/ 333872 w 5741575"/>
              <a:gd name="connsiteY19" fmla="*/ 867971 h 955271"/>
              <a:gd name="connsiteX20" fmla="*/ 356953 w 5741575"/>
              <a:gd name="connsiteY20" fmla="*/ 870334 h 955271"/>
              <a:gd name="connsiteX21" fmla="*/ 570239 w 5741575"/>
              <a:gd name="connsiteY21" fmla="*/ 829596 h 955271"/>
              <a:gd name="connsiteX22" fmla="*/ 787156 w 5741575"/>
              <a:gd name="connsiteY22" fmla="*/ 838447 h 955271"/>
              <a:gd name="connsiteX23" fmla="*/ 948872 w 5741575"/>
              <a:gd name="connsiteY23" fmla="*/ 772201 h 955271"/>
              <a:gd name="connsiteX24" fmla="*/ 1127089 w 5741575"/>
              <a:gd name="connsiteY24" fmla="*/ 746926 h 955271"/>
              <a:gd name="connsiteX25" fmla="*/ 1220426 w 5741575"/>
              <a:gd name="connsiteY25" fmla="*/ 721810 h 955271"/>
              <a:gd name="connsiteX26" fmla="*/ 1352027 w 5741575"/>
              <a:gd name="connsiteY26" fmla="*/ 704323 h 955271"/>
              <a:gd name="connsiteX27" fmla="*/ 1374314 w 5741575"/>
              <a:gd name="connsiteY27" fmla="*/ 688815 h 955271"/>
              <a:gd name="connsiteX28" fmla="*/ 1378034 w 5741575"/>
              <a:gd name="connsiteY28" fmla="*/ 685842 h 955271"/>
              <a:gd name="connsiteX29" fmla="*/ 1395604 w 5741575"/>
              <a:gd name="connsiteY29" fmla="*/ 680460 h 955271"/>
              <a:gd name="connsiteX30" fmla="*/ 1397206 w 5741575"/>
              <a:gd name="connsiteY30" fmla="*/ 670793 h 955271"/>
              <a:gd name="connsiteX31" fmla="*/ 1421250 w 5741575"/>
              <a:gd name="connsiteY31" fmla="*/ 656855 h 955271"/>
              <a:gd name="connsiteX32" fmla="*/ 1454524 w 5741575"/>
              <a:gd name="connsiteY32" fmla="*/ 649224 h 955271"/>
              <a:gd name="connsiteX33" fmla="*/ 1616217 w 5741575"/>
              <a:gd name="connsiteY33" fmla="*/ 622107 h 955271"/>
              <a:gd name="connsiteX34" fmla="*/ 1710928 w 5741575"/>
              <a:gd name="connsiteY34" fmla="*/ 600666 h 955271"/>
              <a:gd name="connsiteX35" fmla="*/ 1743718 w 5741575"/>
              <a:gd name="connsiteY35" fmla="*/ 584327 h 955271"/>
              <a:gd name="connsiteX36" fmla="*/ 1873778 w 5741575"/>
              <a:gd name="connsiteY36" fmla="*/ 530130 h 955271"/>
              <a:gd name="connsiteX37" fmla="*/ 1988411 w 5741575"/>
              <a:gd name="connsiteY37" fmla="*/ 491599 h 955271"/>
              <a:gd name="connsiteX38" fmla="*/ 2085507 w 5741575"/>
              <a:gd name="connsiteY38" fmla="*/ 498527 h 955271"/>
              <a:gd name="connsiteX39" fmla="*/ 2090767 w 5741575"/>
              <a:gd name="connsiteY39" fmla="*/ 490616 h 955271"/>
              <a:gd name="connsiteX40" fmla="*/ 2151143 w 5741575"/>
              <a:gd name="connsiteY40" fmla="*/ 478332 h 955271"/>
              <a:gd name="connsiteX41" fmla="*/ 2378710 w 5741575"/>
              <a:gd name="connsiteY41" fmla="*/ 477570 h 955271"/>
              <a:gd name="connsiteX42" fmla="*/ 2496256 w 5741575"/>
              <a:gd name="connsiteY42" fmla="*/ 452396 h 955271"/>
              <a:gd name="connsiteX43" fmla="*/ 2535387 w 5741575"/>
              <a:gd name="connsiteY43" fmla="*/ 436645 h 955271"/>
              <a:gd name="connsiteX44" fmla="*/ 2601109 w 5741575"/>
              <a:gd name="connsiteY44" fmla="*/ 410678 h 955271"/>
              <a:gd name="connsiteX45" fmla="*/ 2643855 w 5741575"/>
              <a:gd name="connsiteY45" fmla="*/ 374482 h 955271"/>
              <a:gd name="connsiteX46" fmla="*/ 2657726 w 5741575"/>
              <a:gd name="connsiteY46" fmla="*/ 365841 h 955271"/>
              <a:gd name="connsiteX47" fmla="*/ 2687125 w 5741575"/>
              <a:gd name="connsiteY47" fmla="*/ 366820 h 955271"/>
              <a:gd name="connsiteX48" fmla="*/ 2697479 w 5741575"/>
              <a:gd name="connsiteY48" fmla="*/ 361430 h 955271"/>
              <a:gd name="connsiteX49" fmla="*/ 2701547 w 5741575"/>
              <a:gd name="connsiteY49" fmla="*/ 361545 h 955271"/>
              <a:gd name="connsiteX50" fmla="*/ 2711054 w 5741575"/>
              <a:gd name="connsiteY50" fmla="*/ 360597 h 955271"/>
              <a:gd name="connsiteX51" fmla="*/ 2710438 w 5741575"/>
              <a:gd name="connsiteY51" fmla="*/ 366958 h 955271"/>
              <a:gd name="connsiteX52" fmla="*/ 2722936 w 5741575"/>
              <a:gd name="connsiteY52" fmla="*/ 377633 h 955271"/>
              <a:gd name="connsiteX53" fmla="*/ 2777227 w 5741575"/>
              <a:gd name="connsiteY53" fmla="*/ 368972 h 955271"/>
              <a:gd name="connsiteX54" fmla="*/ 2779510 w 5741575"/>
              <a:gd name="connsiteY54" fmla="*/ 361652 h 955271"/>
              <a:gd name="connsiteX55" fmla="*/ 2786278 w 5741575"/>
              <a:gd name="connsiteY55" fmla="*/ 359869 h 955271"/>
              <a:gd name="connsiteX56" fmla="*/ 2792101 w 5741575"/>
              <a:gd name="connsiteY56" fmla="*/ 365927 h 955271"/>
              <a:gd name="connsiteX57" fmla="*/ 2885545 w 5741575"/>
              <a:gd name="connsiteY57" fmla="*/ 372818 h 955271"/>
              <a:gd name="connsiteX58" fmla="*/ 3009558 w 5741575"/>
              <a:gd name="connsiteY58" fmla="*/ 370573 h 955271"/>
              <a:gd name="connsiteX59" fmla="*/ 3095010 w 5741575"/>
              <a:gd name="connsiteY59" fmla="*/ 332454 h 955271"/>
              <a:gd name="connsiteX60" fmla="*/ 3103742 w 5741575"/>
              <a:gd name="connsiteY60" fmla="*/ 337974 h 955271"/>
              <a:gd name="connsiteX61" fmla="*/ 3165093 w 5741575"/>
              <a:gd name="connsiteY61" fmla="*/ 329459 h 955271"/>
              <a:gd name="connsiteX62" fmla="*/ 3373785 w 5741575"/>
              <a:gd name="connsiteY62" fmla="*/ 255680 h 955271"/>
              <a:gd name="connsiteX63" fmla="*/ 3493851 w 5741575"/>
              <a:gd name="connsiteY63" fmla="*/ 240255 h 955271"/>
              <a:gd name="connsiteX64" fmla="*/ 3537470 w 5741575"/>
              <a:gd name="connsiteY64" fmla="*/ 241867 h 955271"/>
              <a:gd name="connsiteX65" fmla="*/ 3610489 w 5741575"/>
              <a:gd name="connsiteY65" fmla="*/ 244128 h 955271"/>
              <a:gd name="connsiteX66" fmla="*/ 3667539 w 5741575"/>
              <a:gd name="connsiteY66" fmla="*/ 263271 h 955271"/>
              <a:gd name="connsiteX67" fmla="*/ 3727614 w 5741575"/>
              <a:gd name="connsiteY67" fmla="*/ 258245 h 955271"/>
              <a:gd name="connsiteX68" fmla="*/ 3738369 w 5741575"/>
              <a:gd name="connsiteY68" fmla="*/ 234506 h 955271"/>
              <a:gd name="connsiteX69" fmla="*/ 3803670 w 5741575"/>
              <a:gd name="connsiteY69" fmla="*/ 236457 h 955271"/>
              <a:gd name="connsiteX70" fmla="*/ 3903080 w 5741575"/>
              <a:gd name="connsiteY70" fmla="*/ 241890 h 955271"/>
              <a:gd name="connsiteX71" fmla="*/ 4114838 w 5741575"/>
              <a:gd name="connsiteY71" fmla="*/ 238165 h 955271"/>
              <a:gd name="connsiteX72" fmla="*/ 4271023 w 5741575"/>
              <a:gd name="connsiteY72" fmla="*/ 241959 h 955271"/>
              <a:gd name="connsiteX73" fmla="*/ 4367397 w 5741575"/>
              <a:gd name="connsiteY73" fmla="*/ 271442 h 955271"/>
              <a:gd name="connsiteX74" fmla="*/ 4495366 w 5741575"/>
              <a:gd name="connsiteY74" fmla="*/ 271618 h 955271"/>
              <a:gd name="connsiteX75" fmla="*/ 4517347 w 5741575"/>
              <a:gd name="connsiteY75" fmla="*/ 275639 h 955271"/>
              <a:gd name="connsiteX76" fmla="*/ 4546116 w 5741575"/>
              <a:gd name="connsiteY76" fmla="*/ 268568 h 955271"/>
              <a:gd name="connsiteX77" fmla="*/ 4661259 w 5741575"/>
              <a:gd name="connsiteY77" fmla="*/ 238966 h 955271"/>
              <a:gd name="connsiteX78" fmla="*/ 4750403 w 5741575"/>
              <a:gd name="connsiteY78" fmla="*/ 204364 h 955271"/>
              <a:gd name="connsiteX79" fmla="*/ 4867614 w 5741575"/>
              <a:gd name="connsiteY79" fmla="*/ 208668 h 955271"/>
              <a:gd name="connsiteX80" fmla="*/ 4937036 w 5741575"/>
              <a:gd name="connsiteY80" fmla="*/ 195446 h 955271"/>
              <a:gd name="connsiteX81" fmla="*/ 5047626 w 5741575"/>
              <a:gd name="connsiteY81" fmla="*/ 149604 h 955271"/>
              <a:gd name="connsiteX82" fmla="*/ 5200247 w 5741575"/>
              <a:gd name="connsiteY82" fmla="*/ 142695 h 955271"/>
              <a:gd name="connsiteX83" fmla="*/ 5235691 w 5741575"/>
              <a:gd name="connsiteY83" fmla="*/ 173330 h 955271"/>
              <a:gd name="connsiteX84" fmla="*/ 5280133 w 5741575"/>
              <a:gd name="connsiteY84" fmla="*/ 189342 h 955271"/>
              <a:gd name="connsiteX85" fmla="*/ 5291963 w 5741575"/>
              <a:gd name="connsiteY85" fmla="*/ 139446 h 955271"/>
              <a:gd name="connsiteX86" fmla="*/ 5418472 w 5741575"/>
              <a:gd name="connsiteY86" fmla="*/ 89163 h 955271"/>
              <a:gd name="connsiteX87" fmla="*/ 5482354 w 5741575"/>
              <a:gd name="connsiteY87" fmla="*/ 69470 h 955271"/>
              <a:gd name="connsiteX88" fmla="*/ 5583280 w 5741575"/>
              <a:gd name="connsiteY88" fmla="*/ 49787 h 955271"/>
              <a:gd name="connsiteX89" fmla="*/ 5613766 w 5741575"/>
              <a:gd name="connsiteY89" fmla="*/ 41855 h 955271"/>
              <a:gd name="connsiteX90" fmla="*/ 5684952 w 5741575"/>
              <a:gd name="connsiteY90" fmla="*/ 26088 h 955271"/>
              <a:gd name="connsiteX91" fmla="*/ 5741575 w 5741575"/>
              <a:gd name="connsiteY91" fmla="*/ 0 h 955271"/>
              <a:gd name="connsiteX0" fmla="*/ 5741575 w 5741575"/>
              <a:gd name="connsiteY0" fmla="*/ 0 h 955271"/>
              <a:gd name="connsiteX1" fmla="*/ 5741575 w 5741575"/>
              <a:gd name="connsiteY1" fmla="*/ 955271 h 955271"/>
              <a:gd name="connsiteX2" fmla="*/ 0 w 5741575"/>
              <a:gd name="connsiteY2" fmla="*/ 955271 h 955271"/>
              <a:gd name="connsiteX3" fmla="*/ 8558 w 5741575"/>
              <a:gd name="connsiteY3" fmla="*/ 953971 h 955271"/>
              <a:gd name="connsiteX4" fmla="*/ 16894 w 5741575"/>
              <a:gd name="connsiteY4" fmla="*/ 953847 h 955271"/>
              <a:gd name="connsiteX5" fmla="*/ 28156 w 5741575"/>
              <a:gd name="connsiteY5" fmla="*/ 951374 h 955271"/>
              <a:gd name="connsiteX6" fmla="*/ 28293 w 5741575"/>
              <a:gd name="connsiteY6" fmla="*/ 950971 h 955271"/>
              <a:gd name="connsiteX7" fmla="*/ 39115 w 5741575"/>
              <a:gd name="connsiteY7" fmla="*/ 949326 h 955271"/>
              <a:gd name="connsiteX8" fmla="*/ 93851 w 5741575"/>
              <a:gd name="connsiteY8" fmla="*/ 945611 h 955271"/>
              <a:gd name="connsiteX9" fmla="*/ 148657 w 5741575"/>
              <a:gd name="connsiteY9" fmla="*/ 898134 h 955271"/>
              <a:gd name="connsiteX10" fmla="*/ 174554 w 5741575"/>
              <a:gd name="connsiteY10" fmla="*/ 886351 h 955271"/>
              <a:gd name="connsiteX11" fmla="*/ 187633 w 5741575"/>
              <a:gd name="connsiteY11" fmla="*/ 878226 h 955271"/>
              <a:gd name="connsiteX12" fmla="*/ 187961 w 5741575"/>
              <a:gd name="connsiteY12" fmla="*/ 876538 h 955271"/>
              <a:gd name="connsiteX13" fmla="*/ 240501 w 5741575"/>
              <a:gd name="connsiteY13" fmla="*/ 873150 h 955271"/>
              <a:gd name="connsiteX14" fmla="*/ 246345 w 5741575"/>
              <a:gd name="connsiteY14" fmla="*/ 869942 h 955271"/>
              <a:gd name="connsiteX15" fmla="*/ 282041 w 5741575"/>
              <a:gd name="connsiteY15" fmla="*/ 871263 h 955271"/>
              <a:gd name="connsiteX16" fmla="*/ 299711 w 5741575"/>
              <a:gd name="connsiteY16" fmla="*/ 870064 h 955271"/>
              <a:gd name="connsiteX17" fmla="*/ 306299 w 5741575"/>
              <a:gd name="connsiteY17" fmla="*/ 873609 h 955271"/>
              <a:gd name="connsiteX18" fmla="*/ 331571 w 5741575"/>
              <a:gd name="connsiteY18" fmla="*/ 869866 h 955271"/>
              <a:gd name="connsiteX19" fmla="*/ 333872 w 5741575"/>
              <a:gd name="connsiteY19" fmla="*/ 867971 h 955271"/>
              <a:gd name="connsiteX20" fmla="*/ 356953 w 5741575"/>
              <a:gd name="connsiteY20" fmla="*/ 870334 h 955271"/>
              <a:gd name="connsiteX21" fmla="*/ 570239 w 5741575"/>
              <a:gd name="connsiteY21" fmla="*/ 829596 h 955271"/>
              <a:gd name="connsiteX22" fmla="*/ 787156 w 5741575"/>
              <a:gd name="connsiteY22" fmla="*/ 838447 h 955271"/>
              <a:gd name="connsiteX23" fmla="*/ 948872 w 5741575"/>
              <a:gd name="connsiteY23" fmla="*/ 772201 h 955271"/>
              <a:gd name="connsiteX24" fmla="*/ 1127089 w 5741575"/>
              <a:gd name="connsiteY24" fmla="*/ 746926 h 955271"/>
              <a:gd name="connsiteX25" fmla="*/ 1220426 w 5741575"/>
              <a:gd name="connsiteY25" fmla="*/ 721810 h 955271"/>
              <a:gd name="connsiteX26" fmla="*/ 1306771 w 5741575"/>
              <a:gd name="connsiteY26" fmla="*/ 717936 h 955271"/>
              <a:gd name="connsiteX27" fmla="*/ 1374314 w 5741575"/>
              <a:gd name="connsiteY27" fmla="*/ 688815 h 955271"/>
              <a:gd name="connsiteX28" fmla="*/ 1378034 w 5741575"/>
              <a:gd name="connsiteY28" fmla="*/ 685842 h 955271"/>
              <a:gd name="connsiteX29" fmla="*/ 1395604 w 5741575"/>
              <a:gd name="connsiteY29" fmla="*/ 680460 h 955271"/>
              <a:gd name="connsiteX30" fmla="*/ 1397206 w 5741575"/>
              <a:gd name="connsiteY30" fmla="*/ 670793 h 955271"/>
              <a:gd name="connsiteX31" fmla="*/ 1421250 w 5741575"/>
              <a:gd name="connsiteY31" fmla="*/ 656855 h 955271"/>
              <a:gd name="connsiteX32" fmla="*/ 1454524 w 5741575"/>
              <a:gd name="connsiteY32" fmla="*/ 649224 h 955271"/>
              <a:gd name="connsiteX33" fmla="*/ 1616217 w 5741575"/>
              <a:gd name="connsiteY33" fmla="*/ 622107 h 955271"/>
              <a:gd name="connsiteX34" fmla="*/ 1710928 w 5741575"/>
              <a:gd name="connsiteY34" fmla="*/ 600666 h 955271"/>
              <a:gd name="connsiteX35" fmla="*/ 1743718 w 5741575"/>
              <a:gd name="connsiteY35" fmla="*/ 584327 h 955271"/>
              <a:gd name="connsiteX36" fmla="*/ 1873778 w 5741575"/>
              <a:gd name="connsiteY36" fmla="*/ 530130 h 955271"/>
              <a:gd name="connsiteX37" fmla="*/ 1988411 w 5741575"/>
              <a:gd name="connsiteY37" fmla="*/ 491599 h 955271"/>
              <a:gd name="connsiteX38" fmla="*/ 2085507 w 5741575"/>
              <a:gd name="connsiteY38" fmla="*/ 498527 h 955271"/>
              <a:gd name="connsiteX39" fmla="*/ 2090767 w 5741575"/>
              <a:gd name="connsiteY39" fmla="*/ 490616 h 955271"/>
              <a:gd name="connsiteX40" fmla="*/ 2151143 w 5741575"/>
              <a:gd name="connsiteY40" fmla="*/ 478332 h 955271"/>
              <a:gd name="connsiteX41" fmla="*/ 2378710 w 5741575"/>
              <a:gd name="connsiteY41" fmla="*/ 477570 h 955271"/>
              <a:gd name="connsiteX42" fmla="*/ 2496256 w 5741575"/>
              <a:gd name="connsiteY42" fmla="*/ 452396 h 955271"/>
              <a:gd name="connsiteX43" fmla="*/ 2535387 w 5741575"/>
              <a:gd name="connsiteY43" fmla="*/ 436645 h 955271"/>
              <a:gd name="connsiteX44" fmla="*/ 2601109 w 5741575"/>
              <a:gd name="connsiteY44" fmla="*/ 410678 h 955271"/>
              <a:gd name="connsiteX45" fmla="*/ 2643855 w 5741575"/>
              <a:gd name="connsiteY45" fmla="*/ 374482 h 955271"/>
              <a:gd name="connsiteX46" fmla="*/ 2657726 w 5741575"/>
              <a:gd name="connsiteY46" fmla="*/ 365841 h 955271"/>
              <a:gd name="connsiteX47" fmla="*/ 2687125 w 5741575"/>
              <a:gd name="connsiteY47" fmla="*/ 366820 h 955271"/>
              <a:gd name="connsiteX48" fmla="*/ 2697479 w 5741575"/>
              <a:gd name="connsiteY48" fmla="*/ 361430 h 955271"/>
              <a:gd name="connsiteX49" fmla="*/ 2701547 w 5741575"/>
              <a:gd name="connsiteY49" fmla="*/ 361545 h 955271"/>
              <a:gd name="connsiteX50" fmla="*/ 2711054 w 5741575"/>
              <a:gd name="connsiteY50" fmla="*/ 360597 h 955271"/>
              <a:gd name="connsiteX51" fmla="*/ 2710438 w 5741575"/>
              <a:gd name="connsiteY51" fmla="*/ 366958 h 955271"/>
              <a:gd name="connsiteX52" fmla="*/ 2722936 w 5741575"/>
              <a:gd name="connsiteY52" fmla="*/ 377633 h 955271"/>
              <a:gd name="connsiteX53" fmla="*/ 2777227 w 5741575"/>
              <a:gd name="connsiteY53" fmla="*/ 368972 h 955271"/>
              <a:gd name="connsiteX54" fmla="*/ 2779510 w 5741575"/>
              <a:gd name="connsiteY54" fmla="*/ 361652 h 955271"/>
              <a:gd name="connsiteX55" fmla="*/ 2786278 w 5741575"/>
              <a:gd name="connsiteY55" fmla="*/ 359869 h 955271"/>
              <a:gd name="connsiteX56" fmla="*/ 2792101 w 5741575"/>
              <a:gd name="connsiteY56" fmla="*/ 365927 h 955271"/>
              <a:gd name="connsiteX57" fmla="*/ 2885545 w 5741575"/>
              <a:gd name="connsiteY57" fmla="*/ 372818 h 955271"/>
              <a:gd name="connsiteX58" fmla="*/ 3009558 w 5741575"/>
              <a:gd name="connsiteY58" fmla="*/ 370573 h 955271"/>
              <a:gd name="connsiteX59" fmla="*/ 3095010 w 5741575"/>
              <a:gd name="connsiteY59" fmla="*/ 332454 h 955271"/>
              <a:gd name="connsiteX60" fmla="*/ 3103742 w 5741575"/>
              <a:gd name="connsiteY60" fmla="*/ 337974 h 955271"/>
              <a:gd name="connsiteX61" fmla="*/ 3165093 w 5741575"/>
              <a:gd name="connsiteY61" fmla="*/ 329459 h 955271"/>
              <a:gd name="connsiteX62" fmla="*/ 3373785 w 5741575"/>
              <a:gd name="connsiteY62" fmla="*/ 255680 h 955271"/>
              <a:gd name="connsiteX63" fmla="*/ 3493851 w 5741575"/>
              <a:gd name="connsiteY63" fmla="*/ 240255 h 955271"/>
              <a:gd name="connsiteX64" fmla="*/ 3537470 w 5741575"/>
              <a:gd name="connsiteY64" fmla="*/ 241867 h 955271"/>
              <a:gd name="connsiteX65" fmla="*/ 3610489 w 5741575"/>
              <a:gd name="connsiteY65" fmla="*/ 244128 h 955271"/>
              <a:gd name="connsiteX66" fmla="*/ 3667539 w 5741575"/>
              <a:gd name="connsiteY66" fmla="*/ 263271 h 955271"/>
              <a:gd name="connsiteX67" fmla="*/ 3727614 w 5741575"/>
              <a:gd name="connsiteY67" fmla="*/ 258245 h 955271"/>
              <a:gd name="connsiteX68" fmla="*/ 3738369 w 5741575"/>
              <a:gd name="connsiteY68" fmla="*/ 234506 h 955271"/>
              <a:gd name="connsiteX69" fmla="*/ 3803670 w 5741575"/>
              <a:gd name="connsiteY69" fmla="*/ 236457 h 955271"/>
              <a:gd name="connsiteX70" fmla="*/ 3903080 w 5741575"/>
              <a:gd name="connsiteY70" fmla="*/ 241890 h 955271"/>
              <a:gd name="connsiteX71" fmla="*/ 4114838 w 5741575"/>
              <a:gd name="connsiteY71" fmla="*/ 238165 h 955271"/>
              <a:gd name="connsiteX72" fmla="*/ 4271023 w 5741575"/>
              <a:gd name="connsiteY72" fmla="*/ 241959 h 955271"/>
              <a:gd name="connsiteX73" fmla="*/ 4367397 w 5741575"/>
              <a:gd name="connsiteY73" fmla="*/ 271442 h 955271"/>
              <a:gd name="connsiteX74" fmla="*/ 4495366 w 5741575"/>
              <a:gd name="connsiteY74" fmla="*/ 271618 h 955271"/>
              <a:gd name="connsiteX75" fmla="*/ 4517347 w 5741575"/>
              <a:gd name="connsiteY75" fmla="*/ 275639 h 955271"/>
              <a:gd name="connsiteX76" fmla="*/ 4546116 w 5741575"/>
              <a:gd name="connsiteY76" fmla="*/ 268568 h 955271"/>
              <a:gd name="connsiteX77" fmla="*/ 4661259 w 5741575"/>
              <a:gd name="connsiteY77" fmla="*/ 238966 h 955271"/>
              <a:gd name="connsiteX78" fmla="*/ 4750403 w 5741575"/>
              <a:gd name="connsiteY78" fmla="*/ 204364 h 955271"/>
              <a:gd name="connsiteX79" fmla="*/ 4867614 w 5741575"/>
              <a:gd name="connsiteY79" fmla="*/ 208668 h 955271"/>
              <a:gd name="connsiteX80" fmla="*/ 4937036 w 5741575"/>
              <a:gd name="connsiteY80" fmla="*/ 195446 h 955271"/>
              <a:gd name="connsiteX81" fmla="*/ 5047626 w 5741575"/>
              <a:gd name="connsiteY81" fmla="*/ 149604 h 955271"/>
              <a:gd name="connsiteX82" fmla="*/ 5200247 w 5741575"/>
              <a:gd name="connsiteY82" fmla="*/ 142695 h 955271"/>
              <a:gd name="connsiteX83" fmla="*/ 5235691 w 5741575"/>
              <a:gd name="connsiteY83" fmla="*/ 173330 h 955271"/>
              <a:gd name="connsiteX84" fmla="*/ 5280133 w 5741575"/>
              <a:gd name="connsiteY84" fmla="*/ 189342 h 955271"/>
              <a:gd name="connsiteX85" fmla="*/ 5291963 w 5741575"/>
              <a:gd name="connsiteY85" fmla="*/ 139446 h 955271"/>
              <a:gd name="connsiteX86" fmla="*/ 5418472 w 5741575"/>
              <a:gd name="connsiteY86" fmla="*/ 89163 h 955271"/>
              <a:gd name="connsiteX87" fmla="*/ 5482354 w 5741575"/>
              <a:gd name="connsiteY87" fmla="*/ 69470 h 955271"/>
              <a:gd name="connsiteX88" fmla="*/ 5583280 w 5741575"/>
              <a:gd name="connsiteY88" fmla="*/ 49787 h 955271"/>
              <a:gd name="connsiteX89" fmla="*/ 5613766 w 5741575"/>
              <a:gd name="connsiteY89" fmla="*/ 41855 h 955271"/>
              <a:gd name="connsiteX90" fmla="*/ 5684952 w 5741575"/>
              <a:gd name="connsiteY90" fmla="*/ 26088 h 955271"/>
              <a:gd name="connsiteX91" fmla="*/ 5741575 w 5741575"/>
              <a:gd name="connsiteY91" fmla="*/ 0 h 955271"/>
              <a:gd name="connsiteX0" fmla="*/ 5741575 w 5741575"/>
              <a:gd name="connsiteY0" fmla="*/ 0 h 955271"/>
              <a:gd name="connsiteX1" fmla="*/ 5741575 w 5741575"/>
              <a:gd name="connsiteY1" fmla="*/ 955271 h 955271"/>
              <a:gd name="connsiteX2" fmla="*/ 0 w 5741575"/>
              <a:gd name="connsiteY2" fmla="*/ 955271 h 955271"/>
              <a:gd name="connsiteX3" fmla="*/ 8558 w 5741575"/>
              <a:gd name="connsiteY3" fmla="*/ 953971 h 955271"/>
              <a:gd name="connsiteX4" fmla="*/ 16894 w 5741575"/>
              <a:gd name="connsiteY4" fmla="*/ 953847 h 955271"/>
              <a:gd name="connsiteX5" fmla="*/ 28156 w 5741575"/>
              <a:gd name="connsiteY5" fmla="*/ 951374 h 955271"/>
              <a:gd name="connsiteX6" fmla="*/ 28293 w 5741575"/>
              <a:gd name="connsiteY6" fmla="*/ 950971 h 955271"/>
              <a:gd name="connsiteX7" fmla="*/ 39115 w 5741575"/>
              <a:gd name="connsiteY7" fmla="*/ 949326 h 955271"/>
              <a:gd name="connsiteX8" fmla="*/ 93851 w 5741575"/>
              <a:gd name="connsiteY8" fmla="*/ 945611 h 955271"/>
              <a:gd name="connsiteX9" fmla="*/ 148657 w 5741575"/>
              <a:gd name="connsiteY9" fmla="*/ 898134 h 955271"/>
              <a:gd name="connsiteX10" fmla="*/ 174554 w 5741575"/>
              <a:gd name="connsiteY10" fmla="*/ 886351 h 955271"/>
              <a:gd name="connsiteX11" fmla="*/ 187633 w 5741575"/>
              <a:gd name="connsiteY11" fmla="*/ 878226 h 955271"/>
              <a:gd name="connsiteX12" fmla="*/ 187961 w 5741575"/>
              <a:gd name="connsiteY12" fmla="*/ 876538 h 955271"/>
              <a:gd name="connsiteX13" fmla="*/ 240501 w 5741575"/>
              <a:gd name="connsiteY13" fmla="*/ 873150 h 955271"/>
              <a:gd name="connsiteX14" fmla="*/ 246345 w 5741575"/>
              <a:gd name="connsiteY14" fmla="*/ 869942 h 955271"/>
              <a:gd name="connsiteX15" fmla="*/ 282041 w 5741575"/>
              <a:gd name="connsiteY15" fmla="*/ 871263 h 955271"/>
              <a:gd name="connsiteX16" fmla="*/ 299711 w 5741575"/>
              <a:gd name="connsiteY16" fmla="*/ 870064 h 955271"/>
              <a:gd name="connsiteX17" fmla="*/ 306299 w 5741575"/>
              <a:gd name="connsiteY17" fmla="*/ 873609 h 955271"/>
              <a:gd name="connsiteX18" fmla="*/ 331571 w 5741575"/>
              <a:gd name="connsiteY18" fmla="*/ 869866 h 955271"/>
              <a:gd name="connsiteX19" fmla="*/ 333872 w 5741575"/>
              <a:gd name="connsiteY19" fmla="*/ 867971 h 955271"/>
              <a:gd name="connsiteX20" fmla="*/ 356953 w 5741575"/>
              <a:gd name="connsiteY20" fmla="*/ 870334 h 955271"/>
              <a:gd name="connsiteX21" fmla="*/ 570239 w 5741575"/>
              <a:gd name="connsiteY21" fmla="*/ 829596 h 955271"/>
              <a:gd name="connsiteX22" fmla="*/ 787156 w 5741575"/>
              <a:gd name="connsiteY22" fmla="*/ 838447 h 955271"/>
              <a:gd name="connsiteX23" fmla="*/ 948872 w 5741575"/>
              <a:gd name="connsiteY23" fmla="*/ 772201 h 955271"/>
              <a:gd name="connsiteX24" fmla="*/ 1127089 w 5741575"/>
              <a:gd name="connsiteY24" fmla="*/ 746926 h 955271"/>
              <a:gd name="connsiteX25" fmla="*/ 1220426 w 5741575"/>
              <a:gd name="connsiteY25" fmla="*/ 721810 h 955271"/>
              <a:gd name="connsiteX26" fmla="*/ 1306771 w 5741575"/>
              <a:gd name="connsiteY26" fmla="*/ 717936 h 955271"/>
              <a:gd name="connsiteX27" fmla="*/ 1374314 w 5741575"/>
              <a:gd name="connsiteY27" fmla="*/ 688815 h 955271"/>
              <a:gd name="connsiteX28" fmla="*/ 1378034 w 5741575"/>
              <a:gd name="connsiteY28" fmla="*/ 685842 h 955271"/>
              <a:gd name="connsiteX29" fmla="*/ 1395604 w 5741575"/>
              <a:gd name="connsiteY29" fmla="*/ 680460 h 955271"/>
              <a:gd name="connsiteX30" fmla="*/ 1397206 w 5741575"/>
              <a:gd name="connsiteY30" fmla="*/ 670793 h 955271"/>
              <a:gd name="connsiteX31" fmla="*/ 1421250 w 5741575"/>
              <a:gd name="connsiteY31" fmla="*/ 656855 h 955271"/>
              <a:gd name="connsiteX32" fmla="*/ 1454524 w 5741575"/>
              <a:gd name="connsiteY32" fmla="*/ 649224 h 955271"/>
              <a:gd name="connsiteX33" fmla="*/ 1616217 w 5741575"/>
              <a:gd name="connsiteY33" fmla="*/ 622107 h 955271"/>
              <a:gd name="connsiteX34" fmla="*/ 1710928 w 5741575"/>
              <a:gd name="connsiteY34" fmla="*/ 600666 h 955271"/>
              <a:gd name="connsiteX35" fmla="*/ 1743718 w 5741575"/>
              <a:gd name="connsiteY35" fmla="*/ 584327 h 955271"/>
              <a:gd name="connsiteX36" fmla="*/ 1873778 w 5741575"/>
              <a:gd name="connsiteY36" fmla="*/ 530130 h 955271"/>
              <a:gd name="connsiteX37" fmla="*/ 1988411 w 5741575"/>
              <a:gd name="connsiteY37" fmla="*/ 491599 h 955271"/>
              <a:gd name="connsiteX38" fmla="*/ 2085507 w 5741575"/>
              <a:gd name="connsiteY38" fmla="*/ 498527 h 955271"/>
              <a:gd name="connsiteX39" fmla="*/ 2090767 w 5741575"/>
              <a:gd name="connsiteY39" fmla="*/ 490616 h 955271"/>
              <a:gd name="connsiteX40" fmla="*/ 2151143 w 5741575"/>
              <a:gd name="connsiteY40" fmla="*/ 478332 h 955271"/>
              <a:gd name="connsiteX41" fmla="*/ 2378710 w 5741575"/>
              <a:gd name="connsiteY41" fmla="*/ 477570 h 955271"/>
              <a:gd name="connsiteX42" fmla="*/ 2496256 w 5741575"/>
              <a:gd name="connsiteY42" fmla="*/ 452396 h 955271"/>
              <a:gd name="connsiteX43" fmla="*/ 2535387 w 5741575"/>
              <a:gd name="connsiteY43" fmla="*/ 436645 h 955271"/>
              <a:gd name="connsiteX44" fmla="*/ 2601109 w 5741575"/>
              <a:gd name="connsiteY44" fmla="*/ 410678 h 955271"/>
              <a:gd name="connsiteX45" fmla="*/ 2643855 w 5741575"/>
              <a:gd name="connsiteY45" fmla="*/ 374482 h 955271"/>
              <a:gd name="connsiteX46" fmla="*/ 2657726 w 5741575"/>
              <a:gd name="connsiteY46" fmla="*/ 365841 h 955271"/>
              <a:gd name="connsiteX47" fmla="*/ 2687125 w 5741575"/>
              <a:gd name="connsiteY47" fmla="*/ 366820 h 955271"/>
              <a:gd name="connsiteX48" fmla="*/ 2697479 w 5741575"/>
              <a:gd name="connsiteY48" fmla="*/ 361430 h 955271"/>
              <a:gd name="connsiteX49" fmla="*/ 2701547 w 5741575"/>
              <a:gd name="connsiteY49" fmla="*/ 361545 h 955271"/>
              <a:gd name="connsiteX50" fmla="*/ 2711054 w 5741575"/>
              <a:gd name="connsiteY50" fmla="*/ 360597 h 955271"/>
              <a:gd name="connsiteX51" fmla="*/ 2710438 w 5741575"/>
              <a:gd name="connsiteY51" fmla="*/ 366958 h 955271"/>
              <a:gd name="connsiteX52" fmla="*/ 2722936 w 5741575"/>
              <a:gd name="connsiteY52" fmla="*/ 377633 h 955271"/>
              <a:gd name="connsiteX53" fmla="*/ 2777227 w 5741575"/>
              <a:gd name="connsiteY53" fmla="*/ 368972 h 955271"/>
              <a:gd name="connsiteX54" fmla="*/ 2779510 w 5741575"/>
              <a:gd name="connsiteY54" fmla="*/ 361652 h 955271"/>
              <a:gd name="connsiteX55" fmla="*/ 2786278 w 5741575"/>
              <a:gd name="connsiteY55" fmla="*/ 359869 h 955271"/>
              <a:gd name="connsiteX56" fmla="*/ 2792101 w 5741575"/>
              <a:gd name="connsiteY56" fmla="*/ 365927 h 955271"/>
              <a:gd name="connsiteX57" fmla="*/ 2885545 w 5741575"/>
              <a:gd name="connsiteY57" fmla="*/ 372818 h 955271"/>
              <a:gd name="connsiteX58" fmla="*/ 3009558 w 5741575"/>
              <a:gd name="connsiteY58" fmla="*/ 370573 h 955271"/>
              <a:gd name="connsiteX59" fmla="*/ 3095010 w 5741575"/>
              <a:gd name="connsiteY59" fmla="*/ 332454 h 955271"/>
              <a:gd name="connsiteX60" fmla="*/ 3103742 w 5741575"/>
              <a:gd name="connsiteY60" fmla="*/ 337974 h 955271"/>
              <a:gd name="connsiteX61" fmla="*/ 3165093 w 5741575"/>
              <a:gd name="connsiteY61" fmla="*/ 329459 h 955271"/>
              <a:gd name="connsiteX62" fmla="*/ 3373785 w 5741575"/>
              <a:gd name="connsiteY62" fmla="*/ 255680 h 955271"/>
              <a:gd name="connsiteX63" fmla="*/ 3493851 w 5741575"/>
              <a:gd name="connsiteY63" fmla="*/ 240255 h 955271"/>
              <a:gd name="connsiteX64" fmla="*/ 3537470 w 5741575"/>
              <a:gd name="connsiteY64" fmla="*/ 241867 h 955271"/>
              <a:gd name="connsiteX65" fmla="*/ 3610489 w 5741575"/>
              <a:gd name="connsiteY65" fmla="*/ 244128 h 955271"/>
              <a:gd name="connsiteX66" fmla="*/ 3667539 w 5741575"/>
              <a:gd name="connsiteY66" fmla="*/ 263271 h 955271"/>
              <a:gd name="connsiteX67" fmla="*/ 3727614 w 5741575"/>
              <a:gd name="connsiteY67" fmla="*/ 258245 h 955271"/>
              <a:gd name="connsiteX68" fmla="*/ 3738369 w 5741575"/>
              <a:gd name="connsiteY68" fmla="*/ 234506 h 955271"/>
              <a:gd name="connsiteX69" fmla="*/ 3803670 w 5741575"/>
              <a:gd name="connsiteY69" fmla="*/ 236457 h 955271"/>
              <a:gd name="connsiteX70" fmla="*/ 3903080 w 5741575"/>
              <a:gd name="connsiteY70" fmla="*/ 241890 h 955271"/>
              <a:gd name="connsiteX71" fmla="*/ 4114838 w 5741575"/>
              <a:gd name="connsiteY71" fmla="*/ 238165 h 955271"/>
              <a:gd name="connsiteX72" fmla="*/ 4271023 w 5741575"/>
              <a:gd name="connsiteY72" fmla="*/ 241959 h 955271"/>
              <a:gd name="connsiteX73" fmla="*/ 4367397 w 5741575"/>
              <a:gd name="connsiteY73" fmla="*/ 271442 h 955271"/>
              <a:gd name="connsiteX74" fmla="*/ 4495366 w 5741575"/>
              <a:gd name="connsiteY74" fmla="*/ 271618 h 955271"/>
              <a:gd name="connsiteX75" fmla="*/ 4517347 w 5741575"/>
              <a:gd name="connsiteY75" fmla="*/ 275639 h 955271"/>
              <a:gd name="connsiteX76" fmla="*/ 4546116 w 5741575"/>
              <a:gd name="connsiteY76" fmla="*/ 268568 h 955271"/>
              <a:gd name="connsiteX77" fmla="*/ 4661259 w 5741575"/>
              <a:gd name="connsiteY77" fmla="*/ 238966 h 955271"/>
              <a:gd name="connsiteX78" fmla="*/ 4750403 w 5741575"/>
              <a:gd name="connsiteY78" fmla="*/ 204364 h 955271"/>
              <a:gd name="connsiteX79" fmla="*/ 4867614 w 5741575"/>
              <a:gd name="connsiteY79" fmla="*/ 208668 h 955271"/>
              <a:gd name="connsiteX80" fmla="*/ 4937036 w 5741575"/>
              <a:gd name="connsiteY80" fmla="*/ 195446 h 955271"/>
              <a:gd name="connsiteX81" fmla="*/ 5047626 w 5741575"/>
              <a:gd name="connsiteY81" fmla="*/ 149604 h 955271"/>
              <a:gd name="connsiteX82" fmla="*/ 5200247 w 5741575"/>
              <a:gd name="connsiteY82" fmla="*/ 142695 h 955271"/>
              <a:gd name="connsiteX83" fmla="*/ 5235691 w 5741575"/>
              <a:gd name="connsiteY83" fmla="*/ 173330 h 955271"/>
              <a:gd name="connsiteX84" fmla="*/ 5280133 w 5741575"/>
              <a:gd name="connsiteY84" fmla="*/ 189342 h 955271"/>
              <a:gd name="connsiteX85" fmla="*/ 5291963 w 5741575"/>
              <a:gd name="connsiteY85" fmla="*/ 139446 h 955271"/>
              <a:gd name="connsiteX86" fmla="*/ 5418472 w 5741575"/>
              <a:gd name="connsiteY86" fmla="*/ 89163 h 955271"/>
              <a:gd name="connsiteX87" fmla="*/ 5482354 w 5741575"/>
              <a:gd name="connsiteY87" fmla="*/ 69470 h 955271"/>
              <a:gd name="connsiteX88" fmla="*/ 5583280 w 5741575"/>
              <a:gd name="connsiteY88" fmla="*/ 49787 h 955271"/>
              <a:gd name="connsiteX89" fmla="*/ 5613766 w 5741575"/>
              <a:gd name="connsiteY89" fmla="*/ 41855 h 955271"/>
              <a:gd name="connsiteX90" fmla="*/ 5684952 w 5741575"/>
              <a:gd name="connsiteY90" fmla="*/ 26088 h 955271"/>
              <a:gd name="connsiteX91" fmla="*/ 5741575 w 5741575"/>
              <a:gd name="connsiteY91" fmla="*/ 0 h 955271"/>
              <a:gd name="connsiteX0" fmla="*/ 5741575 w 5741575"/>
              <a:gd name="connsiteY0" fmla="*/ 0 h 955271"/>
              <a:gd name="connsiteX1" fmla="*/ 5741575 w 5741575"/>
              <a:gd name="connsiteY1" fmla="*/ 955271 h 955271"/>
              <a:gd name="connsiteX2" fmla="*/ 0 w 5741575"/>
              <a:gd name="connsiteY2" fmla="*/ 955271 h 955271"/>
              <a:gd name="connsiteX3" fmla="*/ 8558 w 5741575"/>
              <a:gd name="connsiteY3" fmla="*/ 953971 h 955271"/>
              <a:gd name="connsiteX4" fmla="*/ 16894 w 5741575"/>
              <a:gd name="connsiteY4" fmla="*/ 953847 h 955271"/>
              <a:gd name="connsiteX5" fmla="*/ 28156 w 5741575"/>
              <a:gd name="connsiteY5" fmla="*/ 951374 h 955271"/>
              <a:gd name="connsiteX6" fmla="*/ 28293 w 5741575"/>
              <a:gd name="connsiteY6" fmla="*/ 950971 h 955271"/>
              <a:gd name="connsiteX7" fmla="*/ 39115 w 5741575"/>
              <a:gd name="connsiteY7" fmla="*/ 949326 h 955271"/>
              <a:gd name="connsiteX8" fmla="*/ 93851 w 5741575"/>
              <a:gd name="connsiteY8" fmla="*/ 945611 h 955271"/>
              <a:gd name="connsiteX9" fmla="*/ 148657 w 5741575"/>
              <a:gd name="connsiteY9" fmla="*/ 898134 h 955271"/>
              <a:gd name="connsiteX10" fmla="*/ 174554 w 5741575"/>
              <a:gd name="connsiteY10" fmla="*/ 886351 h 955271"/>
              <a:gd name="connsiteX11" fmla="*/ 187633 w 5741575"/>
              <a:gd name="connsiteY11" fmla="*/ 878226 h 955271"/>
              <a:gd name="connsiteX12" fmla="*/ 187961 w 5741575"/>
              <a:gd name="connsiteY12" fmla="*/ 876538 h 955271"/>
              <a:gd name="connsiteX13" fmla="*/ 240501 w 5741575"/>
              <a:gd name="connsiteY13" fmla="*/ 873150 h 955271"/>
              <a:gd name="connsiteX14" fmla="*/ 246345 w 5741575"/>
              <a:gd name="connsiteY14" fmla="*/ 869942 h 955271"/>
              <a:gd name="connsiteX15" fmla="*/ 282041 w 5741575"/>
              <a:gd name="connsiteY15" fmla="*/ 871263 h 955271"/>
              <a:gd name="connsiteX16" fmla="*/ 299711 w 5741575"/>
              <a:gd name="connsiteY16" fmla="*/ 870064 h 955271"/>
              <a:gd name="connsiteX17" fmla="*/ 306299 w 5741575"/>
              <a:gd name="connsiteY17" fmla="*/ 873609 h 955271"/>
              <a:gd name="connsiteX18" fmla="*/ 331571 w 5741575"/>
              <a:gd name="connsiteY18" fmla="*/ 869866 h 955271"/>
              <a:gd name="connsiteX19" fmla="*/ 333872 w 5741575"/>
              <a:gd name="connsiteY19" fmla="*/ 867971 h 955271"/>
              <a:gd name="connsiteX20" fmla="*/ 477637 w 5741575"/>
              <a:gd name="connsiteY20" fmla="*/ 870334 h 955271"/>
              <a:gd name="connsiteX21" fmla="*/ 570239 w 5741575"/>
              <a:gd name="connsiteY21" fmla="*/ 829596 h 955271"/>
              <a:gd name="connsiteX22" fmla="*/ 787156 w 5741575"/>
              <a:gd name="connsiteY22" fmla="*/ 838447 h 955271"/>
              <a:gd name="connsiteX23" fmla="*/ 948872 w 5741575"/>
              <a:gd name="connsiteY23" fmla="*/ 772201 h 955271"/>
              <a:gd name="connsiteX24" fmla="*/ 1127089 w 5741575"/>
              <a:gd name="connsiteY24" fmla="*/ 746926 h 955271"/>
              <a:gd name="connsiteX25" fmla="*/ 1220426 w 5741575"/>
              <a:gd name="connsiteY25" fmla="*/ 721810 h 955271"/>
              <a:gd name="connsiteX26" fmla="*/ 1306771 w 5741575"/>
              <a:gd name="connsiteY26" fmla="*/ 717936 h 955271"/>
              <a:gd name="connsiteX27" fmla="*/ 1374314 w 5741575"/>
              <a:gd name="connsiteY27" fmla="*/ 688815 h 955271"/>
              <a:gd name="connsiteX28" fmla="*/ 1378034 w 5741575"/>
              <a:gd name="connsiteY28" fmla="*/ 685842 h 955271"/>
              <a:gd name="connsiteX29" fmla="*/ 1395604 w 5741575"/>
              <a:gd name="connsiteY29" fmla="*/ 680460 h 955271"/>
              <a:gd name="connsiteX30" fmla="*/ 1397206 w 5741575"/>
              <a:gd name="connsiteY30" fmla="*/ 670793 h 955271"/>
              <a:gd name="connsiteX31" fmla="*/ 1421250 w 5741575"/>
              <a:gd name="connsiteY31" fmla="*/ 656855 h 955271"/>
              <a:gd name="connsiteX32" fmla="*/ 1454524 w 5741575"/>
              <a:gd name="connsiteY32" fmla="*/ 649224 h 955271"/>
              <a:gd name="connsiteX33" fmla="*/ 1616217 w 5741575"/>
              <a:gd name="connsiteY33" fmla="*/ 622107 h 955271"/>
              <a:gd name="connsiteX34" fmla="*/ 1710928 w 5741575"/>
              <a:gd name="connsiteY34" fmla="*/ 600666 h 955271"/>
              <a:gd name="connsiteX35" fmla="*/ 1743718 w 5741575"/>
              <a:gd name="connsiteY35" fmla="*/ 584327 h 955271"/>
              <a:gd name="connsiteX36" fmla="*/ 1873778 w 5741575"/>
              <a:gd name="connsiteY36" fmla="*/ 530130 h 955271"/>
              <a:gd name="connsiteX37" fmla="*/ 1988411 w 5741575"/>
              <a:gd name="connsiteY37" fmla="*/ 491599 h 955271"/>
              <a:gd name="connsiteX38" fmla="*/ 2085507 w 5741575"/>
              <a:gd name="connsiteY38" fmla="*/ 498527 h 955271"/>
              <a:gd name="connsiteX39" fmla="*/ 2090767 w 5741575"/>
              <a:gd name="connsiteY39" fmla="*/ 490616 h 955271"/>
              <a:gd name="connsiteX40" fmla="*/ 2151143 w 5741575"/>
              <a:gd name="connsiteY40" fmla="*/ 478332 h 955271"/>
              <a:gd name="connsiteX41" fmla="*/ 2378710 w 5741575"/>
              <a:gd name="connsiteY41" fmla="*/ 477570 h 955271"/>
              <a:gd name="connsiteX42" fmla="*/ 2496256 w 5741575"/>
              <a:gd name="connsiteY42" fmla="*/ 452396 h 955271"/>
              <a:gd name="connsiteX43" fmla="*/ 2535387 w 5741575"/>
              <a:gd name="connsiteY43" fmla="*/ 436645 h 955271"/>
              <a:gd name="connsiteX44" fmla="*/ 2601109 w 5741575"/>
              <a:gd name="connsiteY44" fmla="*/ 410678 h 955271"/>
              <a:gd name="connsiteX45" fmla="*/ 2643855 w 5741575"/>
              <a:gd name="connsiteY45" fmla="*/ 374482 h 955271"/>
              <a:gd name="connsiteX46" fmla="*/ 2657726 w 5741575"/>
              <a:gd name="connsiteY46" fmla="*/ 365841 h 955271"/>
              <a:gd name="connsiteX47" fmla="*/ 2687125 w 5741575"/>
              <a:gd name="connsiteY47" fmla="*/ 366820 h 955271"/>
              <a:gd name="connsiteX48" fmla="*/ 2697479 w 5741575"/>
              <a:gd name="connsiteY48" fmla="*/ 361430 h 955271"/>
              <a:gd name="connsiteX49" fmla="*/ 2701547 w 5741575"/>
              <a:gd name="connsiteY49" fmla="*/ 361545 h 955271"/>
              <a:gd name="connsiteX50" fmla="*/ 2711054 w 5741575"/>
              <a:gd name="connsiteY50" fmla="*/ 360597 h 955271"/>
              <a:gd name="connsiteX51" fmla="*/ 2710438 w 5741575"/>
              <a:gd name="connsiteY51" fmla="*/ 366958 h 955271"/>
              <a:gd name="connsiteX52" fmla="*/ 2722936 w 5741575"/>
              <a:gd name="connsiteY52" fmla="*/ 377633 h 955271"/>
              <a:gd name="connsiteX53" fmla="*/ 2777227 w 5741575"/>
              <a:gd name="connsiteY53" fmla="*/ 368972 h 955271"/>
              <a:gd name="connsiteX54" fmla="*/ 2779510 w 5741575"/>
              <a:gd name="connsiteY54" fmla="*/ 361652 h 955271"/>
              <a:gd name="connsiteX55" fmla="*/ 2786278 w 5741575"/>
              <a:gd name="connsiteY55" fmla="*/ 359869 h 955271"/>
              <a:gd name="connsiteX56" fmla="*/ 2792101 w 5741575"/>
              <a:gd name="connsiteY56" fmla="*/ 365927 h 955271"/>
              <a:gd name="connsiteX57" fmla="*/ 2885545 w 5741575"/>
              <a:gd name="connsiteY57" fmla="*/ 372818 h 955271"/>
              <a:gd name="connsiteX58" fmla="*/ 3009558 w 5741575"/>
              <a:gd name="connsiteY58" fmla="*/ 370573 h 955271"/>
              <a:gd name="connsiteX59" fmla="*/ 3095010 w 5741575"/>
              <a:gd name="connsiteY59" fmla="*/ 332454 h 955271"/>
              <a:gd name="connsiteX60" fmla="*/ 3103742 w 5741575"/>
              <a:gd name="connsiteY60" fmla="*/ 337974 h 955271"/>
              <a:gd name="connsiteX61" fmla="*/ 3165093 w 5741575"/>
              <a:gd name="connsiteY61" fmla="*/ 329459 h 955271"/>
              <a:gd name="connsiteX62" fmla="*/ 3373785 w 5741575"/>
              <a:gd name="connsiteY62" fmla="*/ 255680 h 955271"/>
              <a:gd name="connsiteX63" fmla="*/ 3493851 w 5741575"/>
              <a:gd name="connsiteY63" fmla="*/ 240255 h 955271"/>
              <a:gd name="connsiteX64" fmla="*/ 3537470 w 5741575"/>
              <a:gd name="connsiteY64" fmla="*/ 241867 h 955271"/>
              <a:gd name="connsiteX65" fmla="*/ 3610489 w 5741575"/>
              <a:gd name="connsiteY65" fmla="*/ 244128 h 955271"/>
              <a:gd name="connsiteX66" fmla="*/ 3667539 w 5741575"/>
              <a:gd name="connsiteY66" fmla="*/ 263271 h 955271"/>
              <a:gd name="connsiteX67" fmla="*/ 3727614 w 5741575"/>
              <a:gd name="connsiteY67" fmla="*/ 258245 h 955271"/>
              <a:gd name="connsiteX68" fmla="*/ 3738369 w 5741575"/>
              <a:gd name="connsiteY68" fmla="*/ 234506 h 955271"/>
              <a:gd name="connsiteX69" fmla="*/ 3803670 w 5741575"/>
              <a:gd name="connsiteY69" fmla="*/ 236457 h 955271"/>
              <a:gd name="connsiteX70" fmla="*/ 3903080 w 5741575"/>
              <a:gd name="connsiteY70" fmla="*/ 241890 h 955271"/>
              <a:gd name="connsiteX71" fmla="*/ 4114838 w 5741575"/>
              <a:gd name="connsiteY71" fmla="*/ 238165 h 955271"/>
              <a:gd name="connsiteX72" fmla="*/ 4271023 w 5741575"/>
              <a:gd name="connsiteY72" fmla="*/ 241959 h 955271"/>
              <a:gd name="connsiteX73" fmla="*/ 4367397 w 5741575"/>
              <a:gd name="connsiteY73" fmla="*/ 271442 h 955271"/>
              <a:gd name="connsiteX74" fmla="*/ 4495366 w 5741575"/>
              <a:gd name="connsiteY74" fmla="*/ 271618 h 955271"/>
              <a:gd name="connsiteX75" fmla="*/ 4517347 w 5741575"/>
              <a:gd name="connsiteY75" fmla="*/ 275639 h 955271"/>
              <a:gd name="connsiteX76" fmla="*/ 4546116 w 5741575"/>
              <a:gd name="connsiteY76" fmla="*/ 268568 h 955271"/>
              <a:gd name="connsiteX77" fmla="*/ 4661259 w 5741575"/>
              <a:gd name="connsiteY77" fmla="*/ 238966 h 955271"/>
              <a:gd name="connsiteX78" fmla="*/ 4750403 w 5741575"/>
              <a:gd name="connsiteY78" fmla="*/ 204364 h 955271"/>
              <a:gd name="connsiteX79" fmla="*/ 4867614 w 5741575"/>
              <a:gd name="connsiteY79" fmla="*/ 208668 h 955271"/>
              <a:gd name="connsiteX80" fmla="*/ 4937036 w 5741575"/>
              <a:gd name="connsiteY80" fmla="*/ 195446 h 955271"/>
              <a:gd name="connsiteX81" fmla="*/ 5047626 w 5741575"/>
              <a:gd name="connsiteY81" fmla="*/ 149604 h 955271"/>
              <a:gd name="connsiteX82" fmla="*/ 5200247 w 5741575"/>
              <a:gd name="connsiteY82" fmla="*/ 142695 h 955271"/>
              <a:gd name="connsiteX83" fmla="*/ 5235691 w 5741575"/>
              <a:gd name="connsiteY83" fmla="*/ 173330 h 955271"/>
              <a:gd name="connsiteX84" fmla="*/ 5280133 w 5741575"/>
              <a:gd name="connsiteY84" fmla="*/ 189342 h 955271"/>
              <a:gd name="connsiteX85" fmla="*/ 5291963 w 5741575"/>
              <a:gd name="connsiteY85" fmla="*/ 139446 h 955271"/>
              <a:gd name="connsiteX86" fmla="*/ 5418472 w 5741575"/>
              <a:gd name="connsiteY86" fmla="*/ 89163 h 955271"/>
              <a:gd name="connsiteX87" fmla="*/ 5482354 w 5741575"/>
              <a:gd name="connsiteY87" fmla="*/ 69470 h 955271"/>
              <a:gd name="connsiteX88" fmla="*/ 5583280 w 5741575"/>
              <a:gd name="connsiteY88" fmla="*/ 49787 h 955271"/>
              <a:gd name="connsiteX89" fmla="*/ 5613766 w 5741575"/>
              <a:gd name="connsiteY89" fmla="*/ 41855 h 955271"/>
              <a:gd name="connsiteX90" fmla="*/ 5684952 w 5741575"/>
              <a:gd name="connsiteY90" fmla="*/ 26088 h 955271"/>
              <a:gd name="connsiteX91" fmla="*/ 5741575 w 5741575"/>
              <a:gd name="connsiteY91" fmla="*/ 0 h 955271"/>
              <a:gd name="connsiteX0" fmla="*/ 5741575 w 5741575"/>
              <a:gd name="connsiteY0" fmla="*/ 0 h 955271"/>
              <a:gd name="connsiteX1" fmla="*/ 5741575 w 5741575"/>
              <a:gd name="connsiteY1" fmla="*/ 955271 h 955271"/>
              <a:gd name="connsiteX2" fmla="*/ 0 w 5741575"/>
              <a:gd name="connsiteY2" fmla="*/ 955271 h 955271"/>
              <a:gd name="connsiteX3" fmla="*/ 8558 w 5741575"/>
              <a:gd name="connsiteY3" fmla="*/ 953971 h 955271"/>
              <a:gd name="connsiteX4" fmla="*/ 16894 w 5741575"/>
              <a:gd name="connsiteY4" fmla="*/ 953847 h 955271"/>
              <a:gd name="connsiteX5" fmla="*/ 28156 w 5741575"/>
              <a:gd name="connsiteY5" fmla="*/ 951374 h 955271"/>
              <a:gd name="connsiteX6" fmla="*/ 28293 w 5741575"/>
              <a:gd name="connsiteY6" fmla="*/ 950971 h 955271"/>
              <a:gd name="connsiteX7" fmla="*/ 39115 w 5741575"/>
              <a:gd name="connsiteY7" fmla="*/ 949326 h 955271"/>
              <a:gd name="connsiteX8" fmla="*/ 93851 w 5741575"/>
              <a:gd name="connsiteY8" fmla="*/ 945611 h 955271"/>
              <a:gd name="connsiteX9" fmla="*/ 148657 w 5741575"/>
              <a:gd name="connsiteY9" fmla="*/ 898134 h 955271"/>
              <a:gd name="connsiteX10" fmla="*/ 174554 w 5741575"/>
              <a:gd name="connsiteY10" fmla="*/ 886351 h 955271"/>
              <a:gd name="connsiteX11" fmla="*/ 187633 w 5741575"/>
              <a:gd name="connsiteY11" fmla="*/ 878226 h 955271"/>
              <a:gd name="connsiteX12" fmla="*/ 187961 w 5741575"/>
              <a:gd name="connsiteY12" fmla="*/ 876538 h 955271"/>
              <a:gd name="connsiteX13" fmla="*/ 240501 w 5741575"/>
              <a:gd name="connsiteY13" fmla="*/ 873150 h 955271"/>
              <a:gd name="connsiteX14" fmla="*/ 246345 w 5741575"/>
              <a:gd name="connsiteY14" fmla="*/ 869942 h 955271"/>
              <a:gd name="connsiteX15" fmla="*/ 282041 w 5741575"/>
              <a:gd name="connsiteY15" fmla="*/ 871263 h 955271"/>
              <a:gd name="connsiteX16" fmla="*/ 299711 w 5741575"/>
              <a:gd name="connsiteY16" fmla="*/ 870064 h 955271"/>
              <a:gd name="connsiteX17" fmla="*/ 306299 w 5741575"/>
              <a:gd name="connsiteY17" fmla="*/ 873609 h 955271"/>
              <a:gd name="connsiteX18" fmla="*/ 331571 w 5741575"/>
              <a:gd name="connsiteY18" fmla="*/ 869866 h 955271"/>
              <a:gd name="connsiteX19" fmla="*/ 384157 w 5741575"/>
              <a:gd name="connsiteY19" fmla="*/ 867971 h 955271"/>
              <a:gd name="connsiteX20" fmla="*/ 477637 w 5741575"/>
              <a:gd name="connsiteY20" fmla="*/ 870334 h 955271"/>
              <a:gd name="connsiteX21" fmla="*/ 570239 w 5741575"/>
              <a:gd name="connsiteY21" fmla="*/ 829596 h 955271"/>
              <a:gd name="connsiteX22" fmla="*/ 787156 w 5741575"/>
              <a:gd name="connsiteY22" fmla="*/ 838447 h 955271"/>
              <a:gd name="connsiteX23" fmla="*/ 948872 w 5741575"/>
              <a:gd name="connsiteY23" fmla="*/ 772201 h 955271"/>
              <a:gd name="connsiteX24" fmla="*/ 1127089 w 5741575"/>
              <a:gd name="connsiteY24" fmla="*/ 746926 h 955271"/>
              <a:gd name="connsiteX25" fmla="*/ 1220426 w 5741575"/>
              <a:gd name="connsiteY25" fmla="*/ 721810 h 955271"/>
              <a:gd name="connsiteX26" fmla="*/ 1306771 w 5741575"/>
              <a:gd name="connsiteY26" fmla="*/ 717936 h 955271"/>
              <a:gd name="connsiteX27" fmla="*/ 1374314 w 5741575"/>
              <a:gd name="connsiteY27" fmla="*/ 688815 h 955271"/>
              <a:gd name="connsiteX28" fmla="*/ 1378034 w 5741575"/>
              <a:gd name="connsiteY28" fmla="*/ 685842 h 955271"/>
              <a:gd name="connsiteX29" fmla="*/ 1395604 w 5741575"/>
              <a:gd name="connsiteY29" fmla="*/ 680460 h 955271"/>
              <a:gd name="connsiteX30" fmla="*/ 1397206 w 5741575"/>
              <a:gd name="connsiteY30" fmla="*/ 670793 h 955271"/>
              <a:gd name="connsiteX31" fmla="*/ 1421250 w 5741575"/>
              <a:gd name="connsiteY31" fmla="*/ 656855 h 955271"/>
              <a:gd name="connsiteX32" fmla="*/ 1454524 w 5741575"/>
              <a:gd name="connsiteY32" fmla="*/ 649224 h 955271"/>
              <a:gd name="connsiteX33" fmla="*/ 1616217 w 5741575"/>
              <a:gd name="connsiteY33" fmla="*/ 622107 h 955271"/>
              <a:gd name="connsiteX34" fmla="*/ 1710928 w 5741575"/>
              <a:gd name="connsiteY34" fmla="*/ 600666 h 955271"/>
              <a:gd name="connsiteX35" fmla="*/ 1743718 w 5741575"/>
              <a:gd name="connsiteY35" fmla="*/ 584327 h 955271"/>
              <a:gd name="connsiteX36" fmla="*/ 1873778 w 5741575"/>
              <a:gd name="connsiteY36" fmla="*/ 530130 h 955271"/>
              <a:gd name="connsiteX37" fmla="*/ 1988411 w 5741575"/>
              <a:gd name="connsiteY37" fmla="*/ 491599 h 955271"/>
              <a:gd name="connsiteX38" fmla="*/ 2085507 w 5741575"/>
              <a:gd name="connsiteY38" fmla="*/ 498527 h 955271"/>
              <a:gd name="connsiteX39" fmla="*/ 2090767 w 5741575"/>
              <a:gd name="connsiteY39" fmla="*/ 490616 h 955271"/>
              <a:gd name="connsiteX40" fmla="*/ 2151143 w 5741575"/>
              <a:gd name="connsiteY40" fmla="*/ 478332 h 955271"/>
              <a:gd name="connsiteX41" fmla="*/ 2378710 w 5741575"/>
              <a:gd name="connsiteY41" fmla="*/ 477570 h 955271"/>
              <a:gd name="connsiteX42" fmla="*/ 2496256 w 5741575"/>
              <a:gd name="connsiteY42" fmla="*/ 452396 h 955271"/>
              <a:gd name="connsiteX43" fmla="*/ 2535387 w 5741575"/>
              <a:gd name="connsiteY43" fmla="*/ 436645 h 955271"/>
              <a:gd name="connsiteX44" fmla="*/ 2601109 w 5741575"/>
              <a:gd name="connsiteY44" fmla="*/ 410678 h 955271"/>
              <a:gd name="connsiteX45" fmla="*/ 2643855 w 5741575"/>
              <a:gd name="connsiteY45" fmla="*/ 374482 h 955271"/>
              <a:gd name="connsiteX46" fmla="*/ 2657726 w 5741575"/>
              <a:gd name="connsiteY46" fmla="*/ 365841 h 955271"/>
              <a:gd name="connsiteX47" fmla="*/ 2687125 w 5741575"/>
              <a:gd name="connsiteY47" fmla="*/ 366820 h 955271"/>
              <a:gd name="connsiteX48" fmla="*/ 2697479 w 5741575"/>
              <a:gd name="connsiteY48" fmla="*/ 361430 h 955271"/>
              <a:gd name="connsiteX49" fmla="*/ 2701547 w 5741575"/>
              <a:gd name="connsiteY49" fmla="*/ 361545 h 955271"/>
              <a:gd name="connsiteX50" fmla="*/ 2711054 w 5741575"/>
              <a:gd name="connsiteY50" fmla="*/ 360597 h 955271"/>
              <a:gd name="connsiteX51" fmla="*/ 2710438 w 5741575"/>
              <a:gd name="connsiteY51" fmla="*/ 366958 h 955271"/>
              <a:gd name="connsiteX52" fmla="*/ 2722936 w 5741575"/>
              <a:gd name="connsiteY52" fmla="*/ 377633 h 955271"/>
              <a:gd name="connsiteX53" fmla="*/ 2777227 w 5741575"/>
              <a:gd name="connsiteY53" fmla="*/ 368972 h 955271"/>
              <a:gd name="connsiteX54" fmla="*/ 2779510 w 5741575"/>
              <a:gd name="connsiteY54" fmla="*/ 361652 h 955271"/>
              <a:gd name="connsiteX55" fmla="*/ 2786278 w 5741575"/>
              <a:gd name="connsiteY55" fmla="*/ 359869 h 955271"/>
              <a:gd name="connsiteX56" fmla="*/ 2792101 w 5741575"/>
              <a:gd name="connsiteY56" fmla="*/ 365927 h 955271"/>
              <a:gd name="connsiteX57" fmla="*/ 2885545 w 5741575"/>
              <a:gd name="connsiteY57" fmla="*/ 372818 h 955271"/>
              <a:gd name="connsiteX58" fmla="*/ 3009558 w 5741575"/>
              <a:gd name="connsiteY58" fmla="*/ 370573 h 955271"/>
              <a:gd name="connsiteX59" fmla="*/ 3095010 w 5741575"/>
              <a:gd name="connsiteY59" fmla="*/ 332454 h 955271"/>
              <a:gd name="connsiteX60" fmla="*/ 3103742 w 5741575"/>
              <a:gd name="connsiteY60" fmla="*/ 337974 h 955271"/>
              <a:gd name="connsiteX61" fmla="*/ 3165093 w 5741575"/>
              <a:gd name="connsiteY61" fmla="*/ 329459 h 955271"/>
              <a:gd name="connsiteX62" fmla="*/ 3373785 w 5741575"/>
              <a:gd name="connsiteY62" fmla="*/ 255680 h 955271"/>
              <a:gd name="connsiteX63" fmla="*/ 3493851 w 5741575"/>
              <a:gd name="connsiteY63" fmla="*/ 240255 h 955271"/>
              <a:gd name="connsiteX64" fmla="*/ 3537470 w 5741575"/>
              <a:gd name="connsiteY64" fmla="*/ 241867 h 955271"/>
              <a:gd name="connsiteX65" fmla="*/ 3610489 w 5741575"/>
              <a:gd name="connsiteY65" fmla="*/ 244128 h 955271"/>
              <a:gd name="connsiteX66" fmla="*/ 3667539 w 5741575"/>
              <a:gd name="connsiteY66" fmla="*/ 263271 h 955271"/>
              <a:gd name="connsiteX67" fmla="*/ 3727614 w 5741575"/>
              <a:gd name="connsiteY67" fmla="*/ 258245 h 955271"/>
              <a:gd name="connsiteX68" fmla="*/ 3738369 w 5741575"/>
              <a:gd name="connsiteY68" fmla="*/ 234506 h 955271"/>
              <a:gd name="connsiteX69" fmla="*/ 3803670 w 5741575"/>
              <a:gd name="connsiteY69" fmla="*/ 236457 h 955271"/>
              <a:gd name="connsiteX70" fmla="*/ 3903080 w 5741575"/>
              <a:gd name="connsiteY70" fmla="*/ 241890 h 955271"/>
              <a:gd name="connsiteX71" fmla="*/ 4114838 w 5741575"/>
              <a:gd name="connsiteY71" fmla="*/ 238165 h 955271"/>
              <a:gd name="connsiteX72" fmla="*/ 4271023 w 5741575"/>
              <a:gd name="connsiteY72" fmla="*/ 241959 h 955271"/>
              <a:gd name="connsiteX73" fmla="*/ 4367397 w 5741575"/>
              <a:gd name="connsiteY73" fmla="*/ 271442 h 955271"/>
              <a:gd name="connsiteX74" fmla="*/ 4495366 w 5741575"/>
              <a:gd name="connsiteY74" fmla="*/ 271618 h 955271"/>
              <a:gd name="connsiteX75" fmla="*/ 4517347 w 5741575"/>
              <a:gd name="connsiteY75" fmla="*/ 275639 h 955271"/>
              <a:gd name="connsiteX76" fmla="*/ 4546116 w 5741575"/>
              <a:gd name="connsiteY76" fmla="*/ 268568 h 955271"/>
              <a:gd name="connsiteX77" fmla="*/ 4661259 w 5741575"/>
              <a:gd name="connsiteY77" fmla="*/ 238966 h 955271"/>
              <a:gd name="connsiteX78" fmla="*/ 4750403 w 5741575"/>
              <a:gd name="connsiteY78" fmla="*/ 204364 h 955271"/>
              <a:gd name="connsiteX79" fmla="*/ 4867614 w 5741575"/>
              <a:gd name="connsiteY79" fmla="*/ 208668 h 955271"/>
              <a:gd name="connsiteX80" fmla="*/ 4937036 w 5741575"/>
              <a:gd name="connsiteY80" fmla="*/ 195446 h 955271"/>
              <a:gd name="connsiteX81" fmla="*/ 5047626 w 5741575"/>
              <a:gd name="connsiteY81" fmla="*/ 149604 h 955271"/>
              <a:gd name="connsiteX82" fmla="*/ 5200247 w 5741575"/>
              <a:gd name="connsiteY82" fmla="*/ 142695 h 955271"/>
              <a:gd name="connsiteX83" fmla="*/ 5235691 w 5741575"/>
              <a:gd name="connsiteY83" fmla="*/ 173330 h 955271"/>
              <a:gd name="connsiteX84" fmla="*/ 5280133 w 5741575"/>
              <a:gd name="connsiteY84" fmla="*/ 189342 h 955271"/>
              <a:gd name="connsiteX85" fmla="*/ 5291963 w 5741575"/>
              <a:gd name="connsiteY85" fmla="*/ 139446 h 955271"/>
              <a:gd name="connsiteX86" fmla="*/ 5418472 w 5741575"/>
              <a:gd name="connsiteY86" fmla="*/ 89163 h 955271"/>
              <a:gd name="connsiteX87" fmla="*/ 5482354 w 5741575"/>
              <a:gd name="connsiteY87" fmla="*/ 69470 h 955271"/>
              <a:gd name="connsiteX88" fmla="*/ 5583280 w 5741575"/>
              <a:gd name="connsiteY88" fmla="*/ 49787 h 955271"/>
              <a:gd name="connsiteX89" fmla="*/ 5613766 w 5741575"/>
              <a:gd name="connsiteY89" fmla="*/ 41855 h 955271"/>
              <a:gd name="connsiteX90" fmla="*/ 5684952 w 5741575"/>
              <a:gd name="connsiteY90" fmla="*/ 26088 h 955271"/>
              <a:gd name="connsiteX91" fmla="*/ 5741575 w 5741575"/>
              <a:gd name="connsiteY91" fmla="*/ 0 h 955271"/>
              <a:gd name="connsiteX0" fmla="*/ 5741575 w 5741575"/>
              <a:gd name="connsiteY0" fmla="*/ 0 h 955271"/>
              <a:gd name="connsiteX1" fmla="*/ 5741575 w 5741575"/>
              <a:gd name="connsiteY1" fmla="*/ 955271 h 955271"/>
              <a:gd name="connsiteX2" fmla="*/ 0 w 5741575"/>
              <a:gd name="connsiteY2" fmla="*/ 955271 h 955271"/>
              <a:gd name="connsiteX3" fmla="*/ 8558 w 5741575"/>
              <a:gd name="connsiteY3" fmla="*/ 953971 h 955271"/>
              <a:gd name="connsiteX4" fmla="*/ 16894 w 5741575"/>
              <a:gd name="connsiteY4" fmla="*/ 953847 h 955271"/>
              <a:gd name="connsiteX5" fmla="*/ 28156 w 5741575"/>
              <a:gd name="connsiteY5" fmla="*/ 951374 h 955271"/>
              <a:gd name="connsiteX6" fmla="*/ 28293 w 5741575"/>
              <a:gd name="connsiteY6" fmla="*/ 950971 h 955271"/>
              <a:gd name="connsiteX7" fmla="*/ 39115 w 5741575"/>
              <a:gd name="connsiteY7" fmla="*/ 949326 h 955271"/>
              <a:gd name="connsiteX8" fmla="*/ 93851 w 5741575"/>
              <a:gd name="connsiteY8" fmla="*/ 945611 h 955271"/>
              <a:gd name="connsiteX9" fmla="*/ 148657 w 5741575"/>
              <a:gd name="connsiteY9" fmla="*/ 898134 h 955271"/>
              <a:gd name="connsiteX10" fmla="*/ 174554 w 5741575"/>
              <a:gd name="connsiteY10" fmla="*/ 886351 h 955271"/>
              <a:gd name="connsiteX11" fmla="*/ 187633 w 5741575"/>
              <a:gd name="connsiteY11" fmla="*/ 878226 h 955271"/>
              <a:gd name="connsiteX12" fmla="*/ 187961 w 5741575"/>
              <a:gd name="connsiteY12" fmla="*/ 876538 h 955271"/>
              <a:gd name="connsiteX13" fmla="*/ 240501 w 5741575"/>
              <a:gd name="connsiteY13" fmla="*/ 873150 h 955271"/>
              <a:gd name="connsiteX14" fmla="*/ 246345 w 5741575"/>
              <a:gd name="connsiteY14" fmla="*/ 869942 h 955271"/>
              <a:gd name="connsiteX15" fmla="*/ 282041 w 5741575"/>
              <a:gd name="connsiteY15" fmla="*/ 871263 h 955271"/>
              <a:gd name="connsiteX16" fmla="*/ 306299 w 5741575"/>
              <a:gd name="connsiteY16" fmla="*/ 873609 h 955271"/>
              <a:gd name="connsiteX17" fmla="*/ 331571 w 5741575"/>
              <a:gd name="connsiteY17" fmla="*/ 869866 h 955271"/>
              <a:gd name="connsiteX18" fmla="*/ 384157 w 5741575"/>
              <a:gd name="connsiteY18" fmla="*/ 867971 h 955271"/>
              <a:gd name="connsiteX19" fmla="*/ 477637 w 5741575"/>
              <a:gd name="connsiteY19" fmla="*/ 870334 h 955271"/>
              <a:gd name="connsiteX20" fmla="*/ 570239 w 5741575"/>
              <a:gd name="connsiteY20" fmla="*/ 829596 h 955271"/>
              <a:gd name="connsiteX21" fmla="*/ 787156 w 5741575"/>
              <a:gd name="connsiteY21" fmla="*/ 838447 h 955271"/>
              <a:gd name="connsiteX22" fmla="*/ 948872 w 5741575"/>
              <a:gd name="connsiteY22" fmla="*/ 772201 h 955271"/>
              <a:gd name="connsiteX23" fmla="*/ 1127089 w 5741575"/>
              <a:gd name="connsiteY23" fmla="*/ 746926 h 955271"/>
              <a:gd name="connsiteX24" fmla="*/ 1220426 w 5741575"/>
              <a:gd name="connsiteY24" fmla="*/ 721810 h 955271"/>
              <a:gd name="connsiteX25" fmla="*/ 1306771 w 5741575"/>
              <a:gd name="connsiteY25" fmla="*/ 717936 h 955271"/>
              <a:gd name="connsiteX26" fmla="*/ 1374314 w 5741575"/>
              <a:gd name="connsiteY26" fmla="*/ 688815 h 955271"/>
              <a:gd name="connsiteX27" fmla="*/ 1378034 w 5741575"/>
              <a:gd name="connsiteY27" fmla="*/ 685842 h 955271"/>
              <a:gd name="connsiteX28" fmla="*/ 1395604 w 5741575"/>
              <a:gd name="connsiteY28" fmla="*/ 680460 h 955271"/>
              <a:gd name="connsiteX29" fmla="*/ 1397206 w 5741575"/>
              <a:gd name="connsiteY29" fmla="*/ 670793 h 955271"/>
              <a:gd name="connsiteX30" fmla="*/ 1421250 w 5741575"/>
              <a:gd name="connsiteY30" fmla="*/ 656855 h 955271"/>
              <a:gd name="connsiteX31" fmla="*/ 1454524 w 5741575"/>
              <a:gd name="connsiteY31" fmla="*/ 649224 h 955271"/>
              <a:gd name="connsiteX32" fmla="*/ 1616217 w 5741575"/>
              <a:gd name="connsiteY32" fmla="*/ 622107 h 955271"/>
              <a:gd name="connsiteX33" fmla="*/ 1710928 w 5741575"/>
              <a:gd name="connsiteY33" fmla="*/ 600666 h 955271"/>
              <a:gd name="connsiteX34" fmla="*/ 1743718 w 5741575"/>
              <a:gd name="connsiteY34" fmla="*/ 584327 h 955271"/>
              <a:gd name="connsiteX35" fmla="*/ 1873778 w 5741575"/>
              <a:gd name="connsiteY35" fmla="*/ 530130 h 955271"/>
              <a:gd name="connsiteX36" fmla="*/ 1988411 w 5741575"/>
              <a:gd name="connsiteY36" fmla="*/ 491599 h 955271"/>
              <a:gd name="connsiteX37" fmla="*/ 2085507 w 5741575"/>
              <a:gd name="connsiteY37" fmla="*/ 498527 h 955271"/>
              <a:gd name="connsiteX38" fmla="*/ 2090767 w 5741575"/>
              <a:gd name="connsiteY38" fmla="*/ 490616 h 955271"/>
              <a:gd name="connsiteX39" fmla="*/ 2151143 w 5741575"/>
              <a:gd name="connsiteY39" fmla="*/ 478332 h 955271"/>
              <a:gd name="connsiteX40" fmla="*/ 2378710 w 5741575"/>
              <a:gd name="connsiteY40" fmla="*/ 477570 h 955271"/>
              <a:gd name="connsiteX41" fmla="*/ 2496256 w 5741575"/>
              <a:gd name="connsiteY41" fmla="*/ 452396 h 955271"/>
              <a:gd name="connsiteX42" fmla="*/ 2535387 w 5741575"/>
              <a:gd name="connsiteY42" fmla="*/ 436645 h 955271"/>
              <a:gd name="connsiteX43" fmla="*/ 2601109 w 5741575"/>
              <a:gd name="connsiteY43" fmla="*/ 410678 h 955271"/>
              <a:gd name="connsiteX44" fmla="*/ 2643855 w 5741575"/>
              <a:gd name="connsiteY44" fmla="*/ 374482 h 955271"/>
              <a:gd name="connsiteX45" fmla="*/ 2657726 w 5741575"/>
              <a:gd name="connsiteY45" fmla="*/ 365841 h 955271"/>
              <a:gd name="connsiteX46" fmla="*/ 2687125 w 5741575"/>
              <a:gd name="connsiteY46" fmla="*/ 366820 h 955271"/>
              <a:gd name="connsiteX47" fmla="*/ 2697479 w 5741575"/>
              <a:gd name="connsiteY47" fmla="*/ 361430 h 955271"/>
              <a:gd name="connsiteX48" fmla="*/ 2701547 w 5741575"/>
              <a:gd name="connsiteY48" fmla="*/ 361545 h 955271"/>
              <a:gd name="connsiteX49" fmla="*/ 2711054 w 5741575"/>
              <a:gd name="connsiteY49" fmla="*/ 360597 h 955271"/>
              <a:gd name="connsiteX50" fmla="*/ 2710438 w 5741575"/>
              <a:gd name="connsiteY50" fmla="*/ 366958 h 955271"/>
              <a:gd name="connsiteX51" fmla="*/ 2722936 w 5741575"/>
              <a:gd name="connsiteY51" fmla="*/ 377633 h 955271"/>
              <a:gd name="connsiteX52" fmla="*/ 2777227 w 5741575"/>
              <a:gd name="connsiteY52" fmla="*/ 368972 h 955271"/>
              <a:gd name="connsiteX53" fmla="*/ 2779510 w 5741575"/>
              <a:gd name="connsiteY53" fmla="*/ 361652 h 955271"/>
              <a:gd name="connsiteX54" fmla="*/ 2786278 w 5741575"/>
              <a:gd name="connsiteY54" fmla="*/ 359869 h 955271"/>
              <a:gd name="connsiteX55" fmla="*/ 2792101 w 5741575"/>
              <a:gd name="connsiteY55" fmla="*/ 365927 h 955271"/>
              <a:gd name="connsiteX56" fmla="*/ 2885545 w 5741575"/>
              <a:gd name="connsiteY56" fmla="*/ 372818 h 955271"/>
              <a:gd name="connsiteX57" fmla="*/ 3009558 w 5741575"/>
              <a:gd name="connsiteY57" fmla="*/ 370573 h 955271"/>
              <a:gd name="connsiteX58" fmla="*/ 3095010 w 5741575"/>
              <a:gd name="connsiteY58" fmla="*/ 332454 h 955271"/>
              <a:gd name="connsiteX59" fmla="*/ 3103742 w 5741575"/>
              <a:gd name="connsiteY59" fmla="*/ 337974 h 955271"/>
              <a:gd name="connsiteX60" fmla="*/ 3165093 w 5741575"/>
              <a:gd name="connsiteY60" fmla="*/ 329459 h 955271"/>
              <a:gd name="connsiteX61" fmla="*/ 3373785 w 5741575"/>
              <a:gd name="connsiteY61" fmla="*/ 255680 h 955271"/>
              <a:gd name="connsiteX62" fmla="*/ 3493851 w 5741575"/>
              <a:gd name="connsiteY62" fmla="*/ 240255 h 955271"/>
              <a:gd name="connsiteX63" fmla="*/ 3537470 w 5741575"/>
              <a:gd name="connsiteY63" fmla="*/ 241867 h 955271"/>
              <a:gd name="connsiteX64" fmla="*/ 3610489 w 5741575"/>
              <a:gd name="connsiteY64" fmla="*/ 244128 h 955271"/>
              <a:gd name="connsiteX65" fmla="*/ 3667539 w 5741575"/>
              <a:gd name="connsiteY65" fmla="*/ 263271 h 955271"/>
              <a:gd name="connsiteX66" fmla="*/ 3727614 w 5741575"/>
              <a:gd name="connsiteY66" fmla="*/ 258245 h 955271"/>
              <a:gd name="connsiteX67" fmla="*/ 3738369 w 5741575"/>
              <a:gd name="connsiteY67" fmla="*/ 234506 h 955271"/>
              <a:gd name="connsiteX68" fmla="*/ 3803670 w 5741575"/>
              <a:gd name="connsiteY68" fmla="*/ 236457 h 955271"/>
              <a:gd name="connsiteX69" fmla="*/ 3903080 w 5741575"/>
              <a:gd name="connsiteY69" fmla="*/ 241890 h 955271"/>
              <a:gd name="connsiteX70" fmla="*/ 4114838 w 5741575"/>
              <a:gd name="connsiteY70" fmla="*/ 238165 h 955271"/>
              <a:gd name="connsiteX71" fmla="*/ 4271023 w 5741575"/>
              <a:gd name="connsiteY71" fmla="*/ 241959 h 955271"/>
              <a:gd name="connsiteX72" fmla="*/ 4367397 w 5741575"/>
              <a:gd name="connsiteY72" fmla="*/ 271442 h 955271"/>
              <a:gd name="connsiteX73" fmla="*/ 4495366 w 5741575"/>
              <a:gd name="connsiteY73" fmla="*/ 271618 h 955271"/>
              <a:gd name="connsiteX74" fmla="*/ 4517347 w 5741575"/>
              <a:gd name="connsiteY74" fmla="*/ 275639 h 955271"/>
              <a:gd name="connsiteX75" fmla="*/ 4546116 w 5741575"/>
              <a:gd name="connsiteY75" fmla="*/ 268568 h 955271"/>
              <a:gd name="connsiteX76" fmla="*/ 4661259 w 5741575"/>
              <a:gd name="connsiteY76" fmla="*/ 238966 h 955271"/>
              <a:gd name="connsiteX77" fmla="*/ 4750403 w 5741575"/>
              <a:gd name="connsiteY77" fmla="*/ 204364 h 955271"/>
              <a:gd name="connsiteX78" fmla="*/ 4867614 w 5741575"/>
              <a:gd name="connsiteY78" fmla="*/ 208668 h 955271"/>
              <a:gd name="connsiteX79" fmla="*/ 4937036 w 5741575"/>
              <a:gd name="connsiteY79" fmla="*/ 195446 h 955271"/>
              <a:gd name="connsiteX80" fmla="*/ 5047626 w 5741575"/>
              <a:gd name="connsiteY80" fmla="*/ 149604 h 955271"/>
              <a:gd name="connsiteX81" fmla="*/ 5200247 w 5741575"/>
              <a:gd name="connsiteY81" fmla="*/ 142695 h 955271"/>
              <a:gd name="connsiteX82" fmla="*/ 5235691 w 5741575"/>
              <a:gd name="connsiteY82" fmla="*/ 173330 h 955271"/>
              <a:gd name="connsiteX83" fmla="*/ 5280133 w 5741575"/>
              <a:gd name="connsiteY83" fmla="*/ 189342 h 955271"/>
              <a:gd name="connsiteX84" fmla="*/ 5291963 w 5741575"/>
              <a:gd name="connsiteY84" fmla="*/ 139446 h 955271"/>
              <a:gd name="connsiteX85" fmla="*/ 5418472 w 5741575"/>
              <a:gd name="connsiteY85" fmla="*/ 89163 h 955271"/>
              <a:gd name="connsiteX86" fmla="*/ 5482354 w 5741575"/>
              <a:gd name="connsiteY86" fmla="*/ 69470 h 955271"/>
              <a:gd name="connsiteX87" fmla="*/ 5583280 w 5741575"/>
              <a:gd name="connsiteY87" fmla="*/ 49787 h 955271"/>
              <a:gd name="connsiteX88" fmla="*/ 5613766 w 5741575"/>
              <a:gd name="connsiteY88" fmla="*/ 41855 h 955271"/>
              <a:gd name="connsiteX89" fmla="*/ 5684952 w 5741575"/>
              <a:gd name="connsiteY89" fmla="*/ 26088 h 955271"/>
              <a:gd name="connsiteX90" fmla="*/ 5741575 w 5741575"/>
              <a:gd name="connsiteY90" fmla="*/ 0 h 955271"/>
              <a:gd name="connsiteX0" fmla="*/ 5741575 w 5741575"/>
              <a:gd name="connsiteY0" fmla="*/ 0 h 955271"/>
              <a:gd name="connsiteX1" fmla="*/ 5741575 w 5741575"/>
              <a:gd name="connsiteY1" fmla="*/ 955271 h 955271"/>
              <a:gd name="connsiteX2" fmla="*/ 0 w 5741575"/>
              <a:gd name="connsiteY2" fmla="*/ 955271 h 955271"/>
              <a:gd name="connsiteX3" fmla="*/ 8558 w 5741575"/>
              <a:gd name="connsiteY3" fmla="*/ 953971 h 955271"/>
              <a:gd name="connsiteX4" fmla="*/ 16894 w 5741575"/>
              <a:gd name="connsiteY4" fmla="*/ 953847 h 955271"/>
              <a:gd name="connsiteX5" fmla="*/ 28156 w 5741575"/>
              <a:gd name="connsiteY5" fmla="*/ 951374 h 955271"/>
              <a:gd name="connsiteX6" fmla="*/ 28293 w 5741575"/>
              <a:gd name="connsiteY6" fmla="*/ 950971 h 955271"/>
              <a:gd name="connsiteX7" fmla="*/ 39115 w 5741575"/>
              <a:gd name="connsiteY7" fmla="*/ 949326 h 955271"/>
              <a:gd name="connsiteX8" fmla="*/ 93851 w 5741575"/>
              <a:gd name="connsiteY8" fmla="*/ 945611 h 955271"/>
              <a:gd name="connsiteX9" fmla="*/ 148657 w 5741575"/>
              <a:gd name="connsiteY9" fmla="*/ 898134 h 955271"/>
              <a:gd name="connsiteX10" fmla="*/ 174554 w 5741575"/>
              <a:gd name="connsiteY10" fmla="*/ 886351 h 955271"/>
              <a:gd name="connsiteX11" fmla="*/ 187633 w 5741575"/>
              <a:gd name="connsiteY11" fmla="*/ 878226 h 955271"/>
              <a:gd name="connsiteX12" fmla="*/ 187961 w 5741575"/>
              <a:gd name="connsiteY12" fmla="*/ 876538 h 955271"/>
              <a:gd name="connsiteX13" fmla="*/ 240501 w 5741575"/>
              <a:gd name="connsiteY13" fmla="*/ 873150 h 955271"/>
              <a:gd name="connsiteX14" fmla="*/ 246345 w 5741575"/>
              <a:gd name="connsiteY14" fmla="*/ 869942 h 955271"/>
              <a:gd name="connsiteX15" fmla="*/ 306299 w 5741575"/>
              <a:gd name="connsiteY15" fmla="*/ 873609 h 955271"/>
              <a:gd name="connsiteX16" fmla="*/ 331571 w 5741575"/>
              <a:gd name="connsiteY16" fmla="*/ 869866 h 955271"/>
              <a:gd name="connsiteX17" fmla="*/ 384157 w 5741575"/>
              <a:gd name="connsiteY17" fmla="*/ 867971 h 955271"/>
              <a:gd name="connsiteX18" fmla="*/ 477637 w 5741575"/>
              <a:gd name="connsiteY18" fmla="*/ 870334 h 955271"/>
              <a:gd name="connsiteX19" fmla="*/ 570239 w 5741575"/>
              <a:gd name="connsiteY19" fmla="*/ 829596 h 955271"/>
              <a:gd name="connsiteX20" fmla="*/ 787156 w 5741575"/>
              <a:gd name="connsiteY20" fmla="*/ 838447 h 955271"/>
              <a:gd name="connsiteX21" fmla="*/ 948872 w 5741575"/>
              <a:gd name="connsiteY21" fmla="*/ 772201 h 955271"/>
              <a:gd name="connsiteX22" fmla="*/ 1127089 w 5741575"/>
              <a:gd name="connsiteY22" fmla="*/ 746926 h 955271"/>
              <a:gd name="connsiteX23" fmla="*/ 1220426 w 5741575"/>
              <a:gd name="connsiteY23" fmla="*/ 721810 h 955271"/>
              <a:gd name="connsiteX24" fmla="*/ 1306771 w 5741575"/>
              <a:gd name="connsiteY24" fmla="*/ 717936 h 955271"/>
              <a:gd name="connsiteX25" fmla="*/ 1374314 w 5741575"/>
              <a:gd name="connsiteY25" fmla="*/ 688815 h 955271"/>
              <a:gd name="connsiteX26" fmla="*/ 1378034 w 5741575"/>
              <a:gd name="connsiteY26" fmla="*/ 685842 h 955271"/>
              <a:gd name="connsiteX27" fmla="*/ 1395604 w 5741575"/>
              <a:gd name="connsiteY27" fmla="*/ 680460 h 955271"/>
              <a:gd name="connsiteX28" fmla="*/ 1397206 w 5741575"/>
              <a:gd name="connsiteY28" fmla="*/ 670793 h 955271"/>
              <a:gd name="connsiteX29" fmla="*/ 1421250 w 5741575"/>
              <a:gd name="connsiteY29" fmla="*/ 656855 h 955271"/>
              <a:gd name="connsiteX30" fmla="*/ 1454524 w 5741575"/>
              <a:gd name="connsiteY30" fmla="*/ 649224 h 955271"/>
              <a:gd name="connsiteX31" fmla="*/ 1616217 w 5741575"/>
              <a:gd name="connsiteY31" fmla="*/ 622107 h 955271"/>
              <a:gd name="connsiteX32" fmla="*/ 1710928 w 5741575"/>
              <a:gd name="connsiteY32" fmla="*/ 600666 h 955271"/>
              <a:gd name="connsiteX33" fmla="*/ 1743718 w 5741575"/>
              <a:gd name="connsiteY33" fmla="*/ 584327 h 955271"/>
              <a:gd name="connsiteX34" fmla="*/ 1873778 w 5741575"/>
              <a:gd name="connsiteY34" fmla="*/ 530130 h 955271"/>
              <a:gd name="connsiteX35" fmla="*/ 1988411 w 5741575"/>
              <a:gd name="connsiteY35" fmla="*/ 491599 h 955271"/>
              <a:gd name="connsiteX36" fmla="*/ 2085507 w 5741575"/>
              <a:gd name="connsiteY36" fmla="*/ 498527 h 955271"/>
              <a:gd name="connsiteX37" fmla="*/ 2090767 w 5741575"/>
              <a:gd name="connsiteY37" fmla="*/ 490616 h 955271"/>
              <a:gd name="connsiteX38" fmla="*/ 2151143 w 5741575"/>
              <a:gd name="connsiteY38" fmla="*/ 478332 h 955271"/>
              <a:gd name="connsiteX39" fmla="*/ 2378710 w 5741575"/>
              <a:gd name="connsiteY39" fmla="*/ 477570 h 955271"/>
              <a:gd name="connsiteX40" fmla="*/ 2496256 w 5741575"/>
              <a:gd name="connsiteY40" fmla="*/ 452396 h 955271"/>
              <a:gd name="connsiteX41" fmla="*/ 2535387 w 5741575"/>
              <a:gd name="connsiteY41" fmla="*/ 436645 h 955271"/>
              <a:gd name="connsiteX42" fmla="*/ 2601109 w 5741575"/>
              <a:gd name="connsiteY42" fmla="*/ 410678 h 955271"/>
              <a:gd name="connsiteX43" fmla="*/ 2643855 w 5741575"/>
              <a:gd name="connsiteY43" fmla="*/ 374482 h 955271"/>
              <a:gd name="connsiteX44" fmla="*/ 2657726 w 5741575"/>
              <a:gd name="connsiteY44" fmla="*/ 365841 h 955271"/>
              <a:gd name="connsiteX45" fmla="*/ 2687125 w 5741575"/>
              <a:gd name="connsiteY45" fmla="*/ 366820 h 955271"/>
              <a:gd name="connsiteX46" fmla="*/ 2697479 w 5741575"/>
              <a:gd name="connsiteY46" fmla="*/ 361430 h 955271"/>
              <a:gd name="connsiteX47" fmla="*/ 2701547 w 5741575"/>
              <a:gd name="connsiteY47" fmla="*/ 361545 h 955271"/>
              <a:gd name="connsiteX48" fmla="*/ 2711054 w 5741575"/>
              <a:gd name="connsiteY48" fmla="*/ 360597 h 955271"/>
              <a:gd name="connsiteX49" fmla="*/ 2710438 w 5741575"/>
              <a:gd name="connsiteY49" fmla="*/ 366958 h 955271"/>
              <a:gd name="connsiteX50" fmla="*/ 2722936 w 5741575"/>
              <a:gd name="connsiteY50" fmla="*/ 377633 h 955271"/>
              <a:gd name="connsiteX51" fmla="*/ 2777227 w 5741575"/>
              <a:gd name="connsiteY51" fmla="*/ 368972 h 955271"/>
              <a:gd name="connsiteX52" fmla="*/ 2779510 w 5741575"/>
              <a:gd name="connsiteY52" fmla="*/ 361652 h 955271"/>
              <a:gd name="connsiteX53" fmla="*/ 2786278 w 5741575"/>
              <a:gd name="connsiteY53" fmla="*/ 359869 h 955271"/>
              <a:gd name="connsiteX54" fmla="*/ 2792101 w 5741575"/>
              <a:gd name="connsiteY54" fmla="*/ 365927 h 955271"/>
              <a:gd name="connsiteX55" fmla="*/ 2885545 w 5741575"/>
              <a:gd name="connsiteY55" fmla="*/ 372818 h 955271"/>
              <a:gd name="connsiteX56" fmla="*/ 3009558 w 5741575"/>
              <a:gd name="connsiteY56" fmla="*/ 370573 h 955271"/>
              <a:gd name="connsiteX57" fmla="*/ 3095010 w 5741575"/>
              <a:gd name="connsiteY57" fmla="*/ 332454 h 955271"/>
              <a:gd name="connsiteX58" fmla="*/ 3103742 w 5741575"/>
              <a:gd name="connsiteY58" fmla="*/ 337974 h 955271"/>
              <a:gd name="connsiteX59" fmla="*/ 3165093 w 5741575"/>
              <a:gd name="connsiteY59" fmla="*/ 329459 h 955271"/>
              <a:gd name="connsiteX60" fmla="*/ 3373785 w 5741575"/>
              <a:gd name="connsiteY60" fmla="*/ 255680 h 955271"/>
              <a:gd name="connsiteX61" fmla="*/ 3493851 w 5741575"/>
              <a:gd name="connsiteY61" fmla="*/ 240255 h 955271"/>
              <a:gd name="connsiteX62" fmla="*/ 3537470 w 5741575"/>
              <a:gd name="connsiteY62" fmla="*/ 241867 h 955271"/>
              <a:gd name="connsiteX63" fmla="*/ 3610489 w 5741575"/>
              <a:gd name="connsiteY63" fmla="*/ 244128 h 955271"/>
              <a:gd name="connsiteX64" fmla="*/ 3667539 w 5741575"/>
              <a:gd name="connsiteY64" fmla="*/ 263271 h 955271"/>
              <a:gd name="connsiteX65" fmla="*/ 3727614 w 5741575"/>
              <a:gd name="connsiteY65" fmla="*/ 258245 h 955271"/>
              <a:gd name="connsiteX66" fmla="*/ 3738369 w 5741575"/>
              <a:gd name="connsiteY66" fmla="*/ 234506 h 955271"/>
              <a:gd name="connsiteX67" fmla="*/ 3803670 w 5741575"/>
              <a:gd name="connsiteY67" fmla="*/ 236457 h 955271"/>
              <a:gd name="connsiteX68" fmla="*/ 3903080 w 5741575"/>
              <a:gd name="connsiteY68" fmla="*/ 241890 h 955271"/>
              <a:gd name="connsiteX69" fmla="*/ 4114838 w 5741575"/>
              <a:gd name="connsiteY69" fmla="*/ 238165 h 955271"/>
              <a:gd name="connsiteX70" fmla="*/ 4271023 w 5741575"/>
              <a:gd name="connsiteY70" fmla="*/ 241959 h 955271"/>
              <a:gd name="connsiteX71" fmla="*/ 4367397 w 5741575"/>
              <a:gd name="connsiteY71" fmla="*/ 271442 h 955271"/>
              <a:gd name="connsiteX72" fmla="*/ 4495366 w 5741575"/>
              <a:gd name="connsiteY72" fmla="*/ 271618 h 955271"/>
              <a:gd name="connsiteX73" fmla="*/ 4517347 w 5741575"/>
              <a:gd name="connsiteY73" fmla="*/ 275639 h 955271"/>
              <a:gd name="connsiteX74" fmla="*/ 4546116 w 5741575"/>
              <a:gd name="connsiteY74" fmla="*/ 268568 h 955271"/>
              <a:gd name="connsiteX75" fmla="*/ 4661259 w 5741575"/>
              <a:gd name="connsiteY75" fmla="*/ 238966 h 955271"/>
              <a:gd name="connsiteX76" fmla="*/ 4750403 w 5741575"/>
              <a:gd name="connsiteY76" fmla="*/ 204364 h 955271"/>
              <a:gd name="connsiteX77" fmla="*/ 4867614 w 5741575"/>
              <a:gd name="connsiteY77" fmla="*/ 208668 h 955271"/>
              <a:gd name="connsiteX78" fmla="*/ 4937036 w 5741575"/>
              <a:gd name="connsiteY78" fmla="*/ 195446 h 955271"/>
              <a:gd name="connsiteX79" fmla="*/ 5047626 w 5741575"/>
              <a:gd name="connsiteY79" fmla="*/ 149604 h 955271"/>
              <a:gd name="connsiteX80" fmla="*/ 5200247 w 5741575"/>
              <a:gd name="connsiteY80" fmla="*/ 142695 h 955271"/>
              <a:gd name="connsiteX81" fmla="*/ 5235691 w 5741575"/>
              <a:gd name="connsiteY81" fmla="*/ 173330 h 955271"/>
              <a:gd name="connsiteX82" fmla="*/ 5280133 w 5741575"/>
              <a:gd name="connsiteY82" fmla="*/ 189342 h 955271"/>
              <a:gd name="connsiteX83" fmla="*/ 5291963 w 5741575"/>
              <a:gd name="connsiteY83" fmla="*/ 139446 h 955271"/>
              <a:gd name="connsiteX84" fmla="*/ 5418472 w 5741575"/>
              <a:gd name="connsiteY84" fmla="*/ 89163 h 955271"/>
              <a:gd name="connsiteX85" fmla="*/ 5482354 w 5741575"/>
              <a:gd name="connsiteY85" fmla="*/ 69470 h 955271"/>
              <a:gd name="connsiteX86" fmla="*/ 5583280 w 5741575"/>
              <a:gd name="connsiteY86" fmla="*/ 49787 h 955271"/>
              <a:gd name="connsiteX87" fmla="*/ 5613766 w 5741575"/>
              <a:gd name="connsiteY87" fmla="*/ 41855 h 955271"/>
              <a:gd name="connsiteX88" fmla="*/ 5684952 w 5741575"/>
              <a:gd name="connsiteY88" fmla="*/ 26088 h 955271"/>
              <a:gd name="connsiteX89" fmla="*/ 5741575 w 5741575"/>
              <a:gd name="connsiteY89" fmla="*/ 0 h 955271"/>
              <a:gd name="connsiteX0" fmla="*/ 5741575 w 5741575"/>
              <a:gd name="connsiteY0" fmla="*/ 0 h 955271"/>
              <a:gd name="connsiteX1" fmla="*/ 5741575 w 5741575"/>
              <a:gd name="connsiteY1" fmla="*/ 955271 h 955271"/>
              <a:gd name="connsiteX2" fmla="*/ 0 w 5741575"/>
              <a:gd name="connsiteY2" fmla="*/ 955271 h 955271"/>
              <a:gd name="connsiteX3" fmla="*/ 8558 w 5741575"/>
              <a:gd name="connsiteY3" fmla="*/ 953971 h 955271"/>
              <a:gd name="connsiteX4" fmla="*/ 16894 w 5741575"/>
              <a:gd name="connsiteY4" fmla="*/ 953847 h 955271"/>
              <a:gd name="connsiteX5" fmla="*/ 28156 w 5741575"/>
              <a:gd name="connsiteY5" fmla="*/ 951374 h 955271"/>
              <a:gd name="connsiteX6" fmla="*/ 28293 w 5741575"/>
              <a:gd name="connsiteY6" fmla="*/ 950971 h 955271"/>
              <a:gd name="connsiteX7" fmla="*/ 39115 w 5741575"/>
              <a:gd name="connsiteY7" fmla="*/ 949326 h 955271"/>
              <a:gd name="connsiteX8" fmla="*/ 93851 w 5741575"/>
              <a:gd name="connsiteY8" fmla="*/ 922923 h 955271"/>
              <a:gd name="connsiteX9" fmla="*/ 148657 w 5741575"/>
              <a:gd name="connsiteY9" fmla="*/ 898134 h 955271"/>
              <a:gd name="connsiteX10" fmla="*/ 174554 w 5741575"/>
              <a:gd name="connsiteY10" fmla="*/ 886351 h 955271"/>
              <a:gd name="connsiteX11" fmla="*/ 187633 w 5741575"/>
              <a:gd name="connsiteY11" fmla="*/ 878226 h 955271"/>
              <a:gd name="connsiteX12" fmla="*/ 187961 w 5741575"/>
              <a:gd name="connsiteY12" fmla="*/ 876538 h 955271"/>
              <a:gd name="connsiteX13" fmla="*/ 240501 w 5741575"/>
              <a:gd name="connsiteY13" fmla="*/ 873150 h 955271"/>
              <a:gd name="connsiteX14" fmla="*/ 246345 w 5741575"/>
              <a:gd name="connsiteY14" fmla="*/ 869942 h 955271"/>
              <a:gd name="connsiteX15" fmla="*/ 306299 w 5741575"/>
              <a:gd name="connsiteY15" fmla="*/ 873609 h 955271"/>
              <a:gd name="connsiteX16" fmla="*/ 331571 w 5741575"/>
              <a:gd name="connsiteY16" fmla="*/ 869866 h 955271"/>
              <a:gd name="connsiteX17" fmla="*/ 384157 w 5741575"/>
              <a:gd name="connsiteY17" fmla="*/ 867971 h 955271"/>
              <a:gd name="connsiteX18" fmla="*/ 477637 w 5741575"/>
              <a:gd name="connsiteY18" fmla="*/ 870334 h 955271"/>
              <a:gd name="connsiteX19" fmla="*/ 570239 w 5741575"/>
              <a:gd name="connsiteY19" fmla="*/ 829596 h 955271"/>
              <a:gd name="connsiteX20" fmla="*/ 787156 w 5741575"/>
              <a:gd name="connsiteY20" fmla="*/ 838447 h 955271"/>
              <a:gd name="connsiteX21" fmla="*/ 948872 w 5741575"/>
              <a:gd name="connsiteY21" fmla="*/ 772201 h 955271"/>
              <a:gd name="connsiteX22" fmla="*/ 1127089 w 5741575"/>
              <a:gd name="connsiteY22" fmla="*/ 746926 h 955271"/>
              <a:gd name="connsiteX23" fmla="*/ 1220426 w 5741575"/>
              <a:gd name="connsiteY23" fmla="*/ 721810 h 955271"/>
              <a:gd name="connsiteX24" fmla="*/ 1306771 w 5741575"/>
              <a:gd name="connsiteY24" fmla="*/ 717936 h 955271"/>
              <a:gd name="connsiteX25" fmla="*/ 1374314 w 5741575"/>
              <a:gd name="connsiteY25" fmla="*/ 688815 h 955271"/>
              <a:gd name="connsiteX26" fmla="*/ 1378034 w 5741575"/>
              <a:gd name="connsiteY26" fmla="*/ 685842 h 955271"/>
              <a:gd name="connsiteX27" fmla="*/ 1395604 w 5741575"/>
              <a:gd name="connsiteY27" fmla="*/ 680460 h 955271"/>
              <a:gd name="connsiteX28" fmla="*/ 1397206 w 5741575"/>
              <a:gd name="connsiteY28" fmla="*/ 670793 h 955271"/>
              <a:gd name="connsiteX29" fmla="*/ 1421250 w 5741575"/>
              <a:gd name="connsiteY29" fmla="*/ 656855 h 955271"/>
              <a:gd name="connsiteX30" fmla="*/ 1454524 w 5741575"/>
              <a:gd name="connsiteY30" fmla="*/ 649224 h 955271"/>
              <a:gd name="connsiteX31" fmla="*/ 1616217 w 5741575"/>
              <a:gd name="connsiteY31" fmla="*/ 622107 h 955271"/>
              <a:gd name="connsiteX32" fmla="*/ 1710928 w 5741575"/>
              <a:gd name="connsiteY32" fmla="*/ 600666 h 955271"/>
              <a:gd name="connsiteX33" fmla="*/ 1743718 w 5741575"/>
              <a:gd name="connsiteY33" fmla="*/ 584327 h 955271"/>
              <a:gd name="connsiteX34" fmla="*/ 1873778 w 5741575"/>
              <a:gd name="connsiteY34" fmla="*/ 530130 h 955271"/>
              <a:gd name="connsiteX35" fmla="*/ 1988411 w 5741575"/>
              <a:gd name="connsiteY35" fmla="*/ 491599 h 955271"/>
              <a:gd name="connsiteX36" fmla="*/ 2085507 w 5741575"/>
              <a:gd name="connsiteY36" fmla="*/ 498527 h 955271"/>
              <a:gd name="connsiteX37" fmla="*/ 2090767 w 5741575"/>
              <a:gd name="connsiteY37" fmla="*/ 490616 h 955271"/>
              <a:gd name="connsiteX38" fmla="*/ 2151143 w 5741575"/>
              <a:gd name="connsiteY38" fmla="*/ 478332 h 955271"/>
              <a:gd name="connsiteX39" fmla="*/ 2378710 w 5741575"/>
              <a:gd name="connsiteY39" fmla="*/ 477570 h 955271"/>
              <a:gd name="connsiteX40" fmla="*/ 2496256 w 5741575"/>
              <a:gd name="connsiteY40" fmla="*/ 452396 h 955271"/>
              <a:gd name="connsiteX41" fmla="*/ 2535387 w 5741575"/>
              <a:gd name="connsiteY41" fmla="*/ 436645 h 955271"/>
              <a:gd name="connsiteX42" fmla="*/ 2601109 w 5741575"/>
              <a:gd name="connsiteY42" fmla="*/ 410678 h 955271"/>
              <a:gd name="connsiteX43" fmla="*/ 2643855 w 5741575"/>
              <a:gd name="connsiteY43" fmla="*/ 374482 h 955271"/>
              <a:gd name="connsiteX44" fmla="*/ 2657726 w 5741575"/>
              <a:gd name="connsiteY44" fmla="*/ 365841 h 955271"/>
              <a:gd name="connsiteX45" fmla="*/ 2687125 w 5741575"/>
              <a:gd name="connsiteY45" fmla="*/ 366820 h 955271"/>
              <a:gd name="connsiteX46" fmla="*/ 2697479 w 5741575"/>
              <a:gd name="connsiteY46" fmla="*/ 361430 h 955271"/>
              <a:gd name="connsiteX47" fmla="*/ 2701547 w 5741575"/>
              <a:gd name="connsiteY47" fmla="*/ 361545 h 955271"/>
              <a:gd name="connsiteX48" fmla="*/ 2711054 w 5741575"/>
              <a:gd name="connsiteY48" fmla="*/ 360597 h 955271"/>
              <a:gd name="connsiteX49" fmla="*/ 2710438 w 5741575"/>
              <a:gd name="connsiteY49" fmla="*/ 366958 h 955271"/>
              <a:gd name="connsiteX50" fmla="*/ 2722936 w 5741575"/>
              <a:gd name="connsiteY50" fmla="*/ 377633 h 955271"/>
              <a:gd name="connsiteX51" fmla="*/ 2777227 w 5741575"/>
              <a:gd name="connsiteY51" fmla="*/ 368972 h 955271"/>
              <a:gd name="connsiteX52" fmla="*/ 2779510 w 5741575"/>
              <a:gd name="connsiteY52" fmla="*/ 361652 h 955271"/>
              <a:gd name="connsiteX53" fmla="*/ 2786278 w 5741575"/>
              <a:gd name="connsiteY53" fmla="*/ 359869 h 955271"/>
              <a:gd name="connsiteX54" fmla="*/ 2792101 w 5741575"/>
              <a:gd name="connsiteY54" fmla="*/ 365927 h 955271"/>
              <a:gd name="connsiteX55" fmla="*/ 2885545 w 5741575"/>
              <a:gd name="connsiteY55" fmla="*/ 372818 h 955271"/>
              <a:gd name="connsiteX56" fmla="*/ 3009558 w 5741575"/>
              <a:gd name="connsiteY56" fmla="*/ 370573 h 955271"/>
              <a:gd name="connsiteX57" fmla="*/ 3095010 w 5741575"/>
              <a:gd name="connsiteY57" fmla="*/ 332454 h 955271"/>
              <a:gd name="connsiteX58" fmla="*/ 3103742 w 5741575"/>
              <a:gd name="connsiteY58" fmla="*/ 337974 h 955271"/>
              <a:gd name="connsiteX59" fmla="*/ 3165093 w 5741575"/>
              <a:gd name="connsiteY59" fmla="*/ 329459 h 955271"/>
              <a:gd name="connsiteX60" fmla="*/ 3373785 w 5741575"/>
              <a:gd name="connsiteY60" fmla="*/ 255680 h 955271"/>
              <a:gd name="connsiteX61" fmla="*/ 3493851 w 5741575"/>
              <a:gd name="connsiteY61" fmla="*/ 240255 h 955271"/>
              <a:gd name="connsiteX62" fmla="*/ 3537470 w 5741575"/>
              <a:gd name="connsiteY62" fmla="*/ 241867 h 955271"/>
              <a:gd name="connsiteX63" fmla="*/ 3610489 w 5741575"/>
              <a:gd name="connsiteY63" fmla="*/ 244128 h 955271"/>
              <a:gd name="connsiteX64" fmla="*/ 3667539 w 5741575"/>
              <a:gd name="connsiteY64" fmla="*/ 263271 h 955271"/>
              <a:gd name="connsiteX65" fmla="*/ 3727614 w 5741575"/>
              <a:gd name="connsiteY65" fmla="*/ 258245 h 955271"/>
              <a:gd name="connsiteX66" fmla="*/ 3738369 w 5741575"/>
              <a:gd name="connsiteY66" fmla="*/ 234506 h 955271"/>
              <a:gd name="connsiteX67" fmla="*/ 3803670 w 5741575"/>
              <a:gd name="connsiteY67" fmla="*/ 236457 h 955271"/>
              <a:gd name="connsiteX68" fmla="*/ 3903080 w 5741575"/>
              <a:gd name="connsiteY68" fmla="*/ 241890 h 955271"/>
              <a:gd name="connsiteX69" fmla="*/ 4114838 w 5741575"/>
              <a:gd name="connsiteY69" fmla="*/ 238165 h 955271"/>
              <a:gd name="connsiteX70" fmla="*/ 4271023 w 5741575"/>
              <a:gd name="connsiteY70" fmla="*/ 241959 h 955271"/>
              <a:gd name="connsiteX71" fmla="*/ 4367397 w 5741575"/>
              <a:gd name="connsiteY71" fmla="*/ 271442 h 955271"/>
              <a:gd name="connsiteX72" fmla="*/ 4495366 w 5741575"/>
              <a:gd name="connsiteY72" fmla="*/ 271618 h 955271"/>
              <a:gd name="connsiteX73" fmla="*/ 4517347 w 5741575"/>
              <a:gd name="connsiteY73" fmla="*/ 275639 h 955271"/>
              <a:gd name="connsiteX74" fmla="*/ 4546116 w 5741575"/>
              <a:gd name="connsiteY74" fmla="*/ 268568 h 955271"/>
              <a:gd name="connsiteX75" fmla="*/ 4661259 w 5741575"/>
              <a:gd name="connsiteY75" fmla="*/ 238966 h 955271"/>
              <a:gd name="connsiteX76" fmla="*/ 4750403 w 5741575"/>
              <a:gd name="connsiteY76" fmla="*/ 204364 h 955271"/>
              <a:gd name="connsiteX77" fmla="*/ 4867614 w 5741575"/>
              <a:gd name="connsiteY77" fmla="*/ 208668 h 955271"/>
              <a:gd name="connsiteX78" fmla="*/ 4937036 w 5741575"/>
              <a:gd name="connsiteY78" fmla="*/ 195446 h 955271"/>
              <a:gd name="connsiteX79" fmla="*/ 5047626 w 5741575"/>
              <a:gd name="connsiteY79" fmla="*/ 149604 h 955271"/>
              <a:gd name="connsiteX80" fmla="*/ 5200247 w 5741575"/>
              <a:gd name="connsiteY80" fmla="*/ 142695 h 955271"/>
              <a:gd name="connsiteX81" fmla="*/ 5235691 w 5741575"/>
              <a:gd name="connsiteY81" fmla="*/ 173330 h 955271"/>
              <a:gd name="connsiteX82" fmla="*/ 5280133 w 5741575"/>
              <a:gd name="connsiteY82" fmla="*/ 189342 h 955271"/>
              <a:gd name="connsiteX83" fmla="*/ 5291963 w 5741575"/>
              <a:gd name="connsiteY83" fmla="*/ 139446 h 955271"/>
              <a:gd name="connsiteX84" fmla="*/ 5418472 w 5741575"/>
              <a:gd name="connsiteY84" fmla="*/ 89163 h 955271"/>
              <a:gd name="connsiteX85" fmla="*/ 5482354 w 5741575"/>
              <a:gd name="connsiteY85" fmla="*/ 69470 h 955271"/>
              <a:gd name="connsiteX86" fmla="*/ 5583280 w 5741575"/>
              <a:gd name="connsiteY86" fmla="*/ 49787 h 955271"/>
              <a:gd name="connsiteX87" fmla="*/ 5613766 w 5741575"/>
              <a:gd name="connsiteY87" fmla="*/ 41855 h 955271"/>
              <a:gd name="connsiteX88" fmla="*/ 5684952 w 5741575"/>
              <a:gd name="connsiteY88" fmla="*/ 26088 h 955271"/>
              <a:gd name="connsiteX89" fmla="*/ 5741575 w 5741575"/>
              <a:gd name="connsiteY89" fmla="*/ 0 h 955271"/>
              <a:gd name="connsiteX0" fmla="*/ 5741575 w 5741575"/>
              <a:gd name="connsiteY0" fmla="*/ 0 h 955271"/>
              <a:gd name="connsiteX1" fmla="*/ 5741575 w 5741575"/>
              <a:gd name="connsiteY1" fmla="*/ 955271 h 955271"/>
              <a:gd name="connsiteX2" fmla="*/ 0 w 5741575"/>
              <a:gd name="connsiteY2" fmla="*/ 955271 h 955271"/>
              <a:gd name="connsiteX3" fmla="*/ 8558 w 5741575"/>
              <a:gd name="connsiteY3" fmla="*/ 953971 h 955271"/>
              <a:gd name="connsiteX4" fmla="*/ 16894 w 5741575"/>
              <a:gd name="connsiteY4" fmla="*/ 953847 h 955271"/>
              <a:gd name="connsiteX5" fmla="*/ 28156 w 5741575"/>
              <a:gd name="connsiteY5" fmla="*/ 951374 h 955271"/>
              <a:gd name="connsiteX6" fmla="*/ 28293 w 5741575"/>
              <a:gd name="connsiteY6" fmla="*/ 950971 h 955271"/>
              <a:gd name="connsiteX7" fmla="*/ 39115 w 5741575"/>
              <a:gd name="connsiteY7" fmla="*/ 949326 h 955271"/>
              <a:gd name="connsiteX8" fmla="*/ 148657 w 5741575"/>
              <a:gd name="connsiteY8" fmla="*/ 898134 h 955271"/>
              <a:gd name="connsiteX9" fmla="*/ 174554 w 5741575"/>
              <a:gd name="connsiteY9" fmla="*/ 886351 h 955271"/>
              <a:gd name="connsiteX10" fmla="*/ 187633 w 5741575"/>
              <a:gd name="connsiteY10" fmla="*/ 878226 h 955271"/>
              <a:gd name="connsiteX11" fmla="*/ 187961 w 5741575"/>
              <a:gd name="connsiteY11" fmla="*/ 876538 h 955271"/>
              <a:gd name="connsiteX12" fmla="*/ 240501 w 5741575"/>
              <a:gd name="connsiteY12" fmla="*/ 873150 h 955271"/>
              <a:gd name="connsiteX13" fmla="*/ 246345 w 5741575"/>
              <a:gd name="connsiteY13" fmla="*/ 869942 h 955271"/>
              <a:gd name="connsiteX14" fmla="*/ 306299 w 5741575"/>
              <a:gd name="connsiteY14" fmla="*/ 873609 h 955271"/>
              <a:gd name="connsiteX15" fmla="*/ 331571 w 5741575"/>
              <a:gd name="connsiteY15" fmla="*/ 869866 h 955271"/>
              <a:gd name="connsiteX16" fmla="*/ 384157 w 5741575"/>
              <a:gd name="connsiteY16" fmla="*/ 867971 h 955271"/>
              <a:gd name="connsiteX17" fmla="*/ 477637 w 5741575"/>
              <a:gd name="connsiteY17" fmla="*/ 870334 h 955271"/>
              <a:gd name="connsiteX18" fmla="*/ 570239 w 5741575"/>
              <a:gd name="connsiteY18" fmla="*/ 829596 h 955271"/>
              <a:gd name="connsiteX19" fmla="*/ 787156 w 5741575"/>
              <a:gd name="connsiteY19" fmla="*/ 838447 h 955271"/>
              <a:gd name="connsiteX20" fmla="*/ 948872 w 5741575"/>
              <a:gd name="connsiteY20" fmla="*/ 772201 h 955271"/>
              <a:gd name="connsiteX21" fmla="*/ 1127089 w 5741575"/>
              <a:gd name="connsiteY21" fmla="*/ 746926 h 955271"/>
              <a:gd name="connsiteX22" fmla="*/ 1220426 w 5741575"/>
              <a:gd name="connsiteY22" fmla="*/ 721810 h 955271"/>
              <a:gd name="connsiteX23" fmla="*/ 1306771 w 5741575"/>
              <a:gd name="connsiteY23" fmla="*/ 717936 h 955271"/>
              <a:gd name="connsiteX24" fmla="*/ 1374314 w 5741575"/>
              <a:gd name="connsiteY24" fmla="*/ 688815 h 955271"/>
              <a:gd name="connsiteX25" fmla="*/ 1378034 w 5741575"/>
              <a:gd name="connsiteY25" fmla="*/ 685842 h 955271"/>
              <a:gd name="connsiteX26" fmla="*/ 1395604 w 5741575"/>
              <a:gd name="connsiteY26" fmla="*/ 680460 h 955271"/>
              <a:gd name="connsiteX27" fmla="*/ 1397206 w 5741575"/>
              <a:gd name="connsiteY27" fmla="*/ 670793 h 955271"/>
              <a:gd name="connsiteX28" fmla="*/ 1421250 w 5741575"/>
              <a:gd name="connsiteY28" fmla="*/ 656855 h 955271"/>
              <a:gd name="connsiteX29" fmla="*/ 1454524 w 5741575"/>
              <a:gd name="connsiteY29" fmla="*/ 649224 h 955271"/>
              <a:gd name="connsiteX30" fmla="*/ 1616217 w 5741575"/>
              <a:gd name="connsiteY30" fmla="*/ 622107 h 955271"/>
              <a:gd name="connsiteX31" fmla="*/ 1710928 w 5741575"/>
              <a:gd name="connsiteY31" fmla="*/ 600666 h 955271"/>
              <a:gd name="connsiteX32" fmla="*/ 1743718 w 5741575"/>
              <a:gd name="connsiteY32" fmla="*/ 584327 h 955271"/>
              <a:gd name="connsiteX33" fmla="*/ 1873778 w 5741575"/>
              <a:gd name="connsiteY33" fmla="*/ 530130 h 955271"/>
              <a:gd name="connsiteX34" fmla="*/ 1988411 w 5741575"/>
              <a:gd name="connsiteY34" fmla="*/ 491599 h 955271"/>
              <a:gd name="connsiteX35" fmla="*/ 2085507 w 5741575"/>
              <a:gd name="connsiteY35" fmla="*/ 498527 h 955271"/>
              <a:gd name="connsiteX36" fmla="*/ 2090767 w 5741575"/>
              <a:gd name="connsiteY36" fmla="*/ 490616 h 955271"/>
              <a:gd name="connsiteX37" fmla="*/ 2151143 w 5741575"/>
              <a:gd name="connsiteY37" fmla="*/ 478332 h 955271"/>
              <a:gd name="connsiteX38" fmla="*/ 2378710 w 5741575"/>
              <a:gd name="connsiteY38" fmla="*/ 477570 h 955271"/>
              <a:gd name="connsiteX39" fmla="*/ 2496256 w 5741575"/>
              <a:gd name="connsiteY39" fmla="*/ 452396 h 955271"/>
              <a:gd name="connsiteX40" fmla="*/ 2535387 w 5741575"/>
              <a:gd name="connsiteY40" fmla="*/ 436645 h 955271"/>
              <a:gd name="connsiteX41" fmla="*/ 2601109 w 5741575"/>
              <a:gd name="connsiteY41" fmla="*/ 410678 h 955271"/>
              <a:gd name="connsiteX42" fmla="*/ 2643855 w 5741575"/>
              <a:gd name="connsiteY42" fmla="*/ 374482 h 955271"/>
              <a:gd name="connsiteX43" fmla="*/ 2657726 w 5741575"/>
              <a:gd name="connsiteY43" fmla="*/ 365841 h 955271"/>
              <a:gd name="connsiteX44" fmla="*/ 2687125 w 5741575"/>
              <a:gd name="connsiteY44" fmla="*/ 366820 h 955271"/>
              <a:gd name="connsiteX45" fmla="*/ 2697479 w 5741575"/>
              <a:gd name="connsiteY45" fmla="*/ 361430 h 955271"/>
              <a:gd name="connsiteX46" fmla="*/ 2701547 w 5741575"/>
              <a:gd name="connsiteY46" fmla="*/ 361545 h 955271"/>
              <a:gd name="connsiteX47" fmla="*/ 2711054 w 5741575"/>
              <a:gd name="connsiteY47" fmla="*/ 360597 h 955271"/>
              <a:gd name="connsiteX48" fmla="*/ 2710438 w 5741575"/>
              <a:gd name="connsiteY48" fmla="*/ 366958 h 955271"/>
              <a:gd name="connsiteX49" fmla="*/ 2722936 w 5741575"/>
              <a:gd name="connsiteY49" fmla="*/ 377633 h 955271"/>
              <a:gd name="connsiteX50" fmla="*/ 2777227 w 5741575"/>
              <a:gd name="connsiteY50" fmla="*/ 368972 h 955271"/>
              <a:gd name="connsiteX51" fmla="*/ 2779510 w 5741575"/>
              <a:gd name="connsiteY51" fmla="*/ 361652 h 955271"/>
              <a:gd name="connsiteX52" fmla="*/ 2786278 w 5741575"/>
              <a:gd name="connsiteY52" fmla="*/ 359869 h 955271"/>
              <a:gd name="connsiteX53" fmla="*/ 2792101 w 5741575"/>
              <a:gd name="connsiteY53" fmla="*/ 365927 h 955271"/>
              <a:gd name="connsiteX54" fmla="*/ 2885545 w 5741575"/>
              <a:gd name="connsiteY54" fmla="*/ 372818 h 955271"/>
              <a:gd name="connsiteX55" fmla="*/ 3009558 w 5741575"/>
              <a:gd name="connsiteY55" fmla="*/ 370573 h 955271"/>
              <a:gd name="connsiteX56" fmla="*/ 3095010 w 5741575"/>
              <a:gd name="connsiteY56" fmla="*/ 332454 h 955271"/>
              <a:gd name="connsiteX57" fmla="*/ 3103742 w 5741575"/>
              <a:gd name="connsiteY57" fmla="*/ 337974 h 955271"/>
              <a:gd name="connsiteX58" fmla="*/ 3165093 w 5741575"/>
              <a:gd name="connsiteY58" fmla="*/ 329459 h 955271"/>
              <a:gd name="connsiteX59" fmla="*/ 3373785 w 5741575"/>
              <a:gd name="connsiteY59" fmla="*/ 255680 h 955271"/>
              <a:gd name="connsiteX60" fmla="*/ 3493851 w 5741575"/>
              <a:gd name="connsiteY60" fmla="*/ 240255 h 955271"/>
              <a:gd name="connsiteX61" fmla="*/ 3537470 w 5741575"/>
              <a:gd name="connsiteY61" fmla="*/ 241867 h 955271"/>
              <a:gd name="connsiteX62" fmla="*/ 3610489 w 5741575"/>
              <a:gd name="connsiteY62" fmla="*/ 244128 h 955271"/>
              <a:gd name="connsiteX63" fmla="*/ 3667539 w 5741575"/>
              <a:gd name="connsiteY63" fmla="*/ 263271 h 955271"/>
              <a:gd name="connsiteX64" fmla="*/ 3727614 w 5741575"/>
              <a:gd name="connsiteY64" fmla="*/ 258245 h 955271"/>
              <a:gd name="connsiteX65" fmla="*/ 3738369 w 5741575"/>
              <a:gd name="connsiteY65" fmla="*/ 234506 h 955271"/>
              <a:gd name="connsiteX66" fmla="*/ 3803670 w 5741575"/>
              <a:gd name="connsiteY66" fmla="*/ 236457 h 955271"/>
              <a:gd name="connsiteX67" fmla="*/ 3903080 w 5741575"/>
              <a:gd name="connsiteY67" fmla="*/ 241890 h 955271"/>
              <a:gd name="connsiteX68" fmla="*/ 4114838 w 5741575"/>
              <a:gd name="connsiteY68" fmla="*/ 238165 h 955271"/>
              <a:gd name="connsiteX69" fmla="*/ 4271023 w 5741575"/>
              <a:gd name="connsiteY69" fmla="*/ 241959 h 955271"/>
              <a:gd name="connsiteX70" fmla="*/ 4367397 w 5741575"/>
              <a:gd name="connsiteY70" fmla="*/ 271442 h 955271"/>
              <a:gd name="connsiteX71" fmla="*/ 4495366 w 5741575"/>
              <a:gd name="connsiteY71" fmla="*/ 271618 h 955271"/>
              <a:gd name="connsiteX72" fmla="*/ 4517347 w 5741575"/>
              <a:gd name="connsiteY72" fmla="*/ 275639 h 955271"/>
              <a:gd name="connsiteX73" fmla="*/ 4546116 w 5741575"/>
              <a:gd name="connsiteY73" fmla="*/ 268568 h 955271"/>
              <a:gd name="connsiteX74" fmla="*/ 4661259 w 5741575"/>
              <a:gd name="connsiteY74" fmla="*/ 238966 h 955271"/>
              <a:gd name="connsiteX75" fmla="*/ 4750403 w 5741575"/>
              <a:gd name="connsiteY75" fmla="*/ 204364 h 955271"/>
              <a:gd name="connsiteX76" fmla="*/ 4867614 w 5741575"/>
              <a:gd name="connsiteY76" fmla="*/ 208668 h 955271"/>
              <a:gd name="connsiteX77" fmla="*/ 4937036 w 5741575"/>
              <a:gd name="connsiteY77" fmla="*/ 195446 h 955271"/>
              <a:gd name="connsiteX78" fmla="*/ 5047626 w 5741575"/>
              <a:gd name="connsiteY78" fmla="*/ 149604 h 955271"/>
              <a:gd name="connsiteX79" fmla="*/ 5200247 w 5741575"/>
              <a:gd name="connsiteY79" fmla="*/ 142695 h 955271"/>
              <a:gd name="connsiteX80" fmla="*/ 5235691 w 5741575"/>
              <a:gd name="connsiteY80" fmla="*/ 173330 h 955271"/>
              <a:gd name="connsiteX81" fmla="*/ 5280133 w 5741575"/>
              <a:gd name="connsiteY81" fmla="*/ 189342 h 955271"/>
              <a:gd name="connsiteX82" fmla="*/ 5291963 w 5741575"/>
              <a:gd name="connsiteY82" fmla="*/ 139446 h 955271"/>
              <a:gd name="connsiteX83" fmla="*/ 5418472 w 5741575"/>
              <a:gd name="connsiteY83" fmla="*/ 89163 h 955271"/>
              <a:gd name="connsiteX84" fmla="*/ 5482354 w 5741575"/>
              <a:gd name="connsiteY84" fmla="*/ 69470 h 955271"/>
              <a:gd name="connsiteX85" fmla="*/ 5583280 w 5741575"/>
              <a:gd name="connsiteY85" fmla="*/ 49787 h 955271"/>
              <a:gd name="connsiteX86" fmla="*/ 5613766 w 5741575"/>
              <a:gd name="connsiteY86" fmla="*/ 41855 h 955271"/>
              <a:gd name="connsiteX87" fmla="*/ 5684952 w 5741575"/>
              <a:gd name="connsiteY87" fmla="*/ 26088 h 955271"/>
              <a:gd name="connsiteX88" fmla="*/ 5741575 w 5741575"/>
              <a:gd name="connsiteY88" fmla="*/ 0 h 955271"/>
              <a:gd name="connsiteX0" fmla="*/ 5741575 w 5741575"/>
              <a:gd name="connsiteY0" fmla="*/ 0 h 955271"/>
              <a:gd name="connsiteX1" fmla="*/ 5741575 w 5741575"/>
              <a:gd name="connsiteY1" fmla="*/ 955271 h 955271"/>
              <a:gd name="connsiteX2" fmla="*/ 0 w 5741575"/>
              <a:gd name="connsiteY2" fmla="*/ 955271 h 955271"/>
              <a:gd name="connsiteX3" fmla="*/ 8558 w 5741575"/>
              <a:gd name="connsiteY3" fmla="*/ 953971 h 955271"/>
              <a:gd name="connsiteX4" fmla="*/ 16894 w 5741575"/>
              <a:gd name="connsiteY4" fmla="*/ 953847 h 955271"/>
              <a:gd name="connsiteX5" fmla="*/ 28156 w 5741575"/>
              <a:gd name="connsiteY5" fmla="*/ 951374 h 955271"/>
              <a:gd name="connsiteX6" fmla="*/ 28293 w 5741575"/>
              <a:gd name="connsiteY6" fmla="*/ 950971 h 955271"/>
              <a:gd name="connsiteX7" fmla="*/ 59229 w 5741575"/>
              <a:gd name="connsiteY7" fmla="*/ 903950 h 955271"/>
              <a:gd name="connsiteX8" fmla="*/ 148657 w 5741575"/>
              <a:gd name="connsiteY8" fmla="*/ 898134 h 955271"/>
              <a:gd name="connsiteX9" fmla="*/ 174554 w 5741575"/>
              <a:gd name="connsiteY9" fmla="*/ 886351 h 955271"/>
              <a:gd name="connsiteX10" fmla="*/ 187633 w 5741575"/>
              <a:gd name="connsiteY10" fmla="*/ 878226 h 955271"/>
              <a:gd name="connsiteX11" fmla="*/ 187961 w 5741575"/>
              <a:gd name="connsiteY11" fmla="*/ 876538 h 955271"/>
              <a:gd name="connsiteX12" fmla="*/ 240501 w 5741575"/>
              <a:gd name="connsiteY12" fmla="*/ 873150 h 955271"/>
              <a:gd name="connsiteX13" fmla="*/ 246345 w 5741575"/>
              <a:gd name="connsiteY13" fmla="*/ 869942 h 955271"/>
              <a:gd name="connsiteX14" fmla="*/ 306299 w 5741575"/>
              <a:gd name="connsiteY14" fmla="*/ 873609 h 955271"/>
              <a:gd name="connsiteX15" fmla="*/ 331571 w 5741575"/>
              <a:gd name="connsiteY15" fmla="*/ 869866 h 955271"/>
              <a:gd name="connsiteX16" fmla="*/ 384157 w 5741575"/>
              <a:gd name="connsiteY16" fmla="*/ 867971 h 955271"/>
              <a:gd name="connsiteX17" fmla="*/ 477637 w 5741575"/>
              <a:gd name="connsiteY17" fmla="*/ 870334 h 955271"/>
              <a:gd name="connsiteX18" fmla="*/ 570239 w 5741575"/>
              <a:gd name="connsiteY18" fmla="*/ 829596 h 955271"/>
              <a:gd name="connsiteX19" fmla="*/ 787156 w 5741575"/>
              <a:gd name="connsiteY19" fmla="*/ 838447 h 955271"/>
              <a:gd name="connsiteX20" fmla="*/ 948872 w 5741575"/>
              <a:gd name="connsiteY20" fmla="*/ 772201 h 955271"/>
              <a:gd name="connsiteX21" fmla="*/ 1127089 w 5741575"/>
              <a:gd name="connsiteY21" fmla="*/ 746926 h 955271"/>
              <a:gd name="connsiteX22" fmla="*/ 1220426 w 5741575"/>
              <a:gd name="connsiteY22" fmla="*/ 721810 h 955271"/>
              <a:gd name="connsiteX23" fmla="*/ 1306771 w 5741575"/>
              <a:gd name="connsiteY23" fmla="*/ 717936 h 955271"/>
              <a:gd name="connsiteX24" fmla="*/ 1374314 w 5741575"/>
              <a:gd name="connsiteY24" fmla="*/ 688815 h 955271"/>
              <a:gd name="connsiteX25" fmla="*/ 1378034 w 5741575"/>
              <a:gd name="connsiteY25" fmla="*/ 685842 h 955271"/>
              <a:gd name="connsiteX26" fmla="*/ 1395604 w 5741575"/>
              <a:gd name="connsiteY26" fmla="*/ 680460 h 955271"/>
              <a:gd name="connsiteX27" fmla="*/ 1397206 w 5741575"/>
              <a:gd name="connsiteY27" fmla="*/ 670793 h 955271"/>
              <a:gd name="connsiteX28" fmla="*/ 1421250 w 5741575"/>
              <a:gd name="connsiteY28" fmla="*/ 656855 h 955271"/>
              <a:gd name="connsiteX29" fmla="*/ 1454524 w 5741575"/>
              <a:gd name="connsiteY29" fmla="*/ 649224 h 955271"/>
              <a:gd name="connsiteX30" fmla="*/ 1616217 w 5741575"/>
              <a:gd name="connsiteY30" fmla="*/ 622107 h 955271"/>
              <a:gd name="connsiteX31" fmla="*/ 1710928 w 5741575"/>
              <a:gd name="connsiteY31" fmla="*/ 600666 h 955271"/>
              <a:gd name="connsiteX32" fmla="*/ 1743718 w 5741575"/>
              <a:gd name="connsiteY32" fmla="*/ 584327 h 955271"/>
              <a:gd name="connsiteX33" fmla="*/ 1873778 w 5741575"/>
              <a:gd name="connsiteY33" fmla="*/ 530130 h 955271"/>
              <a:gd name="connsiteX34" fmla="*/ 1988411 w 5741575"/>
              <a:gd name="connsiteY34" fmla="*/ 491599 h 955271"/>
              <a:gd name="connsiteX35" fmla="*/ 2085507 w 5741575"/>
              <a:gd name="connsiteY35" fmla="*/ 498527 h 955271"/>
              <a:gd name="connsiteX36" fmla="*/ 2090767 w 5741575"/>
              <a:gd name="connsiteY36" fmla="*/ 490616 h 955271"/>
              <a:gd name="connsiteX37" fmla="*/ 2151143 w 5741575"/>
              <a:gd name="connsiteY37" fmla="*/ 478332 h 955271"/>
              <a:gd name="connsiteX38" fmla="*/ 2378710 w 5741575"/>
              <a:gd name="connsiteY38" fmla="*/ 477570 h 955271"/>
              <a:gd name="connsiteX39" fmla="*/ 2496256 w 5741575"/>
              <a:gd name="connsiteY39" fmla="*/ 452396 h 955271"/>
              <a:gd name="connsiteX40" fmla="*/ 2535387 w 5741575"/>
              <a:gd name="connsiteY40" fmla="*/ 436645 h 955271"/>
              <a:gd name="connsiteX41" fmla="*/ 2601109 w 5741575"/>
              <a:gd name="connsiteY41" fmla="*/ 410678 h 955271"/>
              <a:gd name="connsiteX42" fmla="*/ 2643855 w 5741575"/>
              <a:gd name="connsiteY42" fmla="*/ 374482 h 955271"/>
              <a:gd name="connsiteX43" fmla="*/ 2657726 w 5741575"/>
              <a:gd name="connsiteY43" fmla="*/ 365841 h 955271"/>
              <a:gd name="connsiteX44" fmla="*/ 2687125 w 5741575"/>
              <a:gd name="connsiteY44" fmla="*/ 366820 h 955271"/>
              <a:gd name="connsiteX45" fmla="*/ 2697479 w 5741575"/>
              <a:gd name="connsiteY45" fmla="*/ 361430 h 955271"/>
              <a:gd name="connsiteX46" fmla="*/ 2701547 w 5741575"/>
              <a:gd name="connsiteY46" fmla="*/ 361545 h 955271"/>
              <a:gd name="connsiteX47" fmla="*/ 2711054 w 5741575"/>
              <a:gd name="connsiteY47" fmla="*/ 360597 h 955271"/>
              <a:gd name="connsiteX48" fmla="*/ 2710438 w 5741575"/>
              <a:gd name="connsiteY48" fmla="*/ 366958 h 955271"/>
              <a:gd name="connsiteX49" fmla="*/ 2722936 w 5741575"/>
              <a:gd name="connsiteY49" fmla="*/ 377633 h 955271"/>
              <a:gd name="connsiteX50" fmla="*/ 2777227 w 5741575"/>
              <a:gd name="connsiteY50" fmla="*/ 368972 h 955271"/>
              <a:gd name="connsiteX51" fmla="*/ 2779510 w 5741575"/>
              <a:gd name="connsiteY51" fmla="*/ 361652 h 955271"/>
              <a:gd name="connsiteX52" fmla="*/ 2786278 w 5741575"/>
              <a:gd name="connsiteY52" fmla="*/ 359869 h 955271"/>
              <a:gd name="connsiteX53" fmla="*/ 2792101 w 5741575"/>
              <a:gd name="connsiteY53" fmla="*/ 365927 h 955271"/>
              <a:gd name="connsiteX54" fmla="*/ 2885545 w 5741575"/>
              <a:gd name="connsiteY54" fmla="*/ 372818 h 955271"/>
              <a:gd name="connsiteX55" fmla="*/ 3009558 w 5741575"/>
              <a:gd name="connsiteY55" fmla="*/ 370573 h 955271"/>
              <a:gd name="connsiteX56" fmla="*/ 3095010 w 5741575"/>
              <a:gd name="connsiteY56" fmla="*/ 332454 h 955271"/>
              <a:gd name="connsiteX57" fmla="*/ 3103742 w 5741575"/>
              <a:gd name="connsiteY57" fmla="*/ 337974 h 955271"/>
              <a:gd name="connsiteX58" fmla="*/ 3165093 w 5741575"/>
              <a:gd name="connsiteY58" fmla="*/ 329459 h 955271"/>
              <a:gd name="connsiteX59" fmla="*/ 3373785 w 5741575"/>
              <a:gd name="connsiteY59" fmla="*/ 255680 h 955271"/>
              <a:gd name="connsiteX60" fmla="*/ 3493851 w 5741575"/>
              <a:gd name="connsiteY60" fmla="*/ 240255 h 955271"/>
              <a:gd name="connsiteX61" fmla="*/ 3537470 w 5741575"/>
              <a:gd name="connsiteY61" fmla="*/ 241867 h 955271"/>
              <a:gd name="connsiteX62" fmla="*/ 3610489 w 5741575"/>
              <a:gd name="connsiteY62" fmla="*/ 244128 h 955271"/>
              <a:gd name="connsiteX63" fmla="*/ 3667539 w 5741575"/>
              <a:gd name="connsiteY63" fmla="*/ 263271 h 955271"/>
              <a:gd name="connsiteX64" fmla="*/ 3727614 w 5741575"/>
              <a:gd name="connsiteY64" fmla="*/ 258245 h 955271"/>
              <a:gd name="connsiteX65" fmla="*/ 3738369 w 5741575"/>
              <a:gd name="connsiteY65" fmla="*/ 234506 h 955271"/>
              <a:gd name="connsiteX66" fmla="*/ 3803670 w 5741575"/>
              <a:gd name="connsiteY66" fmla="*/ 236457 h 955271"/>
              <a:gd name="connsiteX67" fmla="*/ 3903080 w 5741575"/>
              <a:gd name="connsiteY67" fmla="*/ 241890 h 955271"/>
              <a:gd name="connsiteX68" fmla="*/ 4114838 w 5741575"/>
              <a:gd name="connsiteY68" fmla="*/ 238165 h 955271"/>
              <a:gd name="connsiteX69" fmla="*/ 4271023 w 5741575"/>
              <a:gd name="connsiteY69" fmla="*/ 241959 h 955271"/>
              <a:gd name="connsiteX70" fmla="*/ 4367397 w 5741575"/>
              <a:gd name="connsiteY70" fmla="*/ 271442 h 955271"/>
              <a:gd name="connsiteX71" fmla="*/ 4495366 w 5741575"/>
              <a:gd name="connsiteY71" fmla="*/ 271618 h 955271"/>
              <a:gd name="connsiteX72" fmla="*/ 4517347 w 5741575"/>
              <a:gd name="connsiteY72" fmla="*/ 275639 h 955271"/>
              <a:gd name="connsiteX73" fmla="*/ 4546116 w 5741575"/>
              <a:gd name="connsiteY73" fmla="*/ 268568 h 955271"/>
              <a:gd name="connsiteX74" fmla="*/ 4661259 w 5741575"/>
              <a:gd name="connsiteY74" fmla="*/ 238966 h 955271"/>
              <a:gd name="connsiteX75" fmla="*/ 4750403 w 5741575"/>
              <a:gd name="connsiteY75" fmla="*/ 204364 h 955271"/>
              <a:gd name="connsiteX76" fmla="*/ 4867614 w 5741575"/>
              <a:gd name="connsiteY76" fmla="*/ 208668 h 955271"/>
              <a:gd name="connsiteX77" fmla="*/ 4937036 w 5741575"/>
              <a:gd name="connsiteY77" fmla="*/ 195446 h 955271"/>
              <a:gd name="connsiteX78" fmla="*/ 5047626 w 5741575"/>
              <a:gd name="connsiteY78" fmla="*/ 149604 h 955271"/>
              <a:gd name="connsiteX79" fmla="*/ 5200247 w 5741575"/>
              <a:gd name="connsiteY79" fmla="*/ 142695 h 955271"/>
              <a:gd name="connsiteX80" fmla="*/ 5235691 w 5741575"/>
              <a:gd name="connsiteY80" fmla="*/ 173330 h 955271"/>
              <a:gd name="connsiteX81" fmla="*/ 5280133 w 5741575"/>
              <a:gd name="connsiteY81" fmla="*/ 189342 h 955271"/>
              <a:gd name="connsiteX82" fmla="*/ 5291963 w 5741575"/>
              <a:gd name="connsiteY82" fmla="*/ 139446 h 955271"/>
              <a:gd name="connsiteX83" fmla="*/ 5418472 w 5741575"/>
              <a:gd name="connsiteY83" fmla="*/ 89163 h 955271"/>
              <a:gd name="connsiteX84" fmla="*/ 5482354 w 5741575"/>
              <a:gd name="connsiteY84" fmla="*/ 69470 h 955271"/>
              <a:gd name="connsiteX85" fmla="*/ 5583280 w 5741575"/>
              <a:gd name="connsiteY85" fmla="*/ 49787 h 955271"/>
              <a:gd name="connsiteX86" fmla="*/ 5613766 w 5741575"/>
              <a:gd name="connsiteY86" fmla="*/ 41855 h 955271"/>
              <a:gd name="connsiteX87" fmla="*/ 5684952 w 5741575"/>
              <a:gd name="connsiteY87" fmla="*/ 26088 h 955271"/>
              <a:gd name="connsiteX88" fmla="*/ 5741575 w 5741575"/>
              <a:gd name="connsiteY88" fmla="*/ 0 h 955271"/>
              <a:gd name="connsiteX0" fmla="*/ 5741575 w 5741575"/>
              <a:gd name="connsiteY0" fmla="*/ 0 h 955271"/>
              <a:gd name="connsiteX1" fmla="*/ 5741575 w 5741575"/>
              <a:gd name="connsiteY1" fmla="*/ 955271 h 955271"/>
              <a:gd name="connsiteX2" fmla="*/ 0 w 5741575"/>
              <a:gd name="connsiteY2" fmla="*/ 955271 h 955271"/>
              <a:gd name="connsiteX3" fmla="*/ 8558 w 5741575"/>
              <a:gd name="connsiteY3" fmla="*/ 953971 h 955271"/>
              <a:gd name="connsiteX4" fmla="*/ 16894 w 5741575"/>
              <a:gd name="connsiteY4" fmla="*/ 953847 h 955271"/>
              <a:gd name="connsiteX5" fmla="*/ 28156 w 5741575"/>
              <a:gd name="connsiteY5" fmla="*/ 951374 h 955271"/>
              <a:gd name="connsiteX6" fmla="*/ 28293 w 5741575"/>
              <a:gd name="connsiteY6" fmla="*/ 950971 h 955271"/>
              <a:gd name="connsiteX7" fmla="*/ 59229 w 5741575"/>
              <a:gd name="connsiteY7" fmla="*/ 903950 h 955271"/>
              <a:gd name="connsiteX8" fmla="*/ 148657 w 5741575"/>
              <a:gd name="connsiteY8" fmla="*/ 898134 h 955271"/>
              <a:gd name="connsiteX9" fmla="*/ 174554 w 5741575"/>
              <a:gd name="connsiteY9" fmla="*/ 886351 h 955271"/>
              <a:gd name="connsiteX10" fmla="*/ 187633 w 5741575"/>
              <a:gd name="connsiteY10" fmla="*/ 878226 h 955271"/>
              <a:gd name="connsiteX11" fmla="*/ 187961 w 5741575"/>
              <a:gd name="connsiteY11" fmla="*/ 876538 h 955271"/>
              <a:gd name="connsiteX12" fmla="*/ 240501 w 5741575"/>
              <a:gd name="connsiteY12" fmla="*/ 873150 h 955271"/>
              <a:gd name="connsiteX13" fmla="*/ 246345 w 5741575"/>
              <a:gd name="connsiteY13" fmla="*/ 869942 h 955271"/>
              <a:gd name="connsiteX14" fmla="*/ 306299 w 5741575"/>
              <a:gd name="connsiteY14" fmla="*/ 873609 h 955271"/>
              <a:gd name="connsiteX15" fmla="*/ 331571 w 5741575"/>
              <a:gd name="connsiteY15" fmla="*/ 869866 h 955271"/>
              <a:gd name="connsiteX16" fmla="*/ 384157 w 5741575"/>
              <a:gd name="connsiteY16" fmla="*/ 867971 h 955271"/>
              <a:gd name="connsiteX17" fmla="*/ 477637 w 5741575"/>
              <a:gd name="connsiteY17" fmla="*/ 870334 h 955271"/>
              <a:gd name="connsiteX18" fmla="*/ 570239 w 5741575"/>
              <a:gd name="connsiteY18" fmla="*/ 829596 h 955271"/>
              <a:gd name="connsiteX19" fmla="*/ 772070 w 5741575"/>
              <a:gd name="connsiteY19" fmla="*/ 820296 h 955271"/>
              <a:gd name="connsiteX20" fmla="*/ 948872 w 5741575"/>
              <a:gd name="connsiteY20" fmla="*/ 772201 h 955271"/>
              <a:gd name="connsiteX21" fmla="*/ 1127089 w 5741575"/>
              <a:gd name="connsiteY21" fmla="*/ 746926 h 955271"/>
              <a:gd name="connsiteX22" fmla="*/ 1220426 w 5741575"/>
              <a:gd name="connsiteY22" fmla="*/ 721810 h 955271"/>
              <a:gd name="connsiteX23" fmla="*/ 1306771 w 5741575"/>
              <a:gd name="connsiteY23" fmla="*/ 717936 h 955271"/>
              <a:gd name="connsiteX24" fmla="*/ 1374314 w 5741575"/>
              <a:gd name="connsiteY24" fmla="*/ 688815 h 955271"/>
              <a:gd name="connsiteX25" fmla="*/ 1378034 w 5741575"/>
              <a:gd name="connsiteY25" fmla="*/ 685842 h 955271"/>
              <a:gd name="connsiteX26" fmla="*/ 1395604 w 5741575"/>
              <a:gd name="connsiteY26" fmla="*/ 680460 h 955271"/>
              <a:gd name="connsiteX27" fmla="*/ 1397206 w 5741575"/>
              <a:gd name="connsiteY27" fmla="*/ 670793 h 955271"/>
              <a:gd name="connsiteX28" fmla="*/ 1421250 w 5741575"/>
              <a:gd name="connsiteY28" fmla="*/ 656855 h 955271"/>
              <a:gd name="connsiteX29" fmla="*/ 1454524 w 5741575"/>
              <a:gd name="connsiteY29" fmla="*/ 649224 h 955271"/>
              <a:gd name="connsiteX30" fmla="*/ 1616217 w 5741575"/>
              <a:gd name="connsiteY30" fmla="*/ 622107 h 955271"/>
              <a:gd name="connsiteX31" fmla="*/ 1710928 w 5741575"/>
              <a:gd name="connsiteY31" fmla="*/ 600666 h 955271"/>
              <a:gd name="connsiteX32" fmla="*/ 1743718 w 5741575"/>
              <a:gd name="connsiteY32" fmla="*/ 584327 h 955271"/>
              <a:gd name="connsiteX33" fmla="*/ 1873778 w 5741575"/>
              <a:gd name="connsiteY33" fmla="*/ 530130 h 955271"/>
              <a:gd name="connsiteX34" fmla="*/ 1988411 w 5741575"/>
              <a:gd name="connsiteY34" fmla="*/ 491599 h 955271"/>
              <a:gd name="connsiteX35" fmla="*/ 2085507 w 5741575"/>
              <a:gd name="connsiteY35" fmla="*/ 498527 h 955271"/>
              <a:gd name="connsiteX36" fmla="*/ 2090767 w 5741575"/>
              <a:gd name="connsiteY36" fmla="*/ 490616 h 955271"/>
              <a:gd name="connsiteX37" fmla="*/ 2151143 w 5741575"/>
              <a:gd name="connsiteY37" fmla="*/ 478332 h 955271"/>
              <a:gd name="connsiteX38" fmla="*/ 2378710 w 5741575"/>
              <a:gd name="connsiteY38" fmla="*/ 477570 h 955271"/>
              <a:gd name="connsiteX39" fmla="*/ 2496256 w 5741575"/>
              <a:gd name="connsiteY39" fmla="*/ 452396 h 955271"/>
              <a:gd name="connsiteX40" fmla="*/ 2535387 w 5741575"/>
              <a:gd name="connsiteY40" fmla="*/ 436645 h 955271"/>
              <a:gd name="connsiteX41" fmla="*/ 2601109 w 5741575"/>
              <a:gd name="connsiteY41" fmla="*/ 410678 h 955271"/>
              <a:gd name="connsiteX42" fmla="*/ 2643855 w 5741575"/>
              <a:gd name="connsiteY42" fmla="*/ 374482 h 955271"/>
              <a:gd name="connsiteX43" fmla="*/ 2657726 w 5741575"/>
              <a:gd name="connsiteY43" fmla="*/ 365841 h 955271"/>
              <a:gd name="connsiteX44" fmla="*/ 2687125 w 5741575"/>
              <a:gd name="connsiteY44" fmla="*/ 366820 h 955271"/>
              <a:gd name="connsiteX45" fmla="*/ 2697479 w 5741575"/>
              <a:gd name="connsiteY45" fmla="*/ 361430 h 955271"/>
              <a:gd name="connsiteX46" fmla="*/ 2701547 w 5741575"/>
              <a:gd name="connsiteY46" fmla="*/ 361545 h 955271"/>
              <a:gd name="connsiteX47" fmla="*/ 2711054 w 5741575"/>
              <a:gd name="connsiteY47" fmla="*/ 360597 h 955271"/>
              <a:gd name="connsiteX48" fmla="*/ 2710438 w 5741575"/>
              <a:gd name="connsiteY48" fmla="*/ 366958 h 955271"/>
              <a:gd name="connsiteX49" fmla="*/ 2722936 w 5741575"/>
              <a:gd name="connsiteY49" fmla="*/ 377633 h 955271"/>
              <a:gd name="connsiteX50" fmla="*/ 2777227 w 5741575"/>
              <a:gd name="connsiteY50" fmla="*/ 368972 h 955271"/>
              <a:gd name="connsiteX51" fmla="*/ 2779510 w 5741575"/>
              <a:gd name="connsiteY51" fmla="*/ 361652 h 955271"/>
              <a:gd name="connsiteX52" fmla="*/ 2786278 w 5741575"/>
              <a:gd name="connsiteY52" fmla="*/ 359869 h 955271"/>
              <a:gd name="connsiteX53" fmla="*/ 2792101 w 5741575"/>
              <a:gd name="connsiteY53" fmla="*/ 365927 h 955271"/>
              <a:gd name="connsiteX54" fmla="*/ 2885545 w 5741575"/>
              <a:gd name="connsiteY54" fmla="*/ 372818 h 955271"/>
              <a:gd name="connsiteX55" fmla="*/ 3009558 w 5741575"/>
              <a:gd name="connsiteY55" fmla="*/ 370573 h 955271"/>
              <a:gd name="connsiteX56" fmla="*/ 3095010 w 5741575"/>
              <a:gd name="connsiteY56" fmla="*/ 332454 h 955271"/>
              <a:gd name="connsiteX57" fmla="*/ 3103742 w 5741575"/>
              <a:gd name="connsiteY57" fmla="*/ 337974 h 955271"/>
              <a:gd name="connsiteX58" fmla="*/ 3165093 w 5741575"/>
              <a:gd name="connsiteY58" fmla="*/ 329459 h 955271"/>
              <a:gd name="connsiteX59" fmla="*/ 3373785 w 5741575"/>
              <a:gd name="connsiteY59" fmla="*/ 255680 h 955271"/>
              <a:gd name="connsiteX60" fmla="*/ 3493851 w 5741575"/>
              <a:gd name="connsiteY60" fmla="*/ 240255 h 955271"/>
              <a:gd name="connsiteX61" fmla="*/ 3537470 w 5741575"/>
              <a:gd name="connsiteY61" fmla="*/ 241867 h 955271"/>
              <a:gd name="connsiteX62" fmla="*/ 3610489 w 5741575"/>
              <a:gd name="connsiteY62" fmla="*/ 244128 h 955271"/>
              <a:gd name="connsiteX63" fmla="*/ 3667539 w 5741575"/>
              <a:gd name="connsiteY63" fmla="*/ 263271 h 955271"/>
              <a:gd name="connsiteX64" fmla="*/ 3727614 w 5741575"/>
              <a:gd name="connsiteY64" fmla="*/ 258245 h 955271"/>
              <a:gd name="connsiteX65" fmla="*/ 3738369 w 5741575"/>
              <a:gd name="connsiteY65" fmla="*/ 234506 h 955271"/>
              <a:gd name="connsiteX66" fmla="*/ 3803670 w 5741575"/>
              <a:gd name="connsiteY66" fmla="*/ 236457 h 955271"/>
              <a:gd name="connsiteX67" fmla="*/ 3903080 w 5741575"/>
              <a:gd name="connsiteY67" fmla="*/ 241890 h 955271"/>
              <a:gd name="connsiteX68" fmla="*/ 4114838 w 5741575"/>
              <a:gd name="connsiteY68" fmla="*/ 238165 h 955271"/>
              <a:gd name="connsiteX69" fmla="*/ 4271023 w 5741575"/>
              <a:gd name="connsiteY69" fmla="*/ 241959 h 955271"/>
              <a:gd name="connsiteX70" fmla="*/ 4367397 w 5741575"/>
              <a:gd name="connsiteY70" fmla="*/ 271442 h 955271"/>
              <a:gd name="connsiteX71" fmla="*/ 4495366 w 5741575"/>
              <a:gd name="connsiteY71" fmla="*/ 271618 h 955271"/>
              <a:gd name="connsiteX72" fmla="*/ 4517347 w 5741575"/>
              <a:gd name="connsiteY72" fmla="*/ 275639 h 955271"/>
              <a:gd name="connsiteX73" fmla="*/ 4546116 w 5741575"/>
              <a:gd name="connsiteY73" fmla="*/ 268568 h 955271"/>
              <a:gd name="connsiteX74" fmla="*/ 4661259 w 5741575"/>
              <a:gd name="connsiteY74" fmla="*/ 238966 h 955271"/>
              <a:gd name="connsiteX75" fmla="*/ 4750403 w 5741575"/>
              <a:gd name="connsiteY75" fmla="*/ 204364 h 955271"/>
              <a:gd name="connsiteX76" fmla="*/ 4867614 w 5741575"/>
              <a:gd name="connsiteY76" fmla="*/ 208668 h 955271"/>
              <a:gd name="connsiteX77" fmla="*/ 4937036 w 5741575"/>
              <a:gd name="connsiteY77" fmla="*/ 195446 h 955271"/>
              <a:gd name="connsiteX78" fmla="*/ 5047626 w 5741575"/>
              <a:gd name="connsiteY78" fmla="*/ 149604 h 955271"/>
              <a:gd name="connsiteX79" fmla="*/ 5200247 w 5741575"/>
              <a:gd name="connsiteY79" fmla="*/ 142695 h 955271"/>
              <a:gd name="connsiteX80" fmla="*/ 5235691 w 5741575"/>
              <a:gd name="connsiteY80" fmla="*/ 173330 h 955271"/>
              <a:gd name="connsiteX81" fmla="*/ 5280133 w 5741575"/>
              <a:gd name="connsiteY81" fmla="*/ 189342 h 955271"/>
              <a:gd name="connsiteX82" fmla="*/ 5291963 w 5741575"/>
              <a:gd name="connsiteY82" fmla="*/ 139446 h 955271"/>
              <a:gd name="connsiteX83" fmla="*/ 5418472 w 5741575"/>
              <a:gd name="connsiteY83" fmla="*/ 89163 h 955271"/>
              <a:gd name="connsiteX84" fmla="*/ 5482354 w 5741575"/>
              <a:gd name="connsiteY84" fmla="*/ 69470 h 955271"/>
              <a:gd name="connsiteX85" fmla="*/ 5583280 w 5741575"/>
              <a:gd name="connsiteY85" fmla="*/ 49787 h 955271"/>
              <a:gd name="connsiteX86" fmla="*/ 5613766 w 5741575"/>
              <a:gd name="connsiteY86" fmla="*/ 41855 h 955271"/>
              <a:gd name="connsiteX87" fmla="*/ 5684952 w 5741575"/>
              <a:gd name="connsiteY87" fmla="*/ 26088 h 955271"/>
              <a:gd name="connsiteX88" fmla="*/ 5741575 w 5741575"/>
              <a:gd name="connsiteY88" fmla="*/ 0 h 955271"/>
              <a:gd name="connsiteX0" fmla="*/ 5741575 w 5741575"/>
              <a:gd name="connsiteY0" fmla="*/ 0 h 955271"/>
              <a:gd name="connsiteX1" fmla="*/ 5741575 w 5741575"/>
              <a:gd name="connsiteY1" fmla="*/ 955271 h 955271"/>
              <a:gd name="connsiteX2" fmla="*/ 0 w 5741575"/>
              <a:gd name="connsiteY2" fmla="*/ 955271 h 955271"/>
              <a:gd name="connsiteX3" fmla="*/ 8558 w 5741575"/>
              <a:gd name="connsiteY3" fmla="*/ 953971 h 955271"/>
              <a:gd name="connsiteX4" fmla="*/ 16894 w 5741575"/>
              <a:gd name="connsiteY4" fmla="*/ 953847 h 955271"/>
              <a:gd name="connsiteX5" fmla="*/ 28156 w 5741575"/>
              <a:gd name="connsiteY5" fmla="*/ 951374 h 955271"/>
              <a:gd name="connsiteX6" fmla="*/ 28293 w 5741575"/>
              <a:gd name="connsiteY6" fmla="*/ 950971 h 955271"/>
              <a:gd name="connsiteX7" fmla="*/ 59229 w 5741575"/>
              <a:gd name="connsiteY7" fmla="*/ 903950 h 955271"/>
              <a:gd name="connsiteX8" fmla="*/ 148657 w 5741575"/>
              <a:gd name="connsiteY8" fmla="*/ 898134 h 955271"/>
              <a:gd name="connsiteX9" fmla="*/ 174554 w 5741575"/>
              <a:gd name="connsiteY9" fmla="*/ 886351 h 955271"/>
              <a:gd name="connsiteX10" fmla="*/ 187633 w 5741575"/>
              <a:gd name="connsiteY10" fmla="*/ 878226 h 955271"/>
              <a:gd name="connsiteX11" fmla="*/ 187961 w 5741575"/>
              <a:gd name="connsiteY11" fmla="*/ 876538 h 955271"/>
              <a:gd name="connsiteX12" fmla="*/ 240501 w 5741575"/>
              <a:gd name="connsiteY12" fmla="*/ 873150 h 955271"/>
              <a:gd name="connsiteX13" fmla="*/ 246345 w 5741575"/>
              <a:gd name="connsiteY13" fmla="*/ 869942 h 955271"/>
              <a:gd name="connsiteX14" fmla="*/ 306299 w 5741575"/>
              <a:gd name="connsiteY14" fmla="*/ 873609 h 955271"/>
              <a:gd name="connsiteX15" fmla="*/ 331571 w 5741575"/>
              <a:gd name="connsiteY15" fmla="*/ 869866 h 955271"/>
              <a:gd name="connsiteX16" fmla="*/ 384157 w 5741575"/>
              <a:gd name="connsiteY16" fmla="*/ 867971 h 955271"/>
              <a:gd name="connsiteX17" fmla="*/ 477637 w 5741575"/>
              <a:gd name="connsiteY17" fmla="*/ 870334 h 955271"/>
              <a:gd name="connsiteX18" fmla="*/ 570239 w 5741575"/>
              <a:gd name="connsiteY18" fmla="*/ 829596 h 955271"/>
              <a:gd name="connsiteX19" fmla="*/ 772070 w 5741575"/>
              <a:gd name="connsiteY19" fmla="*/ 820296 h 955271"/>
              <a:gd name="connsiteX20" fmla="*/ 948872 w 5741575"/>
              <a:gd name="connsiteY20" fmla="*/ 772201 h 955271"/>
              <a:gd name="connsiteX21" fmla="*/ 1127089 w 5741575"/>
              <a:gd name="connsiteY21" fmla="*/ 746926 h 955271"/>
              <a:gd name="connsiteX22" fmla="*/ 1220426 w 5741575"/>
              <a:gd name="connsiteY22" fmla="*/ 721810 h 955271"/>
              <a:gd name="connsiteX23" fmla="*/ 1306771 w 5741575"/>
              <a:gd name="connsiteY23" fmla="*/ 717936 h 955271"/>
              <a:gd name="connsiteX24" fmla="*/ 1374314 w 5741575"/>
              <a:gd name="connsiteY24" fmla="*/ 688815 h 955271"/>
              <a:gd name="connsiteX25" fmla="*/ 1378034 w 5741575"/>
              <a:gd name="connsiteY25" fmla="*/ 685842 h 955271"/>
              <a:gd name="connsiteX26" fmla="*/ 1395604 w 5741575"/>
              <a:gd name="connsiteY26" fmla="*/ 680460 h 955271"/>
              <a:gd name="connsiteX27" fmla="*/ 1397206 w 5741575"/>
              <a:gd name="connsiteY27" fmla="*/ 670793 h 955271"/>
              <a:gd name="connsiteX28" fmla="*/ 1421250 w 5741575"/>
              <a:gd name="connsiteY28" fmla="*/ 656855 h 955271"/>
              <a:gd name="connsiteX29" fmla="*/ 1454524 w 5741575"/>
              <a:gd name="connsiteY29" fmla="*/ 649224 h 955271"/>
              <a:gd name="connsiteX30" fmla="*/ 1616217 w 5741575"/>
              <a:gd name="connsiteY30" fmla="*/ 622107 h 955271"/>
              <a:gd name="connsiteX31" fmla="*/ 1710928 w 5741575"/>
              <a:gd name="connsiteY31" fmla="*/ 600666 h 955271"/>
              <a:gd name="connsiteX32" fmla="*/ 1743718 w 5741575"/>
              <a:gd name="connsiteY32" fmla="*/ 584327 h 955271"/>
              <a:gd name="connsiteX33" fmla="*/ 1873778 w 5741575"/>
              <a:gd name="connsiteY33" fmla="*/ 530130 h 955271"/>
              <a:gd name="connsiteX34" fmla="*/ 1988411 w 5741575"/>
              <a:gd name="connsiteY34" fmla="*/ 491599 h 955271"/>
              <a:gd name="connsiteX35" fmla="*/ 2085507 w 5741575"/>
              <a:gd name="connsiteY35" fmla="*/ 498527 h 955271"/>
              <a:gd name="connsiteX36" fmla="*/ 2090767 w 5741575"/>
              <a:gd name="connsiteY36" fmla="*/ 490616 h 955271"/>
              <a:gd name="connsiteX37" fmla="*/ 2151143 w 5741575"/>
              <a:gd name="connsiteY37" fmla="*/ 478332 h 955271"/>
              <a:gd name="connsiteX38" fmla="*/ 2378710 w 5741575"/>
              <a:gd name="connsiteY38" fmla="*/ 477570 h 955271"/>
              <a:gd name="connsiteX39" fmla="*/ 2496256 w 5741575"/>
              <a:gd name="connsiteY39" fmla="*/ 452396 h 955271"/>
              <a:gd name="connsiteX40" fmla="*/ 2535387 w 5741575"/>
              <a:gd name="connsiteY40" fmla="*/ 436645 h 955271"/>
              <a:gd name="connsiteX41" fmla="*/ 2601109 w 5741575"/>
              <a:gd name="connsiteY41" fmla="*/ 410678 h 955271"/>
              <a:gd name="connsiteX42" fmla="*/ 2643855 w 5741575"/>
              <a:gd name="connsiteY42" fmla="*/ 374482 h 955271"/>
              <a:gd name="connsiteX43" fmla="*/ 2657726 w 5741575"/>
              <a:gd name="connsiteY43" fmla="*/ 365841 h 955271"/>
              <a:gd name="connsiteX44" fmla="*/ 2687125 w 5741575"/>
              <a:gd name="connsiteY44" fmla="*/ 366820 h 955271"/>
              <a:gd name="connsiteX45" fmla="*/ 2697479 w 5741575"/>
              <a:gd name="connsiteY45" fmla="*/ 361430 h 955271"/>
              <a:gd name="connsiteX46" fmla="*/ 2701547 w 5741575"/>
              <a:gd name="connsiteY46" fmla="*/ 361545 h 955271"/>
              <a:gd name="connsiteX47" fmla="*/ 2711054 w 5741575"/>
              <a:gd name="connsiteY47" fmla="*/ 360597 h 955271"/>
              <a:gd name="connsiteX48" fmla="*/ 2710438 w 5741575"/>
              <a:gd name="connsiteY48" fmla="*/ 366958 h 955271"/>
              <a:gd name="connsiteX49" fmla="*/ 2722936 w 5741575"/>
              <a:gd name="connsiteY49" fmla="*/ 377633 h 955271"/>
              <a:gd name="connsiteX50" fmla="*/ 2777227 w 5741575"/>
              <a:gd name="connsiteY50" fmla="*/ 368972 h 955271"/>
              <a:gd name="connsiteX51" fmla="*/ 2779510 w 5741575"/>
              <a:gd name="connsiteY51" fmla="*/ 361652 h 955271"/>
              <a:gd name="connsiteX52" fmla="*/ 2786278 w 5741575"/>
              <a:gd name="connsiteY52" fmla="*/ 359869 h 955271"/>
              <a:gd name="connsiteX53" fmla="*/ 2792101 w 5741575"/>
              <a:gd name="connsiteY53" fmla="*/ 365927 h 955271"/>
              <a:gd name="connsiteX54" fmla="*/ 2885545 w 5741575"/>
              <a:gd name="connsiteY54" fmla="*/ 372818 h 955271"/>
              <a:gd name="connsiteX55" fmla="*/ 3009558 w 5741575"/>
              <a:gd name="connsiteY55" fmla="*/ 370573 h 955271"/>
              <a:gd name="connsiteX56" fmla="*/ 3095010 w 5741575"/>
              <a:gd name="connsiteY56" fmla="*/ 332454 h 955271"/>
              <a:gd name="connsiteX57" fmla="*/ 3103742 w 5741575"/>
              <a:gd name="connsiteY57" fmla="*/ 337974 h 955271"/>
              <a:gd name="connsiteX58" fmla="*/ 3165093 w 5741575"/>
              <a:gd name="connsiteY58" fmla="*/ 329459 h 955271"/>
              <a:gd name="connsiteX59" fmla="*/ 3373785 w 5741575"/>
              <a:gd name="connsiteY59" fmla="*/ 255680 h 955271"/>
              <a:gd name="connsiteX60" fmla="*/ 3493851 w 5741575"/>
              <a:gd name="connsiteY60" fmla="*/ 240255 h 955271"/>
              <a:gd name="connsiteX61" fmla="*/ 3537470 w 5741575"/>
              <a:gd name="connsiteY61" fmla="*/ 241867 h 955271"/>
              <a:gd name="connsiteX62" fmla="*/ 3610489 w 5741575"/>
              <a:gd name="connsiteY62" fmla="*/ 244128 h 955271"/>
              <a:gd name="connsiteX63" fmla="*/ 3667539 w 5741575"/>
              <a:gd name="connsiteY63" fmla="*/ 263271 h 955271"/>
              <a:gd name="connsiteX64" fmla="*/ 3727614 w 5741575"/>
              <a:gd name="connsiteY64" fmla="*/ 258245 h 955271"/>
              <a:gd name="connsiteX65" fmla="*/ 3738369 w 5741575"/>
              <a:gd name="connsiteY65" fmla="*/ 234506 h 955271"/>
              <a:gd name="connsiteX66" fmla="*/ 3803670 w 5741575"/>
              <a:gd name="connsiteY66" fmla="*/ 236457 h 955271"/>
              <a:gd name="connsiteX67" fmla="*/ 3903080 w 5741575"/>
              <a:gd name="connsiteY67" fmla="*/ 241890 h 955271"/>
              <a:gd name="connsiteX68" fmla="*/ 4114838 w 5741575"/>
              <a:gd name="connsiteY68" fmla="*/ 238165 h 955271"/>
              <a:gd name="connsiteX69" fmla="*/ 4271023 w 5741575"/>
              <a:gd name="connsiteY69" fmla="*/ 241959 h 955271"/>
              <a:gd name="connsiteX70" fmla="*/ 4367397 w 5741575"/>
              <a:gd name="connsiteY70" fmla="*/ 271442 h 955271"/>
              <a:gd name="connsiteX71" fmla="*/ 4495366 w 5741575"/>
              <a:gd name="connsiteY71" fmla="*/ 271618 h 955271"/>
              <a:gd name="connsiteX72" fmla="*/ 4517347 w 5741575"/>
              <a:gd name="connsiteY72" fmla="*/ 275639 h 955271"/>
              <a:gd name="connsiteX73" fmla="*/ 4546116 w 5741575"/>
              <a:gd name="connsiteY73" fmla="*/ 268568 h 955271"/>
              <a:gd name="connsiteX74" fmla="*/ 4661259 w 5741575"/>
              <a:gd name="connsiteY74" fmla="*/ 238966 h 955271"/>
              <a:gd name="connsiteX75" fmla="*/ 4750403 w 5741575"/>
              <a:gd name="connsiteY75" fmla="*/ 204364 h 955271"/>
              <a:gd name="connsiteX76" fmla="*/ 4867614 w 5741575"/>
              <a:gd name="connsiteY76" fmla="*/ 208668 h 955271"/>
              <a:gd name="connsiteX77" fmla="*/ 4937036 w 5741575"/>
              <a:gd name="connsiteY77" fmla="*/ 195446 h 955271"/>
              <a:gd name="connsiteX78" fmla="*/ 5047626 w 5741575"/>
              <a:gd name="connsiteY78" fmla="*/ 149604 h 955271"/>
              <a:gd name="connsiteX79" fmla="*/ 5200247 w 5741575"/>
              <a:gd name="connsiteY79" fmla="*/ 142695 h 955271"/>
              <a:gd name="connsiteX80" fmla="*/ 5235691 w 5741575"/>
              <a:gd name="connsiteY80" fmla="*/ 173330 h 955271"/>
              <a:gd name="connsiteX81" fmla="*/ 5280133 w 5741575"/>
              <a:gd name="connsiteY81" fmla="*/ 189342 h 955271"/>
              <a:gd name="connsiteX82" fmla="*/ 5291963 w 5741575"/>
              <a:gd name="connsiteY82" fmla="*/ 139446 h 955271"/>
              <a:gd name="connsiteX83" fmla="*/ 5418472 w 5741575"/>
              <a:gd name="connsiteY83" fmla="*/ 89163 h 955271"/>
              <a:gd name="connsiteX84" fmla="*/ 5482354 w 5741575"/>
              <a:gd name="connsiteY84" fmla="*/ 69470 h 955271"/>
              <a:gd name="connsiteX85" fmla="*/ 5583280 w 5741575"/>
              <a:gd name="connsiteY85" fmla="*/ 49787 h 955271"/>
              <a:gd name="connsiteX86" fmla="*/ 5613766 w 5741575"/>
              <a:gd name="connsiteY86" fmla="*/ 41855 h 955271"/>
              <a:gd name="connsiteX87" fmla="*/ 5684952 w 5741575"/>
              <a:gd name="connsiteY87" fmla="*/ 26088 h 955271"/>
              <a:gd name="connsiteX88" fmla="*/ 5741575 w 5741575"/>
              <a:gd name="connsiteY88" fmla="*/ 0 h 955271"/>
              <a:gd name="connsiteX0" fmla="*/ 5741575 w 5741575"/>
              <a:gd name="connsiteY0" fmla="*/ 0 h 955271"/>
              <a:gd name="connsiteX1" fmla="*/ 5741575 w 5741575"/>
              <a:gd name="connsiteY1" fmla="*/ 955271 h 955271"/>
              <a:gd name="connsiteX2" fmla="*/ 0 w 5741575"/>
              <a:gd name="connsiteY2" fmla="*/ 955271 h 955271"/>
              <a:gd name="connsiteX3" fmla="*/ 8558 w 5741575"/>
              <a:gd name="connsiteY3" fmla="*/ 953971 h 955271"/>
              <a:gd name="connsiteX4" fmla="*/ 16894 w 5741575"/>
              <a:gd name="connsiteY4" fmla="*/ 953847 h 955271"/>
              <a:gd name="connsiteX5" fmla="*/ 28156 w 5741575"/>
              <a:gd name="connsiteY5" fmla="*/ 951374 h 955271"/>
              <a:gd name="connsiteX6" fmla="*/ 28293 w 5741575"/>
              <a:gd name="connsiteY6" fmla="*/ 950971 h 955271"/>
              <a:gd name="connsiteX7" fmla="*/ 59229 w 5741575"/>
              <a:gd name="connsiteY7" fmla="*/ 903950 h 955271"/>
              <a:gd name="connsiteX8" fmla="*/ 148657 w 5741575"/>
              <a:gd name="connsiteY8" fmla="*/ 898134 h 955271"/>
              <a:gd name="connsiteX9" fmla="*/ 174554 w 5741575"/>
              <a:gd name="connsiteY9" fmla="*/ 886351 h 955271"/>
              <a:gd name="connsiteX10" fmla="*/ 187633 w 5741575"/>
              <a:gd name="connsiteY10" fmla="*/ 878226 h 955271"/>
              <a:gd name="connsiteX11" fmla="*/ 187961 w 5741575"/>
              <a:gd name="connsiteY11" fmla="*/ 876538 h 955271"/>
              <a:gd name="connsiteX12" fmla="*/ 240501 w 5741575"/>
              <a:gd name="connsiteY12" fmla="*/ 873150 h 955271"/>
              <a:gd name="connsiteX13" fmla="*/ 246345 w 5741575"/>
              <a:gd name="connsiteY13" fmla="*/ 869942 h 955271"/>
              <a:gd name="connsiteX14" fmla="*/ 306299 w 5741575"/>
              <a:gd name="connsiteY14" fmla="*/ 873609 h 955271"/>
              <a:gd name="connsiteX15" fmla="*/ 331571 w 5741575"/>
              <a:gd name="connsiteY15" fmla="*/ 869866 h 955271"/>
              <a:gd name="connsiteX16" fmla="*/ 384157 w 5741575"/>
              <a:gd name="connsiteY16" fmla="*/ 867971 h 955271"/>
              <a:gd name="connsiteX17" fmla="*/ 477637 w 5741575"/>
              <a:gd name="connsiteY17" fmla="*/ 870334 h 955271"/>
              <a:gd name="connsiteX18" fmla="*/ 570239 w 5741575"/>
              <a:gd name="connsiteY18" fmla="*/ 829596 h 955271"/>
              <a:gd name="connsiteX19" fmla="*/ 772070 w 5741575"/>
              <a:gd name="connsiteY19" fmla="*/ 820296 h 955271"/>
              <a:gd name="connsiteX20" fmla="*/ 948872 w 5741575"/>
              <a:gd name="connsiteY20" fmla="*/ 772201 h 955271"/>
              <a:gd name="connsiteX21" fmla="*/ 1127089 w 5741575"/>
              <a:gd name="connsiteY21" fmla="*/ 746926 h 955271"/>
              <a:gd name="connsiteX22" fmla="*/ 1220426 w 5741575"/>
              <a:gd name="connsiteY22" fmla="*/ 721810 h 955271"/>
              <a:gd name="connsiteX23" fmla="*/ 1306771 w 5741575"/>
              <a:gd name="connsiteY23" fmla="*/ 717936 h 955271"/>
              <a:gd name="connsiteX24" fmla="*/ 1374314 w 5741575"/>
              <a:gd name="connsiteY24" fmla="*/ 688815 h 955271"/>
              <a:gd name="connsiteX25" fmla="*/ 1378034 w 5741575"/>
              <a:gd name="connsiteY25" fmla="*/ 685842 h 955271"/>
              <a:gd name="connsiteX26" fmla="*/ 1395604 w 5741575"/>
              <a:gd name="connsiteY26" fmla="*/ 680460 h 955271"/>
              <a:gd name="connsiteX27" fmla="*/ 1397206 w 5741575"/>
              <a:gd name="connsiteY27" fmla="*/ 670793 h 955271"/>
              <a:gd name="connsiteX28" fmla="*/ 1421250 w 5741575"/>
              <a:gd name="connsiteY28" fmla="*/ 656855 h 955271"/>
              <a:gd name="connsiteX29" fmla="*/ 1494753 w 5741575"/>
              <a:gd name="connsiteY29" fmla="*/ 644686 h 955271"/>
              <a:gd name="connsiteX30" fmla="*/ 1616217 w 5741575"/>
              <a:gd name="connsiteY30" fmla="*/ 622107 h 955271"/>
              <a:gd name="connsiteX31" fmla="*/ 1710928 w 5741575"/>
              <a:gd name="connsiteY31" fmla="*/ 600666 h 955271"/>
              <a:gd name="connsiteX32" fmla="*/ 1743718 w 5741575"/>
              <a:gd name="connsiteY32" fmla="*/ 584327 h 955271"/>
              <a:gd name="connsiteX33" fmla="*/ 1873778 w 5741575"/>
              <a:gd name="connsiteY33" fmla="*/ 530130 h 955271"/>
              <a:gd name="connsiteX34" fmla="*/ 1988411 w 5741575"/>
              <a:gd name="connsiteY34" fmla="*/ 491599 h 955271"/>
              <a:gd name="connsiteX35" fmla="*/ 2085507 w 5741575"/>
              <a:gd name="connsiteY35" fmla="*/ 498527 h 955271"/>
              <a:gd name="connsiteX36" fmla="*/ 2090767 w 5741575"/>
              <a:gd name="connsiteY36" fmla="*/ 490616 h 955271"/>
              <a:gd name="connsiteX37" fmla="*/ 2151143 w 5741575"/>
              <a:gd name="connsiteY37" fmla="*/ 478332 h 955271"/>
              <a:gd name="connsiteX38" fmla="*/ 2378710 w 5741575"/>
              <a:gd name="connsiteY38" fmla="*/ 477570 h 955271"/>
              <a:gd name="connsiteX39" fmla="*/ 2496256 w 5741575"/>
              <a:gd name="connsiteY39" fmla="*/ 452396 h 955271"/>
              <a:gd name="connsiteX40" fmla="*/ 2535387 w 5741575"/>
              <a:gd name="connsiteY40" fmla="*/ 436645 h 955271"/>
              <a:gd name="connsiteX41" fmla="*/ 2601109 w 5741575"/>
              <a:gd name="connsiteY41" fmla="*/ 410678 h 955271"/>
              <a:gd name="connsiteX42" fmla="*/ 2643855 w 5741575"/>
              <a:gd name="connsiteY42" fmla="*/ 374482 h 955271"/>
              <a:gd name="connsiteX43" fmla="*/ 2657726 w 5741575"/>
              <a:gd name="connsiteY43" fmla="*/ 365841 h 955271"/>
              <a:gd name="connsiteX44" fmla="*/ 2687125 w 5741575"/>
              <a:gd name="connsiteY44" fmla="*/ 366820 h 955271"/>
              <a:gd name="connsiteX45" fmla="*/ 2697479 w 5741575"/>
              <a:gd name="connsiteY45" fmla="*/ 361430 h 955271"/>
              <a:gd name="connsiteX46" fmla="*/ 2701547 w 5741575"/>
              <a:gd name="connsiteY46" fmla="*/ 361545 h 955271"/>
              <a:gd name="connsiteX47" fmla="*/ 2711054 w 5741575"/>
              <a:gd name="connsiteY47" fmla="*/ 360597 h 955271"/>
              <a:gd name="connsiteX48" fmla="*/ 2710438 w 5741575"/>
              <a:gd name="connsiteY48" fmla="*/ 366958 h 955271"/>
              <a:gd name="connsiteX49" fmla="*/ 2722936 w 5741575"/>
              <a:gd name="connsiteY49" fmla="*/ 377633 h 955271"/>
              <a:gd name="connsiteX50" fmla="*/ 2777227 w 5741575"/>
              <a:gd name="connsiteY50" fmla="*/ 368972 h 955271"/>
              <a:gd name="connsiteX51" fmla="*/ 2779510 w 5741575"/>
              <a:gd name="connsiteY51" fmla="*/ 361652 h 955271"/>
              <a:gd name="connsiteX52" fmla="*/ 2786278 w 5741575"/>
              <a:gd name="connsiteY52" fmla="*/ 359869 h 955271"/>
              <a:gd name="connsiteX53" fmla="*/ 2792101 w 5741575"/>
              <a:gd name="connsiteY53" fmla="*/ 365927 h 955271"/>
              <a:gd name="connsiteX54" fmla="*/ 2885545 w 5741575"/>
              <a:gd name="connsiteY54" fmla="*/ 372818 h 955271"/>
              <a:gd name="connsiteX55" fmla="*/ 3009558 w 5741575"/>
              <a:gd name="connsiteY55" fmla="*/ 370573 h 955271"/>
              <a:gd name="connsiteX56" fmla="*/ 3095010 w 5741575"/>
              <a:gd name="connsiteY56" fmla="*/ 332454 h 955271"/>
              <a:gd name="connsiteX57" fmla="*/ 3103742 w 5741575"/>
              <a:gd name="connsiteY57" fmla="*/ 337974 h 955271"/>
              <a:gd name="connsiteX58" fmla="*/ 3165093 w 5741575"/>
              <a:gd name="connsiteY58" fmla="*/ 329459 h 955271"/>
              <a:gd name="connsiteX59" fmla="*/ 3373785 w 5741575"/>
              <a:gd name="connsiteY59" fmla="*/ 255680 h 955271"/>
              <a:gd name="connsiteX60" fmla="*/ 3493851 w 5741575"/>
              <a:gd name="connsiteY60" fmla="*/ 240255 h 955271"/>
              <a:gd name="connsiteX61" fmla="*/ 3537470 w 5741575"/>
              <a:gd name="connsiteY61" fmla="*/ 241867 h 955271"/>
              <a:gd name="connsiteX62" fmla="*/ 3610489 w 5741575"/>
              <a:gd name="connsiteY62" fmla="*/ 244128 h 955271"/>
              <a:gd name="connsiteX63" fmla="*/ 3667539 w 5741575"/>
              <a:gd name="connsiteY63" fmla="*/ 263271 h 955271"/>
              <a:gd name="connsiteX64" fmla="*/ 3727614 w 5741575"/>
              <a:gd name="connsiteY64" fmla="*/ 258245 h 955271"/>
              <a:gd name="connsiteX65" fmla="*/ 3738369 w 5741575"/>
              <a:gd name="connsiteY65" fmla="*/ 234506 h 955271"/>
              <a:gd name="connsiteX66" fmla="*/ 3803670 w 5741575"/>
              <a:gd name="connsiteY66" fmla="*/ 236457 h 955271"/>
              <a:gd name="connsiteX67" fmla="*/ 3903080 w 5741575"/>
              <a:gd name="connsiteY67" fmla="*/ 241890 h 955271"/>
              <a:gd name="connsiteX68" fmla="*/ 4114838 w 5741575"/>
              <a:gd name="connsiteY68" fmla="*/ 238165 h 955271"/>
              <a:gd name="connsiteX69" fmla="*/ 4271023 w 5741575"/>
              <a:gd name="connsiteY69" fmla="*/ 241959 h 955271"/>
              <a:gd name="connsiteX70" fmla="*/ 4367397 w 5741575"/>
              <a:gd name="connsiteY70" fmla="*/ 271442 h 955271"/>
              <a:gd name="connsiteX71" fmla="*/ 4495366 w 5741575"/>
              <a:gd name="connsiteY71" fmla="*/ 271618 h 955271"/>
              <a:gd name="connsiteX72" fmla="*/ 4517347 w 5741575"/>
              <a:gd name="connsiteY72" fmla="*/ 275639 h 955271"/>
              <a:gd name="connsiteX73" fmla="*/ 4546116 w 5741575"/>
              <a:gd name="connsiteY73" fmla="*/ 268568 h 955271"/>
              <a:gd name="connsiteX74" fmla="*/ 4661259 w 5741575"/>
              <a:gd name="connsiteY74" fmla="*/ 238966 h 955271"/>
              <a:gd name="connsiteX75" fmla="*/ 4750403 w 5741575"/>
              <a:gd name="connsiteY75" fmla="*/ 204364 h 955271"/>
              <a:gd name="connsiteX76" fmla="*/ 4867614 w 5741575"/>
              <a:gd name="connsiteY76" fmla="*/ 208668 h 955271"/>
              <a:gd name="connsiteX77" fmla="*/ 4937036 w 5741575"/>
              <a:gd name="connsiteY77" fmla="*/ 195446 h 955271"/>
              <a:gd name="connsiteX78" fmla="*/ 5047626 w 5741575"/>
              <a:gd name="connsiteY78" fmla="*/ 149604 h 955271"/>
              <a:gd name="connsiteX79" fmla="*/ 5200247 w 5741575"/>
              <a:gd name="connsiteY79" fmla="*/ 142695 h 955271"/>
              <a:gd name="connsiteX80" fmla="*/ 5235691 w 5741575"/>
              <a:gd name="connsiteY80" fmla="*/ 173330 h 955271"/>
              <a:gd name="connsiteX81" fmla="*/ 5280133 w 5741575"/>
              <a:gd name="connsiteY81" fmla="*/ 189342 h 955271"/>
              <a:gd name="connsiteX82" fmla="*/ 5291963 w 5741575"/>
              <a:gd name="connsiteY82" fmla="*/ 139446 h 955271"/>
              <a:gd name="connsiteX83" fmla="*/ 5418472 w 5741575"/>
              <a:gd name="connsiteY83" fmla="*/ 89163 h 955271"/>
              <a:gd name="connsiteX84" fmla="*/ 5482354 w 5741575"/>
              <a:gd name="connsiteY84" fmla="*/ 69470 h 955271"/>
              <a:gd name="connsiteX85" fmla="*/ 5583280 w 5741575"/>
              <a:gd name="connsiteY85" fmla="*/ 49787 h 955271"/>
              <a:gd name="connsiteX86" fmla="*/ 5613766 w 5741575"/>
              <a:gd name="connsiteY86" fmla="*/ 41855 h 955271"/>
              <a:gd name="connsiteX87" fmla="*/ 5684952 w 5741575"/>
              <a:gd name="connsiteY87" fmla="*/ 26088 h 955271"/>
              <a:gd name="connsiteX88" fmla="*/ 5741575 w 5741575"/>
              <a:gd name="connsiteY88" fmla="*/ 0 h 955271"/>
              <a:gd name="connsiteX0" fmla="*/ 5741575 w 5741575"/>
              <a:gd name="connsiteY0" fmla="*/ 0 h 955271"/>
              <a:gd name="connsiteX1" fmla="*/ 5741575 w 5741575"/>
              <a:gd name="connsiteY1" fmla="*/ 955271 h 955271"/>
              <a:gd name="connsiteX2" fmla="*/ 0 w 5741575"/>
              <a:gd name="connsiteY2" fmla="*/ 955271 h 955271"/>
              <a:gd name="connsiteX3" fmla="*/ 8558 w 5741575"/>
              <a:gd name="connsiteY3" fmla="*/ 953971 h 955271"/>
              <a:gd name="connsiteX4" fmla="*/ 16894 w 5741575"/>
              <a:gd name="connsiteY4" fmla="*/ 953847 h 955271"/>
              <a:gd name="connsiteX5" fmla="*/ 28156 w 5741575"/>
              <a:gd name="connsiteY5" fmla="*/ 951374 h 955271"/>
              <a:gd name="connsiteX6" fmla="*/ 28293 w 5741575"/>
              <a:gd name="connsiteY6" fmla="*/ 950971 h 955271"/>
              <a:gd name="connsiteX7" fmla="*/ 59229 w 5741575"/>
              <a:gd name="connsiteY7" fmla="*/ 903950 h 955271"/>
              <a:gd name="connsiteX8" fmla="*/ 148657 w 5741575"/>
              <a:gd name="connsiteY8" fmla="*/ 898134 h 955271"/>
              <a:gd name="connsiteX9" fmla="*/ 174554 w 5741575"/>
              <a:gd name="connsiteY9" fmla="*/ 886351 h 955271"/>
              <a:gd name="connsiteX10" fmla="*/ 187633 w 5741575"/>
              <a:gd name="connsiteY10" fmla="*/ 878226 h 955271"/>
              <a:gd name="connsiteX11" fmla="*/ 187961 w 5741575"/>
              <a:gd name="connsiteY11" fmla="*/ 876538 h 955271"/>
              <a:gd name="connsiteX12" fmla="*/ 240501 w 5741575"/>
              <a:gd name="connsiteY12" fmla="*/ 873150 h 955271"/>
              <a:gd name="connsiteX13" fmla="*/ 246345 w 5741575"/>
              <a:gd name="connsiteY13" fmla="*/ 869942 h 955271"/>
              <a:gd name="connsiteX14" fmla="*/ 306299 w 5741575"/>
              <a:gd name="connsiteY14" fmla="*/ 873609 h 955271"/>
              <a:gd name="connsiteX15" fmla="*/ 331571 w 5741575"/>
              <a:gd name="connsiteY15" fmla="*/ 869866 h 955271"/>
              <a:gd name="connsiteX16" fmla="*/ 384157 w 5741575"/>
              <a:gd name="connsiteY16" fmla="*/ 867971 h 955271"/>
              <a:gd name="connsiteX17" fmla="*/ 477637 w 5741575"/>
              <a:gd name="connsiteY17" fmla="*/ 870334 h 955271"/>
              <a:gd name="connsiteX18" fmla="*/ 570239 w 5741575"/>
              <a:gd name="connsiteY18" fmla="*/ 829596 h 955271"/>
              <a:gd name="connsiteX19" fmla="*/ 772070 w 5741575"/>
              <a:gd name="connsiteY19" fmla="*/ 820296 h 955271"/>
              <a:gd name="connsiteX20" fmla="*/ 948872 w 5741575"/>
              <a:gd name="connsiteY20" fmla="*/ 772201 h 955271"/>
              <a:gd name="connsiteX21" fmla="*/ 1127089 w 5741575"/>
              <a:gd name="connsiteY21" fmla="*/ 746926 h 955271"/>
              <a:gd name="connsiteX22" fmla="*/ 1220426 w 5741575"/>
              <a:gd name="connsiteY22" fmla="*/ 721810 h 955271"/>
              <a:gd name="connsiteX23" fmla="*/ 1306771 w 5741575"/>
              <a:gd name="connsiteY23" fmla="*/ 717936 h 955271"/>
              <a:gd name="connsiteX24" fmla="*/ 1374314 w 5741575"/>
              <a:gd name="connsiteY24" fmla="*/ 688815 h 955271"/>
              <a:gd name="connsiteX25" fmla="*/ 1378034 w 5741575"/>
              <a:gd name="connsiteY25" fmla="*/ 685842 h 955271"/>
              <a:gd name="connsiteX26" fmla="*/ 1395604 w 5741575"/>
              <a:gd name="connsiteY26" fmla="*/ 680460 h 955271"/>
              <a:gd name="connsiteX27" fmla="*/ 1397206 w 5741575"/>
              <a:gd name="connsiteY27" fmla="*/ 670793 h 955271"/>
              <a:gd name="connsiteX28" fmla="*/ 1441364 w 5741575"/>
              <a:gd name="connsiteY28" fmla="*/ 661393 h 955271"/>
              <a:gd name="connsiteX29" fmla="*/ 1494753 w 5741575"/>
              <a:gd name="connsiteY29" fmla="*/ 644686 h 955271"/>
              <a:gd name="connsiteX30" fmla="*/ 1616217 w 5741575"/>
              <a:gd name="connsiteY30" fmla="*/ 622107 h 955271"/>
              <a:gd name="connsiteX31" fmla="*/ 1710928 w 5741575"/>
              <a:gd name="connsiteY31" fmla="*/ 600666 h 955271"/>
              <a:gd name="connsiteX32" fmla="*/ 1743718 w 5741575"/>
              <a:gd name="connsiteY32" fmla="*/ 584327 h 955271"/>
              <a:gd name="connsiteX33" fmla="*/ 1873778 w 5741575"/>
              <a:gd name="connsiteY33" fmla="*/ 530130 h 955271"/>
              <a:gd name="connsiteX34" fmla="*/ 1988411 w 5741575"/>
              <a:gd name="connsiteY34" fmla="*/ 491599 h 955271"/>
              <a:gd name="connsiteX35" fmla="*/ 2085507 w 5741575"/>
              <a:gd name="connsiteY35" fmla="*/ 498527 h 955271"/>
              <a:gd name="connsiteX36" fmla="*/ 2090767 w 5741575"/>
              <a:gd name="connsiteY36" fmla="*/ 490616 h 955271"/>
              <a:gd name="connsiteX37" fmla="*/ 2151143 w 5741575"/>
              <a:gd name="connsiteY37" fmla="*/ 478332 h 955271"/>
              <a:gd name="connsiteX38" fmla="*/ 2378710 w 5741575"/>
              <a:gd name="connsiteY38" fmla="*/ 477570 h 955271"/>
              <a:gd name="connsiteX39" fmla="*/ 2496256 w 5741575"/>
              <a:gd name="connsiteY39" fmla="*/ 452396 h 955271"/>
              <a:gd name="connsiteX40" fmla="*/ 2535387 w 5741575"/>
              <a:gd name="connsiteY40" fmla="*/ 436645 h 955271"/>
              <a:gd name="connsiteX41" fmla="*/ 2601109 w 5741575"/>
              <a:gd name="connsiteY41" fmla="*/ 410678 h 955271"/>
              <a:gd name="connsiteX42" fmla="*/ 2643855 w 5741575"/>
              <a:gd name="connsiteY42" fmla="*/ 374482 h 955271"/>
              <a:gd name="connsiteX43" fmla="*/ 2657726 w 5741575"/>
              <a:gd name="connsiteY43" fmla="*/ 365841 h 955271"/>
              <a:gd name="connsiteX44" fmla="*/ 2687125 w 5741575"/>
              <a:gd name="connsiteY44" fmla="*/ 366820 h 955271"/>
              <a:gd name="connsiteX45" fmla="*/ 2697479 w 5741575"/>
              <a:gd name="connsiteY45" fmla="*/ 361430 h 955271"/>
              <a:gd name="connsiteX46" fmla="*/ 2701547 w 5741575"/>
              <a:gd name="connsiteY46" fmla="*/ 361545 h 955271"/>
              <a:gd name="connsiteX47" fmla="*/ 2711054 w 5741575"/>
              <a:gd name="connsiteY47" fmla="*/ 360597 h 955271"/>
              <a:gd name="connsiteX48" fmla="*/ 2710438 w 5741575"/>
              <a:gd name="connsiteY48" fmla="*/ 366958 h 955271"/>
              <a:gd name="connsiteX49" fmla="*/ 2722936 w 5741575"/>
              <a:gd name="connsiteY49" fmla="*/ 377633 h 955271"/>
              <a:gd name="connsiteX50" fmla="*/ 2777227 w 5741575"/>
              <a:gd name="connsiteY50" fmla="*/ 368972 h 955271"/>
              <a:gd name="connsiteX51" fmla="*/ 2779510 w 5741575"/>
              <a:gd name="connsiteY51" fmla="*/ 361652 h 955271"/>
              <a:gd name="connsiteX52" fmla="*/ 2786278 w 5741575"/>
              <a:gd name="connsiteY52" fmla="*/ 359869 h 955271"/>
              <a:gd name="connsiteX53" fmla="*/ 2792101 w 5741575"/>
              <a:gd name="connsiteY53" fmla="*/ 365927 h 955271"/>
              <a:gd name="connsiteX54" fmla="*/ 2885545 w 5741575"/>
              <a:gd name="connsiteY54" fmla="*/ 372818 h 955271"/>
              <a:gd name="connsiteX55" fmla="*/ 3009558 w 5741575"/>
              <a:gd name="connsiteY55" fmla="*/ 370573 h 955271"/>
              <a:gd name="connsiteX56" fmla="*/ 3095010 w 5741575"/>
              <a:gd name="connsiteY56" fmla="*/ 332454 h 955271"/>
              <a:gd name="connsiteX57" fmla="*/ 3103742 w 5741575"/>
              <a:gd name="connsiteY57" fmla="*/ 337974 h 955271"/>
              <a:gd name="connsiteX58" fmla="*/ 3165093 w 5741575"/>
              <a:gd name="connsiteY58" fmla="*/ 329459 h 955271"/>
              <a:gd name="connsiteX59" fmla="*/ 3373785 w 5741575"/>
              <a:gd name="connsiteY59" fmla="*/ 255680 h 955271"/>
              <a:gd name="connsiteX60" fmla="*/ 3493851 w 5741575"/>
              <a:gd name="connsiteY60" fmla="*/ 240255 h 955271"/>
              <a:gd name="connsiteX61" fmla="*/ 3537470 w 5741575"/>
              <a:gd name="connsiteY61" fmla="*/ 241867 h 955271"/>
              <a:gd name="connsiteX62" fmla="*/ 3610489 w 5741575"/>
              <a:gd name="connsiteY62" fmla="*/ 244128 h 955271"/>
              <a:gd name="connsiteX63" fmla="*/ 3667539 w 5741575"/>
              <a:gd name="connsiteY63" fmla="*/ 263271 h 955271"/>
              <a:gd name="connsiteX64" fmla="*/ 3727614 w 5741575"/>
              <a:gd name="connsiteY64" fmla="*/ 258245 h 955271"/>
              <a:gd name="connsiteX65" fmla="*/ 3738369 w 5741575"/>
              <a:gd name="connsiteY65" fmla="*/ 234506 h 955271"/>
              <a:gd name="connsiteX66" fmla="*/ 3803670 w 5741575"/>
              <a:gd name="connsiteY66" fmla="*/ 236457 h 955271"/>
              <a:gd name="connsiteX67" fmla="*/ 3903080 w 5741575"/>
              <a:gd name="connsiteY67" fmla="*/ 241890 h 955271"/>
              <a:gd name="connsiteX68" fmla="*/ 4114838 w 5741575"/>
              <a:gd name="connsiteY68" fmla="*/ 238165 h 955271"/>
              <a:gd name="connsiteX69" fmla="*/ 4271023 w 5741575"/>
              <a:gd name="connsiteY69" fmla="*/ 241959 h 955271"/>
              <a:gd name="connsiteX70" fmla="*/ 4367397 w 5741575"/>
              <a:gd name="connsiteY70" fmla="*/ 271442 h 955271"/>
              <a:gd name="connsiteX71" fmla="*/ 4495366 w 5741575"/>
              <a:gd name="connsiteY71" fmla="*/ 271618 h 955271"/>
              <a:gd name="connsiteX72" fmla="*/ 4517347 w 5741575"/>
              <a:gd name="connsiteY72" fmla="*/ 275639 h 955271"/>
              <a:gd name="connsiteX73" fmla="*/ 4546116 w 5741575"/>
              <a:gd name="connsiteY73" fmla="*/ 268568 h 955271"/>
              <a:gd name="connsiteX74" fmla="*/ 4661259 w 5741575"/>
              <a:gd name="connsiteY74" fmla="*/ 238966 h 955271"/>
              <a:gd name="connsiteX75" fmla="*/ 4750403 w 5741575"/>
              <a:gd name="connsiteY75" fmla="*/ 204364 h 955271"/>
              <a:gd name="connsiteX76" fmla="*/ 4867614 w 5741575"/>
              <a:gd name="connsiteY76" fmla="*/ 208668 h 955271"/>
              <a:gd name="connsiteX77" fmla="*/ 4937036 w 5741575"/>
              <a:gd name="connsiteY77" fmla="*/ 195446 h 955271"/>
              <a:gd name="connsiteX78" fmla="*/ 5047626 w 5741575"/>
              <a:gd name="connsiteY78" fmla="*/ 149604 h 955271"/>
              <a:gd name="connsiteX79" fmla="*/ 5200247 w 5741575"/>
              <a:gd name="connsiteY79" fmla="*/ 142695 h 955271"/>
              <a:gd name="connsiteX80" fmla="*/ 5235691 w 5741575"/>
              <a:gd name="connsiteY80" fmla="*/ 173330 h 955271"/>
              <a:gd name="connsiteX81" fmla="*/ 5280133 w 5741575"/>
              <a:gd name="connsiteY81" fmla="*/ 189342 h 955271"/>
              <a:gd name="connsiteX82" fmla="*/ 5291963 w 5741575"/>
              <a:gd name="connsiteY82" fmla="*/ 139446 h 955271"/>
              <a:gd name="connsiteX83" fmla="*/ 5418472 w 5741575"/>
              <a:gd name="connsiteY83" fmla="*/ 89163 h 955271"/>
              <a:gd name="connsiteX84" fmla="*/ 5482354 w 5741575"/>
              <a:gd name="connsiteY84" fmla="*/ 69470 h 955271"/>
              <a:gd name="connsiteX85" fmla="*/ 5583280 w 5741575"/>
              <a:gd name="connsiteY85" fmla="*/ 49787 h 955271"/>
              <a:gd name="connsiteX86" fmla="*/ 5613766 w 5741575"/>
              <a:gd name="connsiteY86" fmla="*/ 41855 h 955271"/>
              <a:gd name="connsiteX87" fmla="*/ 5684952 w 5741575"/>
              <a:gd name="connsiteY87" fmla="*/ 26088 h 955271"/>
              <a:gd name="connsiteX88" fmla="*/ 5741575 w 5741575"/>
              <a:gd name="connsiteY88" fmla="*/ 0 h 955271"/>
              <a:gd name="connsiteX0" fmla="*/ 5741575 w 5741575"/>
              <a:gd name="connsiteY0" fmla="*/ 0 h 955271"/>
              <a:gd name="connsiteX1" fmla="*/ 5741575 w 5741575"/>
              <a:gd name="connsiteY1" fmla="*/ 955271 h 955271"/>
              <a:gd name="connsiteX2" fmla="*/ 0 w 5741575"/>
              <a:gd name="connsiteY2" fmla="*/ 955271 h 955271"/>
              <a:gd name="connsiteX3" fmla="*/ 8558 w 5741575"/>
              <a:gd name="connsiteY3" fmla="*/ 953971 h 955271"/>
              <a:gd name="connsiteX4" fmla="*/ 16894 w 5741575"/>
              <a:gd name="connsiteY4" fmla="*/ 953847 h 955271"/>
              <a:gd name="connsiteX5" fmla="*/ 28156 w 5741575"/>
              <a:gd name="connsiteY5" fmla="*/ 951374 h 955271"/>
              <a:gd name="connsiteX6" fmla="*/ 28293 w 5741575"/>
              <a:gd name="connsiteY6" fmla="*/ 950971 h 955271"/>
              <a:gd name="connsiteX7" fmla="*/ 59229 w 5741575"/>
              <a:gd name="connsiteY7" fmla="*/ 903950 h 955271"/>
              <a:gd name="connsiteX8" fmla="*/ 148657 w 5741575"/>
              <a:gd name="connsiteY8" fmla="*/ 898134 h 955271"/>
              <a:gd name="connsiteX9" fmla="*/ 174554 w 5741575"/>
              <a:gd name="connsiteY9" fmla="*/ 886351 h 955271"/>
              <a:gd name="connsiteX10" fmla="*/ 187633 w 5741575"/>
              <a:gd name="connsiteY10" fmla="*/ 878226 h 955271"/>
              <a:gd name="connsiteX11" fmla="*/ 187961 w 5741575"/>
              <a:gd name="connsiteY11" fmla="*/ 876538 h 955271"/>
              <a:gd name="connsiteX12" fmla="*/ 240501 w 5741575"/>
              <a:gd name="connsiteY12" fmla="*/ 873150 h 955271"/>
              <a:gd name="connsiteX13" fmla="*/ 246345 w 5741575"/>
              <a:gd name="connsiteY13" fmla="*/ 869942 h 955271"/>
              <a:gd name="connsiteX14" fmla="*/ 306299 w 5741575"/>
              <a:gd name="connsiteY14" fmla="*/ 873609 h 955271"/>
              <a:gd name="connsiteX15" fmla="*/ 331571 w 5741575"/>
              <a:gd name="connsiteY15" fmla="*/ 869866 h 955271"/>
              <a:gd name="connsiteX16" fmla="*/ 384157 w 5741575"/>
              <a:gd name="connsiteY16" fmla="*/ 867971 h 955271"/>
              <a:gd name="connsiteX17" fmla="*/ 477637 w 5741575"/>
              <a:gd name="connsiteY17" fmla="*/ 870334 h 955271"/>
              <a:gd name="connsiteX18" fmla="*/ 570239 w 5741575"/>
              <a:gd name="connsiteY18" fmla="*/ 829596 h 955271"/>
              <a:gd name="connsiteX19" fmla="*/ 772070 w 5741575"/>
              <a:gd name="connsiteY19" fmla="*/ 820296 h 955271"/>
              <a:gd name="connsiteX20" fmla="*/ 948872 w 5741575"/>
              <a:gd name="connsiteY20" fmla="*/ 772201 h 955271"/>
              <a:gd name="connsiteX21" fmla="*/ 1127089 w 5741575"/>
              <a:gd name="connsiteY21" fmla="*/ 746926 h 955271"/>
              <a:gd name="connsiteX22" fmla="*/ 1220426 w 5741575"/>
              <a:gd name="connsiteY22" fmla="*/ 721810 h 955271"/>
              <a:gd name="connsiteX23" fmla="*/ 1306771 w 5741575"/>
              <a:gd name="connsiteY23" fmla="*/ 717936 h 955271"/>
              <a:gd name="connsiteX24" fmla="*/ 1374314 w 5741575"/>
              <a:gd name="connsiteY24" fmla="*/ 688815 h 955271"/>
              <a:gd name="connsiteX25" fmla="*/ 1378034 w 5741575"/>
              <a:gd name="connsiteY25" fmla="*/ 685842 h 955271"/>
              <a:gd name="connsiteX26" fmla="*/ 1395604 w 5741575"/>
              <a:gd name="connsiteY26" fmla="*/ 680460 h 955271"/>
              <a:gd name="connsiteX27" fmla="*/ 1397206 w 5741575"/>
              <a:gd name="connsiteY27" fmla="*/ 670793 h 955271"/>
              <a:gd name="connsiteX28" fmla="*/ 1494753 w 5741575"/>
              <a:gd name="connsiteY28" fmla="*/ 644686 h 955271"/>
              <a:gd name="connsiteX29" fmla="*/ 1616217 w 5741575"/>
              <a:gd name="connsiteY29" fmla="*/ 622107 h 955271"/>
              <a:gd name="connsiteX30" fmla="*/ 1710928 w 5741575"/>
              <a:gd name="connsiteY30" fmla="*/ 600666 h 955271"/>
              <a:gd name="connsiteX31" fmla="*/ 1743718 w 5741575"/>
              <a:gd name="connsiteY31" fmla="*/ 584327 h 955271"/>
              <a:gd name="connsiteX32" fmla="*/ 1873778 w 5741575"/>
              <a:gd name="connsiteY32" fmla="*/ 530130 h 955271"/>
              <a:gd name="connsiteX33" fmla="*/ 1988411 w 5741575"/>
              <a:gd name="connsiteY33" fmla="*/ 491599 h 955271"/>
              <a:gd name="connsiteX34" fmla="*/ 2085507 w 5741575"/>
              <a:gd name="connsiteY34" fmla="*/ 498527 h 955271"/>
              <a:gd name="connsiteX35" fmla="*/ 2090767 w 5741575"/>
              <a:gd name="connsiteY35" fmla="*/ 490616 h 955271"/>
              <a:gd name="connsiteX36" fmla="*/ 2151143 w 5741575"/>
              <a:gd name="connsiteY36" fmla="*/ 478332 h 955271"/>
              <a:gd name="connsiteX37" fmla="*/ 2378710 w 5741575"/>
              <a:gd name="connsiteY37" fmla="*/ 477570 h 955271"/>
              <a:gd name="connsiteX38" fmla="*/ 2496256 w 5741575"/>
              <a:gd name="connsiteY38" fmla="*/ 452396 h 955271"/>
              <a:gd name="connsiteX39" fmla="*/ 2535387 w 5741575"/>
              <a:gd name="connsiteY39" fmla="*/ 436645 h 955271"/>
              <a:gd name="connsiteX40" fmla="*/ 2601109 w 5741575"/>
              <a:gd name="connsiteY40" fmla="*/ 410678 h 955271"/>
              <a:gd name="connsiteX41" fmla="*/ 2643855 w 5741575"/>
              <a:gd name="connsiteY41" fmla="*/ 374482 h 955271"/>
              <a:gd name="connsiteX42" fmla="*/ 2657726 w 5741575"/>
              <a:gd name="connsiteY42" fmla="*/ 365841 h 955271"/>
              <a:gd name="connsiteX43" fmla="*/ 2687125 w 5741575"/>
              <a:gd name="connsiteY43" fmla="*/ 366820 h 955271"/>
              <a:gd name="connsiteX44" fmla="*/ 2697479 w 5741575"/>
              <a:gd name="connsiteY44" fmla="*/ 361430 h 955271"/>
              <a:gd name="connsiteX45" fmla="*/ 2701547 w 5741575"/>
              <a:gd name="connsiteY45" fmla="*/ 361545 h 955271"/>
              <a:gd name="connsiteX46" fmla="*/ 2711054 w 5741575"/>
              <a:gd name="connsiteY46" fmla="*/ 360597 h 955271"/>
              <a:gd name="connsiteX47" fmla="*/ 2710438 w 5741575"/>
              <a:gd name="connsiteY47" fmla="*/ 366958 h 955271"/>
              <a:gd name="connsiteX48" fmla="*/ 2722936 w 5741575"/>
              <a:gd name="connsiteY48" fmla="*/ 377633 h 955271"/>
              <a:gd name="connsiteX49" fmla="*/ 2777227 w 5741575"/>
              <a:gd name="connsiteY49" fmla="*/ 368972 h 955271"/>
              <a:gd name="connsiteX50" fmla="*/ 2779510 w 5741575"/>
              <a:gd name="connsiteY50" fmla="*/ 361652 h 955271"/>
              <a:gd name="connsiteX51" fmla="*/ 2786278 w 5741575"/>
              <a:gd name="connsiteY51" fmla="*/ 359869 h 955271"/>
              <a:gd name="connsiteX52" fmla="*/ 2792101 w 5741575"/>
              <a:gd name="connsiteY52" fmla="*/ 365927 h 955271"/>
              <a:gd name="connsiteX53" fmla="*/ 2885545 w 5741575"/>
              <a:gd name="connsiteY53" fmla="*/ 372818 h 955271"/>
              <a:gd name="connsiteX54" fmla="*/ 3009558 w 5741575"/>
              <a:gd name="connsiteY54" fmla="*/ 370573 h 955271"/>
              <a:gd name="connsiteX55" fmla="*/ 3095010 w 5741575"/>
              <a:gd name="connsiteY55" fmla="*/ 332454 h 955271"/>
              <a:gd name="connsiteX56" fmla="*/ 3103742 w 5741575"/>
              <a:gd name="connsiteY56" fmla="*/ 337974 h 955271"/>
              <a:gd name="connsiteX57" fmla="*/ 3165093 w 5741575"/>
              <a:gd name="connsiteY57" fmla="*/ 329459 h 955271"/>
              <a:gd name="connsiteX58" fmla="*/ 3373785 w 5741575"/>
              <a:gd name="connsiteY58" fmla="*/ 255680 h 955271"/>
              <a:gd name="connsiteX59" fmla="*/ 3493851 w 5741575"/>
              <a:gd name="connsiteY59" fmla="*/ 240255 h 955271"/>
              <a:gd name="connsiteX60" fmla="*/ 3537470 w 5741575"/>
              <a:gd name="connsiteY60" fmla="*/ 241867 h 955271"/>
              <a:gd name="connsiteX61" fmla="*/ 3610489 w 5741575"/>
              <a:gd name="connsiteY61" fmla="*/ 244128 h 955271"/>
              <a:gd name="connsiteX62" fmla="*/ 3667539 w 5741575"/>
              <a:gd name="connsiteY62" fmla="*/ 263271 h 955271"/>
              <a:gd name="connsiteX63" fmla="*/ 3727614 w 5741575"/>
              <a:gd name="connsiteY63" fmla="*/ 258245 h 955271"/>
              <a:gd name="connsiteX64" fmla="*/ 3738369 w 5741575"/>
              <a:gd name="connsiteY64" fmla="*/ 234506 h 955271"/>
              <a:gd name="connsiteX65" fmla="*/ 3803670 w 5741575"/>
              <a:gd name="connsiteY65" fmla="*/ 236457 h 955271"/>
              <a:gd name="connsiteX66" fmla="*/ 3903080 w 5741575"/>
              <a:gd name="connsiteY66" fmla="*/ 241890 h 955271"/>
              <a:gd name="connsiteX67" fmla="*/ 4114838 w 5741575"/>
              <a:gd name="connsiteY67" fmla="*/ 238165 h 955271"/>
              <a:gd name="connsiteX68" fmla="*/ 4271023 w 5741575"/>
              <a:gd name="connsiteY68" fmla="*/ 241959 h 955271"/>
              <a:gd name="connsiteX69" fmla="*/ 4367397 w 5741575"/>
              <a:gd name="connsiteY69" fmla="*/ 271442 h 955271"/>
              <a:gd name="connsiteX70" fmla="*/ 4495366 w 5741575"/>
              <a:gd name="connsiteY70" fmla="*/ 271618 h 955271"/>
              <a:gd name="connsiteX71" fmla="*/ 4517347 w 5741575"/>
              <a:gd name="connsiteY71" fmla="*/ 275639 h 955271"/>
              <a:gd name="connsiteX72" fmla="*/ 4546116 w 5741575"/>
              <a:gd name="connsiteY72" fmla="*/ 268568 h 955271"/>
              <a:gd name="connsiteX73" fmla="*/ 4661259 w 5741575"/>
              <a:gd name="connsiteY73" fmla="*/ 238966 h 955271"/>
              <a:gd name="connsiteX74" fmla="*/ 4750403 w 5741575"/>
              <a:gd name="connsiteY74" fmla="*/ 204364 h 955271"/>
              <a:gd name="connsiteX75" fmla="*/ 4867614 w 5741575"/>
              <a:gd name="connsiteY75" fmla="*/ 208668 h 955271"/>
              <a:gd name="connsiteX76" fmla="*/ 4937036 w 5741575"/>
              <a:gd name="connsiteY76" fmla="*/ 195446 h 955271"/>
              <a:gd name="connsiteX77" fmla="*/ 5047626 w 5741575"/>
              <a:gd name="connsiteY77" fmla="*/ 149604 h 955271"/>
              <a:gd name="connsiteX78" fmla="*/ 5200247 w 5741575"/>
              <a:gd name="connsiteY78" fmla="*/ 142695 h 955271"/>
              <a:gd name="connsiteX79" fmla="*/ 5235691 w 5741575"/>
              <a:gd name="connsiteY79" fmla="*/ 173330 h 955271"/>
              <a:gd name="connsiteX80" fmla="*/ 5280133 w 5741575"/>
              <a:gd name="connsiteY80" fmla="*/ 189342 h 955271"/>
              <a:gd name="connsiteX81" fmla="*/ 5291963 w 5741575"/>
              <a:gd name="connsiteY81" fmla="*/ 139446 h 955271"/>
              <a:gd name="connsiteX82" fmla="*/ 5418472 w 5741575"/>
              <a:gd name="connsiteY82" fmla="*/ 89163 h 955271"/>
              <a:gd name="connsiteX83" fmla="*/ 5482354 w 5741575"/>
              <a:gd name="connsiteY83" fmla="*/ 69470 h 955271"/>
              <a:gd name="connsiteX84" fmla="*/ 5583280 w 5741575"/>
              <a:gd name="connsiteY84" fmla="*/ 49787 h 955271"/>
              <a:gd name="connsiteX85" fmla="*/ 5613766 w 5741575"/>
              <a:gd name="connsiteY85" fmla="*/ 41855 h 955271"/>
              <a:gd name="connsiteX86" fmla="*/ 5684952 w 5741575"/>
              <a:gd name="connsiteY86" fmla="*/ 26088 h 955271"/>
              <a:gd name="connsiteX87" fmla="*/ 5741575 w 5741575"/>
              <a:gd name="connsiteY87" fmla="*/ 0 h 955271"/>
              <a:gd name="connsiteX0" fmla="*/ 5741575 w 5741575"/>
              <a:gd name="connsiteY0" fmla="*/ 0 h 955271"/>
              <a:gd name="connsiteX1" fmla="*/ 5741575 w 5741575"/>
              <a:gd name="connsiteY1" fmla="*/ 955271 h 955271"/>
              <a:gd name="connsiteX2" fmla="*/ 0 w 5741575"/>
              <a:gd name="connsiteY2" fmla="*/ 955271 h 955271"/>
              <a:gd name="connsiteX3" fmla="*/ 8558 w 5741575"/>
              <a:gd name="connsiteY3" fmla="*/ 953971 h 955271"/>
              <a:gd name="connsiteX4" fmla="*/ 16894 w 5741575"/>
              <a:gd name="connsiteY4" fmla="*/ 953847 h 955271"/>
              <a:gd name="connsiteX5" fmla="*/ 28156 w 5741575"/>
              <a:gd name="connsiteY5" fmla="*/ 951374 h 955271"/>
              <a:gd name="connsiteX6" fmla="*/ 28293 w 5741575"/>
              <a:gd name="connsiteY6" fmla="*/ 950971 h 955271"/>
              <a:gd name="connsiteX7" fmla="*/ 59229 w 5741575"/>
              <a:gd name="connsiteY7" fmla="*/ 903950 h 955271"/>
              <a:gd name="connsiteX8" fmla="*/ 148657 w 5741575"/>
              <a:gd name="connsiteY8" fmla="*/ 898134 h 955271"/>
              <a:gd name="connsiteX9" fmla="*/ 174554 w 5741575"/>
              <a:gd name="connsiteY9" fmla="*/ 886351 h 955271"/>
              <a:gd name="connsiteX10" fmla="*/ 187633 w 5741575"/>
              <a:gd name="connsiteY10" fmla="*/ 878226 h 955271"/>
              <a:gd name="connsiteX11" fmla="*/ 187961 w 5741575"/>
              <a:gd name="connsiteY11" fmla="*/ 876538 h 955271"/>
              <a:gd name="connsiteX12" fmla="*/ 240501 w 5741575"/>
              <a:gd name="connsiteY12" fmla="*/ 873150 h 955271"/>
              <a:gd name="connsiteX13" fmla="*/ 246345 w 5741575"/>
              <a:gd name="connsiteY13" fmla="*/ 869942 h 955271"/>
              <a:gd name="connsiteX14" fmla="*/ 306299 w 5741575"/>
              <a:gd name="connsiteY14" fmla="*/ 873609 h 955271"/>
              <a:gd name="connsiteX15" fmla="*/ 331571 w 5741575"/>
              <a:gd name="connsiteY15" fmla="*/ 869866 h 955271"/>
              <a:gd name="connsiteX16" fmla="*/ 384157 w 5741575"/>
              <a:gd name="connsiteY16" fmla="*/ 867971 h 955271"/>
              <a:gd name="connsiteX17" fmla="*/ 477637 w 5741575"/>
              <a:gd name="connsiteY17" fmla="*/ 870334 h 955271"/>
              <a:gd name="connsiteX18" fmla="*/ 570239 w 5741575"/>
              <a:gd name="connsiteY18" fmla="*/ 829596 h 955271"/>
              <a:gd name="connsiteX19" fmla="*/ 772070 w 5741575"/>
              <a:gd name="connsiteY19" fmla="*/ 820296 h 955271"/>
              <a:gd name="connsiteX20" fmla="*/ 948872 w 5741575"/>
              <a:gd name="connsiteY20" fmla="*/ 772201 h 955271"/>
              <a:gd name="connsiteX21" fmla="*/ 1127089 w 5741575"/>
              <a:gd name="connsiteY21" fmla="*/ 746926 h 955271"/>
              <a:gd name="connsiteX22" fmla="*/ 1306771 w 5741575"/>
              <a:gd name="connsiteY22" fmla="*/ 717936 h 955271"/>
              <a:gd name="connsiteX23" fmla="*/ 1374314 w 5741575"/>
              <a:gd name="connsiteY23" fmla="*/ 688815 h 955271"/>
              <a:gd name="connsiteX24" fmla="*/ 1378034 w 5741575"/>
              <a:gd name="connsiteY24" fmla="*/ 685842 h 955271"/>
              <a:gd name="connsiteX25" fmla="*/ 1395604 w 5741575"/>
              <a:gd name="connsiteY25" fmla="*/ 680460 h 955271"/>
              <a:gd name="connsiteX26" fmla="*/ 1397206 w 5741575"/>
              <a:gd name="connsiteY26" fmla="*/ 670793 h 955271"/>
              <a:gd name="connsiteX27" fmla="*/ 1494753 w 5741575"/>
              <a:gd name="connsiteY27" fmla="*/ 644686 h 955271"/>
              <a:gd name="connsiteX28" fmla="*/ 1616217 w 5741575"/>
              <a:gd name="connsiteY28" fmla="*/ 622107 h 955271"/>
              <a:gd name="connsiteX29" fmla="*/ 1710928 w 5741575"/>
              <a:gd name="connsiteY29" fmla="*/ 600666 h 955271"/>
              <a:gd name="connsiteX30" fmla="*/ 1743718 w 5741575"/>
              <a:gd name="connsiteY30" fmla="*/ 584327 h 955271"/>
              <a:gd name="connsiteX31" fmla="*/ 1873778 w 5741575"/>
              <a:gd name="connsiteY31" fmla="*/ 530130 h 955271"/>
              <a:gd name="connsiteX32" fmla="*/ 1988411 w 5741575"/>
              <a:gd name="connsiteY32" fmla="*/ 491599 h 955271"/>
              <a:gd name="connsiteX33" fmla="*/ 2085507 w 5741575"/>
              <a:gd name="connsiteY33" fmla="*/ 498527 h 955271"/>
              <a:gd name="connsiteX34" fmla="*/ 2090767 w 5741575"/>
              <a:gd name="connsiteY34" fmla="*/ 490616 h 955271"/>
              <a:gd name="connsiteX35" fmla="*/ 2151143 w 5741575"/>
              <a:gd name="connsiteY35" fmla="*/ 478332 h 955271"/>
              <a:gd name="connsiteX36" fmla="*/ 2378710 w 5741575"/>
              <a:gd name="connsiteY36" fmla="*/ 477570 h 955271"/>
              <a:gd name="connsiteX37" fmla="*/ 2496256 w 5741575"/>
              <a:gd name="connsiteY37" fmla="*/ 452396 h 955271"/>
              <a:gd name="connsiteX38" fmla="*/ 2535387 w 5741575"/>
              <a:gd name="connsiteY38" fmla="*/ 436645 h 955271"/>
              <a:gd name="connsiteX39" fmla="*/ 2601109 w 5741575"/>
              <a:gd name="connsiteY39" fmla="*/ 410678 h 955271"/>
              <a:gd name="connsiteX40" fmla="*/ 2643855 w 5741575"/>
              <a:gd name="connsiteY40" fmla="*/ 374482 h 955271"/>
              <a:gd name="connsiteX41" fmla="*/ 2657726 w 5741575"/>
              <a:gd name="connsiteY41" fmla="*/ 365841 h 955271"/>
              <a:gd name="connsiteX42" fmla="*/ 2687125 w 5741575"/>
              <a:gd name="connsiteY42" fmla="*/ 366820 h 955271"/>
              <a:gd name="connsiteX43" fmla="*/ 2697479 w 5741575"/>
              <a:gd name="connsiteY43" fmla="*/ 361430 h 955271"/>
              <a:gd name="connsiteX44" fmla="*/ 2701547 w 5741575"/>
              <a:gd name="connsiteY44" fmla="*/ 361545 h 955271"/>
              <a:gd name="connsiteX45" fmla="*/ 2711054 w 5741575"/>
              <a:gd name="connsiteY45" fmla="*/ 360597 h 955271"/>
              <a:gd name="connsiteX46" fmla="*/ 2710438 w 5741575"/>
              <a:gd name="connsiteY46" fmla="*/ 366958 h 955271"/>
              <a:gd name="connsiteX47" fmla="*/ 2722936 w 5741575"/>
              <a:gd name="connsiteY47" fmla="*/ 377633 h 955271"/>
              <a:gd name="connsiteX48" fmla="*/ 2777227 w 5741575"/>
              <a:gd name="connsiteY48" fmla="*/ 368972 h 955271"/>
              <a:gd name="connsiteX49" fmla="*/ 2779510 w 5741575"/>
              <a:gd name="connsiteY49" fmla="*/ 361652 h 955271"/>
              <a:gd name="connsiteX50" fmla="*/ 2786278 w 5741575"/>
              <a:gd name="connsiteY50" fmla="*/ 359869 h 955271"/>
              <a:gd name="connsiteX51" fmla="*/ 2792101 w 5741575"/>
              <a:gd name="connsiteY51" fmla="*/ 365927 h 955271"/>
              <a:gd name="connsiteX52" fmla="*/ 2885545 w 5741575"/>
              <a:gd name="connsiteY52" fmla="*/ 372818 h 955271"/>
              <a:gd name="connsiteX53" fmla="*/ 3009558 w 5741575"/>
              <a:gd name="connsiteY53" fmla="*/ 370573 h 955271"/>
              <a:gd name="connsiteX54" fmla="*/ 3095010 w 5741575"/>
              <a:gd name="connsiteY54" fmla="*/ 332454 h 955271"/>
              <a:gd name="connsiteX55" fmla="*/ 3103742 w 5741575"/>
              <a:gd name="connsiteY55" fmla="*/ 337974 h 955271"/>
              <a:gd name="connsiteX56" fmla="*/ 3165093 w 5741575"/>
              <a:gd name="connsiteY56" fmla="*/ 329459 h 955271"/>
              <a:gd name="connsiteX57" fmla="*/ 3373785 w 5741575"/>
              <a:gd name="connsiteY57" fmla="*/ 255680 h 955271"/>
              <a:gd name="connsiteX58" fmla="*/ 3493851 w 5741575"/>
              <a:gd name="connsiteY58" fmla="*/ 240255 h 955271"/>
              <a:gd name="connsiteX59" fmla="*/ 3537470 w 5741575"/>
              <a:gd name="connsiteY59" fmla="*/ 241867 h 955271"/>
              <a:gd name="connsiteX60" fmla="*/ 3610489 w 5741575"/>
              <a:gd name="connsiteY60" fmla="*/ 244128 h 955271"/>
              <a:gd name="connsiteX61" fmla="*/ 3667539 w 5741575"/>
              <a:gd name="connsiteY61" fmla="*/ 263271 h 955271"/>
              <a:gd name="connsiteX62" fmla="*/ 3727614 w 5741575"/>
              <a:gd name="connsiteY62" fmla="*/ 258245 h 955271"/>
              <a:gd name="connsiteX63" fmla="*/ 3738369 w 5741575"/>
              <a:gd name="connsiteY63" fmla="*/ 234506 h 955271"/>
              <a:gd name="connsiteX64" fmla="*/ 3803670 w 5741575"/>
              <a:gd name="connsiteY64" fmla="*/ 236457 h 955271"/>
              <a:gd name="connsiteX65" fmla="*/ 3903080 w 5741575"/>
              <a:gd name="connsiteY65" fmla="*/ 241890 h 955271"/>
              <a:gd name="connsiteX66" fmla="*/ 4114838 w 5741575"/>
              <a:gd name="connsiteY66" fmla="*/ 238165 h 955271"/>
              <a:gd name="connsiteX67" fmla="*/ 4271023 w 5741575"/>
              <a:gd name="connsiteY67" fmla="*/ 241959 h 955271"/>
              <a:gd name="connsiteX68" fmla="*/ 4367397 w 5741575"/>
              <a:gd name="connsiteY68" fmla="*/ 271442 h 955271"/>
              <a:gd name="connsiteX69" fmla="*/ 4495366 w 5741575"/>
              <a:gd name="connsiteY69" fmla="*/ 271618 h 955271"/>
              <a:gd name="connsiteX70" fmla="*/ 4517347 w 5741575"/>
              <a:gd name="connsiteY70" fmla="*/ 275639 h 955271"/>
              <a:gd name="connsiteX71" fmla="*/ 4546116 w 5741575"/>
              <a:gd name="connsiteY71" fmla="*/ 268568 h 955271"/>
              <a:gd name="connsiteX72" fmla="*/ 4661259 w 5741575"/>
              <a:gd name="connsiteY72" fmla="*/ 238966 h 955271"/>
              <a:gd name="connsiteX73" fmla="*/ 4750403 w 5741575"/>
              <a:gd name="connsiteY73" fmla="*/ 204364 h 955271"/>
              <a:gd name="connsiteX74" fmla="*/ 4867614 w 5741575"/>
              <a:gd name="connsiteY74" fmla="*/ 208668 h 955271"/>
              <a:gd name="connsiteX75" fmla="*/ 4937036 w 5741575"/>
              <a:gd name="connsiteY75" fmla="*/ 195446 h 955271"/>
              <a:gd name="connsiteX76" fmla="*/ 5047626 w 5741575"/>
              <a:gd name="connsiteY76" fmla="*/ 149604 h 955271"/>
              <a:gd name="connsiteX77" fmla="*/ 5200247 w 5741575"/>
              <a:gd name="connsiteY77" fmla="*/ 142695 h 955271"/>
              <a:gd name="connsiteX78" fmla="*/ 5235691 w 5741575"/>
              <a:gd name="connsiteY78" fmla="*/ 173330 h 955271"/>
              <a:gd name="connsiteX79" fmla="*/ 5280133 w 5741575"/>
              <a:gd name="connsiteY79" fmla="*/ 189342 h 955271"/>
              <a:gd name="connsiteX80" fmla="*/ 5291963 w 5741575"/>
              <a:gd name="connsiteY80" fmla="*/ 139446 h 955271"/>
              <a:gd name="connsiteX81" fmla="*/ 5418472 w 5741575"/>
              <a:gd name="connsiteY81" fmla="*/ 89163 h 955271"/>
              <a:gd name="connsiteX82" fmla="*/ 5482354 w 5741575"/>
              <a:gd name="connsiteY82" fmla="*/ 69470 h 955271"/>
              <a:gd name="connsiteX83" fmla="*/ 5583280 w 5741575"/>
              <a:gd name="connsiteY83" fmla="*/ 49787 h 955271"/>
              <a:gd name="connsiteX84" fmla="*/ 5613766 w 5741575"/>
              <a:gd name="connsiteY84" fmla="*/ 41855 h 955271"/>
              <a:gd name="connsiteX85" fmla="*/ 5684952 w 5741575"/>
              <a:gd name="connsiteY85" fmla="*/ 26088 h 955271"/>
              <a:gd name="connsiteX86" fmla="*/ 5741575 w 5741575"/>
              <a:gd name="connsiteY86" fmla="*/ 0 h 955271"/>
              <a:gd name="connsiteX0" fmla="*/ 5741575 w 5741575"/>
              <a:gd name="connsiteY0" fmla="*/ 0 h 955271"/>
              <a:gd name="connsiteX1" fmla="*/ 5741575 w 5741575"/>
              <a:gd name="connsiteY1" fmla="*/ 955271 h 955271"/>
              <a:gd name="connsiteX2" fmla="*/ 0 w 5741575"/>
              <a:gd name="connsiteY2" fmla="*/ 955271 h 955271"/>
              <a:gd name="connsiteX3" fmla="*/ 8558 w 5741575"/>
              <a:gd name="connsiteY3" fmla="*/ 953971 h 955271"/>
              <a:gd name="connsiteX4" fmla="*/ 16894 w 5741575"/>
              <a:gd name="connsiteY4" fmla="*/ 953847 h 955271"/>
              <a:gd name="connsiteX5" fmla="*/ 28156 w 5741575"/>
              <a:gd name="connsiteY5" fmla="*/ 951374 h 955271"/>
              <a:gd name="connsiteX6" fmla="*/ 28293 w 5741575"/>
              <a:gd name="connsiteY6" fmla="*/ 950971 h 955271"/>
              <a:gd name="connsiteX7" fmla="*/ 59229 w 5741575"/>
              <a:gd name="connsiteY7" fmla="*/ 903950 h 955271"/>
              <a:gd name="connsiteX8" fmla="*/ 148657 w 5741575"/>
              <a:gd name="connsiteY8" fmla="*/ 898134 h 955271"/>
              <a:gd name="connsiteX9" fmla="*/ 174554 w 5741575"/>
              <a:gd name="connsiteY9" fmla="*/ 886351 h 955271"/>
              <a:gd name="connsiteX10" fmla="*/ 187633 w 5741575"/>
              <a:gd name="connsiteY10" fmla="*/ 878226 h 955271"/>
              <a:gd name="connsiteX11" fmla="*/ 187961 w 5741575"/>
              <a:gd name="connsiteY11" fmla="*/ 876538 h 955271"/>
              <a:gd name="connsiteX12" fmla="*/ 240501 w 5741575"/>
              <a:gd name="connsiteY12" fmla="*/ 873150 h 955271"/>
              <a:gd name="connsiteX13" fmla="*/ 246345 w 5741575"/>
              <a:gd name="connsiteY13" fmla="*/ 869942 h 955271"/>
              <a:gd name="connsiteX14" fmla="*/ 306299 w 5741575"/>
              <a:gd name="connsiteY14" fmla="*/ 873609 h 955271"/>
              <a:gd name="connsiteX15" fmla="*/ 331571 w 5741575"/>
              <a:gd name="connsiteY15" fmla="*/ 869866 h 955271"/>
              <a:gd name="connsiteX16" fmla="*/ 384157 w 5741575"/>
              <a:gd name="connsiteY16" fmla="*/ 867971 h 955271"/>
              <a:gd name="connsiteX17" fmla="*/ 477637 w 5741575"/>
              <a:gd name="connsiteY17" fmla="*/ 870334 h 955271"/>
              <a:gd name="connsiteX18" fmla="*/ 570239 w 5741575"/>
              <a:gd name="connsiteY18" fmla="*/ 829596 h 955271"/>
              <a:gd name="connsiteX19" fmla="*/ 772070 w 5741575"/>
              <a:gd name="connsiteY19" fmla="*/ 820296 h 955271"/>
              <a:gd name="connsiteX20" fmla="*/ 948872 w 5741575"/>
              <a:gd name="connsiteY20" fmla="*/ 772201 h 955271"/>
              <a:gd name="connsiteX21" fmla="*/ 1127089 w 5741575"/>
              <a:gd name="connsiteY21" fmla="*/ 746926 h 955271"/>
              <a:gd name="connsiteX22" fmla="*/ 1226314 w 5741575"/>
              <a:gd name="connsiteY22" fmla="*/ 722473 h 955271"/>
              <a:gd name="connsiteX23" fmla="*/ 1374314 w 5741575"/>
              <a:gd name="connsiteY23" fmla="*/ 688815 h 955271"/>
              <a:gd name="connsiteX24" fmla="*/ 1378034 w 5741575"/>
              <a:gd name="connsiteY24" fmla="*/ 685842 h 955271"/>
              <a:gd name="connsiteX25" fmla="*/ 1395604 w 5741575"/>
              <a:gd name="connsiteY25" fmla="*/ 680460 h 955271"/>
              <a:gd name="connsiteX26" fmla="*/ 1397206 w 5741575"/>
              <a:gd name="connsiteY26" fmla="*/ 670793 h 955271"/>
              <a:gd name="connsiteX27" fmla="*/ 1494753 w 5741575"/>
              <a:gd name="connsiteY27" fmla="*/ 644686 h 955271"/>
              <a:gd name="connsiteX28" fmla="*/ 1616217 w 5741575"/>
              <a:gd name="connsiteY28" fmla="*/ 622107 h 955271"/>
              <a:gd name="connsiteX29" fmla="*/ 1710928 w 5741575"/>
              <a:gd name="connsiteY29" fmla="*/ 600666 h 955271"/>
              <a:gd name="connsiteX30" fmla="*/ 1743718 w 5741575"/>
              <a:gd name="connsiteY30" fmla="*/ 584327 h 955271"/>
              <a:gd name="connsiteX31" fmla="*/ 1873778 w 5741575"/>
              <a:gd name="connsiteY31" fmla="*/ 530130 h 955271"/>
              <a:gd name="connsiteX32" fmla="*/ 1988411 w 5741575"/>
              <a:gd name="connsiteY32" fmla="*/ 491599 h 955271"/>
              <a:gd name="connsiteX33" fmla="*/ 2085507 w 5741575"/>
              <a:gd name="connsiteY33" fmla="*/ 498527 h 955271"/>
              <a:gd name="connsiteX34" fmla="*/ 2090767 w 5741575"/>
              <a:gd name="connsiteY34" fmla="*/ 490616 h 955271"/>
              <a:gd name="connsiteX35" fmla="*/ 2151143 w 5741575"/>
              <a:gd name="connsiteY35" fmla="*/ 478332 h 955271"/>
              <a:gd name="connsiteX36" fmla="*/ 2378710 w 5741575"/>
              <a:gd name="connsiteY36" fmla="*/ 477570 h 955271"/>
              <a:gd name="connsiteX37" fmla="*/ 2496256 w 5741575"/>
              <a:gd name="connsiteY37" fmla="*/ 452396 h 955271"/>
              <a:gd name="connsiteX38" fmla="*/ 2535387 w 5741575"/>
              <a:gd name="connsiteY38" fmla="*/ 436645 h 955271"/>
              <a:gd name="connsiteX39" fmla="*/ 2601109 w 5741575"/>
              <a:gd name="connsiteY39" fmla="*/ 410678 h 955271"/>
              <a:gd name="connsiteX40" fmla="*/ 2643855 w 5741575"/>
              <a:gd name="connsiteY40" fmla="*/ 374482 h 955271"/>
              <a:gd name="connsiteX41" fmla="*/ 2657726 w 5741575"/>
              <a:gd name="connsiteY41" fmla="*/ 365841 h 955271"/>
              <a:gd name="connsiteX42" fmla="*/ 2687125 w 5741575"/>
              <a:gd name="connsiteY42" fmla="*/ 366820 h 955271"/>
              <a:gd name="connsiteX43" fmla="*/ 2697479 w 5741575"/>
              <a:gd name="connsiteY43" fmla="*/ 361430 h 955271"/>
              <a:gd name="connsiteX44" fmla="*/ 2701547 w 5741575"/>
              <a:gd name="connsiteY44" fmla="*/ 361545 h 955271"/>
              <a:gd name="connsiteX45" fmla="*/ 2711054 w 5741575"/>
              <a:gd name="connsiteY45" fmla="*/ 360597 h 955271"/>
              <a:gd name="connsiteX46" fmla="*/ 2710438 w 5741575"/>
              <a:gd name="connsiteY46" fmla="*/ 366958 h 955271"/>
              <a:gd name="connsiteX47" fmla="*/ 2722936 w 5741575"/>
              <a:gd name="connsiteY47" fmla="*/ 377633 h 955271"/>
              <a:gd name="connsiteX48" fmla="*/ 2777227 w 5741575"/>
              <a:gd name="connsiteY48" fmla="*/ 368972 h 955271"/>
              <a:gd name="connsiteX49" fmla="*/ 2779510 w 5741575"/>
              <a:gd name="connsiteY49" fmla="*/ 361652 h 955271"/>
              <a:gd name="connsiteX50" fmla="*/ 2786278 w 5741575"/>
              <a:gd name="connsiteY50" fmla="*/ 359869 h 955271"/>
              <a:gd name="connsiteX51" fmla="*/ 2792101 w 5741575"/>
              <a:gd name="connsiteY51" fmla="*/ 365927 h 955271"/>
              <a:gd name="connsiteX52" fmla="*/ 2885545 w 5741575"/>
              <a:gd name="connsiteY52" fmla="*/ 372818 h 955271"/>
              <a:gd name="connsiteX53" fmla="*/ 3009558 w 5741575"/>
              <a:gd name="connsiteY53" fmla="*/ 370573 h 955271"/>
              <a:gd name="connsiteX54" fmla="*/ 3095010 w 5741575"/>
              <a:gd name="connsiteY54" fmla="*/ 332454 h 955271"/>
              <a:gd name="connsiteX55" fmla="*/ 3103742 w 5741575"/>
              <a:gd name="connsiteY55" fmla="*/ 337974 h 955271"/>
              <a:gd name="connsiteX56" fmla="*/ 3165093 w 5741575"/>
              <a:gd name="connsiteY56" fmla="*/ 329459 h 955271"/>
              <a:gd name="connsiteX57" fmla="*/ 3373785 w 5741575"/>
              <a:gd name="connsiteY57" fmla="*/ 255680 h 955271"/>
              <a:gd name="connsiteX58" fmla="*/ 3493851 w 5741575"/>
              <a:gd name="connsiteY58" fmla="*/ 240255 h 955271"/>
              <a:gd name="connsiteX59" fmla="*/ 3537470 w 5741575"/>
              <a:gd name="connsiteY59" fmla="*/ 241867 h 955271"/>
              <a:gd name="connsiteX60" fmla="*/ 3610489 w 5741575"/>
              <a:gd name="connsiteY60" fmla="*/ 244128 h 955271"/>
              <a:gd name="connsiteX61" fmla="*/ 3667539 w 5741575"/>
              <a:gd name="connsiteY61" fmla="*/ 263271 h 955271"/>
              <a:gd name="connsiteX62" fmla="*/ 3727614 w 5741575"/>
              <a:gd name="connsiteY62" fmla="*/ 258245 h 955271"/>
              <a:gd name="connsiteX63" fmla="*/ 3738369 w 5741575"/>
              <a:gd name="connsiteY63" fmla="*/ 234506 h 955271"/>
              <a:gd name="connsiteX64" fmla="*/ 3803670 w 5741575"/>
              <a:gd name="connsiteY64" fmla="*/ 236457 h 955271"/>
              <a:gd name="connsiteX65" fmla="*/ 3903080 w 5741575"/>
              <a:gd name="connsiteY65" fmla="*/ 241890 h 955271"/>
              <a:gd name="connsiteX66" fmla="*/ 4114838 w 5741575"/>
              <a:gd name="connsiteY66" fmla="*/ 238165 h 955271"/>
              <a:gd name="connsiteX67" fmla="*/ 4271023 w 5741575"/>
              <a:gd name="connsiteY67" fmla="*/ 241959 h 955271"/>
              <a:gd name="connsiteX68" fmla="*/ 4367397 w 5741575"/>
              <a:gd name="connsiteY68" fmla="*/ 271442 h 955271"/>
              <a:gd name="connsiteX69" fmla="*/ 4495366 w 5741575"/>
              <a:gd name="connsiteY69" fmla="*/ 271618 h 955271"/>
              <a:gd name="connsiteX70" fmla="*/ 4517347 w 5741575"/>
              <a:gd name="connsiteY70" fmla="*/ 275639 h 955271"/>
              <a:gd name="connsiteX71" fmla="*/ 4546116 w 5741575"/>
              <a:gd name="connsiteY71" fmla="*/ 268568 h 955271"/>
              <a:gd name="connsiteX72" fmla="*/ 4661259 w 5741575"/>
              <a:gd name="connsiteY72" fmla="*/ 238966 h 955271"/>
              <a:gd name="connsiteX73" fmla="*/ 4750403 w 5741575"/>
              <a:gd name="connsiteY73" fmla="*/ 204364 h 955271"/>
              <a:gd name="connsiteX74" fmla="*/ 4867614 w 5741575"/>
              <a:gd name="connsiteY74" fmla="*/ 208668 h 955271"/>
              <a:gd name="connsiteX75" fmla="*/ 4937036 w 5741575"/>
              <a:gd name="connsiteY75" fmla="*/ 195446 h 955271"/>
              <a:gd name="connsiteX76" fmla="*/ 5047626 w 5741575"/>
              <a:gd name="connsiteY76" fmla="*/ 149604 h 955271"/>
              <a:gd name="connsiteX77" fmla="*/ 5200247 w 5741575"/>
              <a:gd name="connsiteY77" fmla="*/ 142695 h 955271"/>
              <a:gd name="connsiteX78" fmla="*/ 5235691 w 5741575"/>
              <a:gd name="connsiteY78" fmla="*/ 173330 h 955271"/>
              <a:gd name="connsiteX79" fmla="*/ 5280133 w 5741575"/>
              <a:gd name="connsiteY79" fmla="*/ 189342 h 955271"/>
              <a:gd name="connsiteX80" fmla="*/ 5291963 w 5741575"/>
              <a:gd name="connsiteY80" fmla="*/ 139446 h 955271"/>
              <a:gd name="connsiteX81" fmla="*/ 5418472 w 5741575"/>
              <a:gd name="connsiteY81" fmla="*/ 89163 h 955271"/>
              <a:gd name="connsiteX82" fmla="*/ 5482354 w 5741575"/>
              <a:gd name="connsiteY82" fmla="*/ 69470 h 955271"/>
              <a:gd name="connsiteX83" fmla="*/ 5583280 w 5741575"/>
              <a:gd name="connsiteY83" fmla="*/ 49787 h 955271"/>
              <a:gd name="connsiteX84" fmla="*/ 5613766 w 5741575"/>
              <a:gd name="connsiteY84" fmla="*/ 41855 h 955271"/>
              <a:gd name="connsiteX85" fmla="*/ 5684952 w 5741575"/>
              <a:gd name="connsiteY85" fmla="*/ 26088 h 955271"/>
              <a:gd name="connsiteX86" fmla="*/ 5741575 w 5741575"/>
              <a:gd name="connsiteY86" fmla="*/ 0 h 955271"/>
              <a:gd name="connsiteX0" fmla="*/ 5741575 w 5741575"/>
              <a:gd name="connsiteY0" fmla="*/ 0 h 955271"/>
              <a:gd name="connsiteX1" fmla="*/ 5741575 w 5741575"/>
              <a:gd name="connsiteY1" fmla="*/ 955271 h 955271"/>
              <a:gd name="connsiteX2" fmla="*/ 0 w 5741575"/>
              <a:gd name="connsiteY2" fmla="*/ 955271 h 955271"/>
              <a:gd name="connsiteX3" fmla="*/ 8558 w 5741575"/>
              <a:gd name="connsiteY3" fmla="*/ 953971 h 955271"/>
              <a:gd name="connsiteX4" fmla="*/ 16894 w 5741575"/>
              <a:gd name="connsiteY4" fmla="*/ 953847 h 955271"/>
              <a:gd name="connsiteX5" fmla="*/ 28156 w 5741575"/>
              <a:gd name="connsiteY5" fmla="*/ 951374 h 955271"/>
              <a:gd name="connsiteX6" fmla="*/ 28293 w 5741575"/>
              <a:gd name="connsiteY6" fmla="*/ 950971 h 955271"/>
              <a:gd name="connsiteX7" fmla="*/ 59229 w 5741575"/>
              <a:gd name="connsiteY7" fmla="*/ 903950 h 955271"/>
              <a:gd name="connsiteX8" fmla="*/ 148657 w 5741575"/>
              <a:gd name="connsiteY8" fmla="*/ 898134 h 955271"/>
              <a:gd name="connsiteX9" fmla="*/ 174554 w 5741575"/>
              <a:gd name="connsiteY9" fmla="*/ 886351 h 955271"/>
              <a:gd name="connsiteX10" fmla="*/ 187633 w 5741575"/>
              <a:gd name="connsiteY10" fmla="*/ 878226 h 955271"/>
              <a:gd name="connsiteX11" fmla="*/ 187961 w 5741575"/>
              <a:gd name="connsiteY11" fmla="*/ 876538 h 955271"/>
              <a:gd name="connsiteX12" fmla="*/ 240501 w 5741575"/>
              <a:gd name="connsiteY12" fmla="*/ 873150 h 955271"/>
              <a:gd name="connsiteX13" fmla="*/ 246345 w 5741575"/>
              <a:gd name="connsiteY13" fmla="*/ 869942 h 955271"/>
              <a:gd name="connsiteX14" fmla="*/ 306299 w 5741575"/>
              <a:gd name="connsiteY14" fmla="*/ 873609 h 955271"/>
              <a:gd name="connsiteX15" fmla="*/ 331571 w 5741575"/>
              <a:gd name="connsiteY15" fmla="*/ 869866 h 955271"/>
              <a:gd name="connsiteX16" fmla="*/ 384157 w 5741575"/>
              <a:gd name="connsiteY16" fmla="*/ 867971 h 955271"/>
              <a:gd name="connsiteX17" fmla="*/ 477637 w 5741575"/>
              <a:gd name="connsiteY17" fmla="*/ 870334 h 955271"/>
              <a:gd name="connsiteX18" fmla="*/ 570239 w 5741575"/>
              <a:gd name="connsiteY18" fmla="*/ 829596 h 955271"/>
              <a:gd name="connsiteX19" fmla="*/ 772070 w 5741575"/>
              <a:gd name="connsiteY19" fmla="*/ 820296 h 955271"/>
              <a:gd name="connsiteX20" fmla="*/ 948872 w 5741575"/>
              <a:gd name="connsiteY20" fmla="*/ 772201 h 955271"/>
              <a:gd name="connsiteX21" fmla="*/ 1127089 w 5741575"/>
              <a:gd name="connsiteY21" fmla="*/ 746926 h 955271"/>
              <a:gd name="connsiteX22" fmla="*/ 1226314 w 5741575"/>
              <a:gd name="connsiteY22" fmla="*/ 722473 h 955271"/>
              <a:gd name="connsiteX23" fmla="*/ 1374314 w 5741575"/>
              <a:gd name="connsiteY23" fmla="*/ 688815 h 955271"/>
              <a:gd name="connsiteX24" fmla="*/ 1378034 w 5741575"/>
              <a:gd name="connsiteY24" fmla="*/ 685842 h 955271"/>
              <a:gd name="connsiteX25" fmla="*/ 1395604 w 5741575"/>
              <a:gd name="connsiteY25" fmla="*/ 680460 h 955271"/>
              <a:gd name="connsiteX26" fmla="*/ 1412292 w 5741575"/>
              <a:gd name="connsiteY26" fmla="*/ 670793 h 955271"/>
              <a:gd name="connsiteX27" fmla="*/ 1494753 w 5741575"/>
              <a:gd name="connsiteY27" fmla="*/ 644686 h 955271"/>
              <a:gd name="connsiteX28" fmla="*/ 1616217 w 5741575"/>
              <a:gd name="connsiteY28" fmla="*/ 622107 h 955271"/>
              <a:gd name="connsiteX29" fmla="*/ 1710928 w 5741575"/>
              <a:gd name="connsiteY29" fmla="*/ 600666 h 955271"/>
              <a:gd name="connsiteX30" fmla="*/ 1743718 w 5741575"/>
              <a:gd name="connsiteY30" fmla="*/ 584327 h 955271"/>
              <a:gd name="connsiteX31" fmla="*/ 1873778 w 5741575"/>
              <a:gd name="connsiteY31" fmla="*/ 530130 h 955271"/>
              <a:gd name="connsiteX32" fmla="*/ 1988411 w 5741575"/>
              <a:gd name="connsiteY32" fmla="*/ 491599 h 955271"/>
              <a:gd name="connsiteX33" fmla="*/ 2085507 w 5741575"/>
              <a:gd name="connsiteY33" fmla="*/ 498527 h 955271"/>
              <a:gd name="connsiteX34" fmla="*/ 2090767 w 5741575"/>
              <a:gd name="connsiteY34" fmla="*/ 490616 h 955271"/>
              <a:gd name="connsiteX35" fmla="*/ 2151143 w 5741575"/>
              <a:gd name="connsiteY35" fmla="*/ 478332 h 955271"/>
              <a:gd name="connsiteX36" fmla="*/ 2378710 w 5741575"/>
              <a:gd name="connsiteY36" fmla="*/ 477570 h 955271"/>
              <a:gd name="connsiteX37" fmla="*/ 2496256 w 5741575"/>
              <a:gd name="connsiteY37" fmla="*/ 452396 h 955271"/>
              <a:gd name="connsiteX38" fmla="*/ 2535387 w 5741575"/>
              <a:gd name="connsiteY38" fmla="*/ 436645 h 955271"/>
              <a:gd name="connsiteX39" fmla="*/ 2601109 w 5741575"/>
              <a:gd name="connsiteY39" fmla="*/ 410678 h 955271"/>
              <a:gd name="connsiteX40" fmla="*/ 2643855 w 5741575"/>
              <a:gd name="connsiteY40" fmla="*/ 374482 h 955271"/>
              <a:gd name="connsiteX41" fmla="*/ 2657726 w 5741575"/>
              <a:gd name="connsiteY41" fmla="*/ 365841 h 955271"/>
              <a:gd name="connsiteX42" fmla="*/ 2687125 w 5741575"/>
              <a:gd name="connsiteY42" fmla="*/ 366820 h 955271"/>
              <a:gd name="connsiteX43" fmla="*/ 2697479 w 5741575"/>
              <a:gd name="connsiteY43" fmla="*/ 361430 h 955271"/>
              <a:gd name="connsiteX44" fmla="*/ 2701547 w 5741575"/>
              <a:gd name="connsiteY44" fmla="*/ 361545 h 955271"/>
              <a:gd name="connsiteX45" fmla="*/ 2711054 w 5741575"/>
              <a:gd name="connsiteY45" fmla="*/ 360597 h 955271"/>
              <a:gd name="connsiteX46" fmla="*/ 2710438 w 5741575"/>
              <a:gd name="connsiteY46" fmla="*/ 366958 h 955271"/>
              <a:gd name="connsiteX47" fmla="*/ 2722936 w 5741575"/>
              <a:gd name="connsiteY47" fmla="*/ 377633 h 955271"/>
              <a:gd name="connsiteX48" fmla="*/ 2777227 w 5741575"/>
              <a:gd name="connsiteY48" fmla="*/ 368972 h 955271"/>
              <a:gd name="connsiteX49" fmla="*/ 2779510 w 5741575"/>
              <a:gd name="connsiteY49" fmla="*/ 361652 h 955271"/>
              <a:gd name="connsiteX50" fmla="*/ 2786278 w 5741575"/>
              <a:gd name="connsiteY50" fmla="*/ 359869 h 955271"/>
              <a:gd name="connsiteX51" fmla="*/ 2792101 w 5741575"/>
              <a:gd name="connsiteY51" fmla="*/ 365927 h 955271"/>
              <a:gd name="connsiteX52" fmla="*/ 2885545 w 5741575"/>
              <a:gd name="connsiteY52" fmla="*/ 372818 h 955271"/>
              <a:gd name="connsiteX53" fmla="*/ 3009558 w 5741575"/>
              <a:gd name="connsiteY53" fmla="*/ 370573 h 955271"/>
              <a:gd name="connsiteX54" fmla="*/ 3095010 w 5741575"/>
              <a:gd name="connsiteY54" fmla="*/ 332454 h 955271"/>
              <a:gd name="connsiteX55" fmla="*/ 3103742 w 5741575"/>
              <a:gd name="connsiteY55" fmla="*/ 337974 h 955271"/>
              <a:gd name="connsiteX56" fmla="*/ 3165093 w 5741575"/>
              <a:gd name="connsiteY56" fmla="*/ 329459 h 955271"/>
              <a:gd name="connsiteX57" fmla="*/ 3373785 w 5741575"/>
              <a:gd name="connsiteY57" fmla="*/ 255680 h 955271"/>
              <a:gd name="connsiteX58" fmla="*/ 3493851 w 5741575"/>
              <a:gd name="connsiteY58" fmla="*/ 240255 h 955271"/>
              <a:gd name="connsiteX59" fmla="*/ 3537470 w 5741575"/>
              <a:gd name="connsiteY59" fmla="*/ 241867 h 955271"/>
              <a:gd name="connsiteX60" fmla="*/ 3610489 w 5741575"/>
              <a:gd name="connsiteY60" fmla="*/ 244128 h 955271"/>
              <a:gd name="connsiteX61" fmla="*/ 3667539 w 5741575"/>
              <a:gd name="connsiteY61" fmla="*/ 263271 h 955271"/>
              <a:gd name="connsiteX62" fmla="*/ 3727614 w 5741575"/>
              <a:gd name="connsiteY62" fmla="*/ 258245 h 955271"/>
              <a:gd name="connsiteX63" fmla="*/ 3738369 w 5741575"/>
              <a:gd name="connsiteY63" fmla="*/ 234506 h 955271"/>
              <a:gd name="connsiteX64" fmla="*/ 3803670 w 5741575"/>
              <a:gd name="connsiteY64" fmla="*/ 236457 h 955271"/>
              <a:gd name="connsiteX65" fmla="*/ 3903080 w 5741575"/>
              <a:gd name="connsiteY65" fmla="*/ 241890 h 955271"/>
              <a:gd name="connsiteX66" fmla="*/ 4114838 w 5741575"/>
              <a:gd name="connsiteY66" fmla="*/ 238165 h 955271"/>
              <a:gd name="connsiteX67" fmla="*/ 4271023 w 5741575"/>
              <a:gd name="connsiteY67" fmla="*/ 241959 h 955271"/>
              <a:gd name="connsiteX68" fmla="*/ 4367397 w 5741575"/>
              <a:gd name="connsiteY68" fmla="*/ 271442 h 955271"/>
              <a:gd name="connsiteX69" fmla="*/ 4495366 w 5741575"/>
              <a:gd name="connsiteY69" fmla="*/ 271618 h 955271"/>
              <a:gd name="connsiteX70" fmla="*/ 4517347 w 5741575"/>
              <a:gd name="connsiteY70" fmla="*/ 275639 h 955271"/>
              <a:gd name="connsiteX71" fmla="*/ 4546116 w 5741575"/>
              <a:gd name="connsiteY71" fmla="*/ 268568 h 955271"/>
              <a:gd name="connsiteX72" fmla="*/ 4661259 w 5741575"/>
              <a:gd name="connsiteY72" fmla="*/ 238966 h 955271"/>
              <a:gd name="connsiteX73" fmla="*/ 4750403 w 5741575"/>
              <a:gd name="connsiteY73" fmla="*/ 204364 h 955271"/>
              <a:gd name="connsiteX74" fmla="*/ 4867614 w 5741575"/>
              <a:gd name="connsiteY74" fmla="*/ 208668 h 955271"/>
              <a:gd name="connsiteX75" fmla="*/ 4937036 w 5741575"/>
              <a:gd name="connsiteY75" fmla="*/ 195446 h 955271"/>
              <a:gd name="connsiteX76" fmla="*/ 5047626 w 5741575"/>
              <a:gd name="connsiteY76" fmla="*/ 149604 h 955271"/>
              <a:gd name="connsiteX77" fmla="*/ 5200247 w 5741575"/>
              <a:gd name="connsiteY77" fmla="*/ 142695 h 955271"/>
              <a:gd name="connsiteX78" fmla="*/ 5235691 w 5741575"/>
              <a:gd name="connsiteY78" fmla="*/ 173330 h 955271"/>
              <a:gd name="connsiteX79" fmla="*/ 5280133 w 5741575"/>
              <a:gd name="connsiteY79" fmla="*/ 189342 h 955271"/>
              <a:gd name="connsiteX80" fmla="*/ 5291963 w 5741575"/>
              <a:gd name="connsiteY80" fmla="*/ 139446 h 955271"/>
              <a:gd name="connsiteX81" fmla="*/ 5418472 w 5741575"/>
              <a:gd name="connsiteY81" fmla="*/ 89163 h 955271"/>
              <a:gd name="connsiteX82" fmla="*/ 5482354 w 5741575"/>
              <a:gd name="connsiteY82" fmla="*/ 69470 h 955271"/>
              <a:gd name="connsiteX83" fmla="*/ 5583280 w 5741575"/>
              <a:gd name="connsiteY83" fmla="*/ 49787 h 955271"/>
              <a:gd name="connsiteX84" fmla="*/ 5613766 w 5741575"/>
              <a:gd name="connsiteY84" fmla="*/ 41855 h 955271"/>
              <a:gd name="connsiteX85" fmla="*/ 5684952 w 5741575"/>
              <a:gd name="connsiteY85" fmla="*/ 26088 h 955271"/>
              <a:gd name="connsiteX86" fmla="*/ 5741575 w 5741575"/>
              <a:gd name="connsiteY86" fmla="*/ 0 h 955271"/>
              <a:gd name="connsiteX0" fmla="*/ 5741575 w 5741575"/>
              <a:gd name="connsiteY0" fmla="*/ 0 h 955271"/>
              <a:gd name="connsiteX1" fmla="*/ 5741575 w 5741575"/>
              <a:gd name="connsiteY1" fmla="*/ 955271 h 955271"/>
              <a:gd name="connsiteX2" fmla="*/ 0 w 5741575"/>
              <a:gd name="connsiteY2" fmla="*/ 955271 h 955271"/>
              <a:gd name="connsiteX3" fmla="*/ 8558 w 5741575"/>
              <a:gd name="connsiteY3" fmla="*/ 953971 h 955271"/>
              <a:gd name="connsiteX4" fmla="*/ 16894 w 5741575"/>
              <a:gd name="connsiteY4" fmla="*/ 953847 h 955271"/>
              <a:gd name="connsiteX5" fmla="*/ 28156 w 5741575"/>
              <a:gd name="connsiteY5" fmla="*/ 951374 h 955271"/>
              <a:gd name="connsiteX6" fmla="*/ 28293 w 5741575"/>
              <a:gd name="connsiteY6" fmla="*/ 950971 h 955271"/>
              <a:gd name="connsiteX7" fmla="*/ 59229 w 5741575"/>
              <a:gd name="connsiteY7" fmla="*/ 903950 h 955271"/>
              <a:gd name="connsiteX8" fmla="*/ 148657 w 5741575"/>
              <a:gd name="connsiteY8" fmla="*/ 898134 h 955271"/>
              <a:gd name="connsiteX9" fmla="*/ 174554 w 5741575"/>
              <a:gd name="connsiteY9" fmla="*/ 886351 h 955271"/>
              <a:gd name="connsiteX10" fmla="*/ 187633 w 5741575"/>
              <a:gd name="connsiteY10" fmla="*/ 878226 h 955271"/>
              <a:gd name="connsiteX11" fmla="*/ 187961 w 5741575"/>
              <a:gd name="connsiteY11" fmla="*/ 876538 h 955271"/>
              <a:gd name="connsiteX12" fmla="*/ 240501 w 5741575"/>
              <a:gd name="connsiteY12" fmla="*/ 873150 h 955271"/>
              <a:gd name="connsiteX13" fmla="*/ 246345 w 5741575"/>
              <a:gd name="connsiteY13" fmla="*/ 869942 h 955271"/>
              <a:gd name="connsiteX14" fmla="*/ 306299 w 5741575"/>
              <a:gd name="connsiteY14" fmla="*/ 873609 h 955271"/>
              <a:gd name="connsiteX15" fmla="*/ 331571 w 5741575"/>
              <a:gd name="connsiteY15" fmla="*/ 869866 h 955271"/>
              <a:gd name="connsiteX16" fmla="*/ 384157 w 5741575"/>
              <a:gd name="connsiteY16" fmla="*/ 867971 h 955271"/>
              <a:gd name="connsiteX17" fmla="*/ 477637 w 5741575"/>
              <a:gd name="connsiteY17" fmla="*/ 870334 h 955271"/>
              <a:gd name="connsiteX18" fmla="*/ 570239 w 5741575"/>
              <a:gd name="connsiteY18" fmla="*/ 829596 h 955271"/>
              <a:gd name="connsiteX19" fmla="*/ 772070 w 5741575"/>
              <a:gd name="connsiteY19" fmla="*/ 820296 h 955271"/>
              <a:gd name="connsiteX20" fmla="*/ 948872 w 5741575"/>
              <a:gd name="connsiteY20" fmla="*/ 772201 h 955271"/>
              <a:gd name="connsiteX21" fmla="*/ 1127089 w 5741575"/>
              <a:gd name="connsiteY21" fmla="*/ 746926 h 955271"/>
              <a:gd name="connsiteX22" fmla="*/ 1226314 w 5741575"/>
              <a:gd name="connsiteY22" fmla="*/ 722473 h 955271"/>
              <a:gd name="connsiteX23" fmla="*/ 1374314 w 5741575"/>
              <a:gd name="connsiteY23" fmla="*/ 688815 h 955271"/>
              <a:gd name="connsiteX24" fmla="*/ 1378034 w 5741575"/>
              <a:gd name="connsiteY24" fmla="*/ 685842 h 955271"/>
              <a:gd name="connsiteX25" fmla="*/ 1435833 w 5741575"/>
              <a:gd name="connsiteY25" fmla="*/ 857427 h 955271"/>
              <a:gd name="connsiteX26" fmla="*/ 1412292 w 5741575"/>
              <a:gd name="connsiteY26" fmla="*/ 670793 h 955271"/>
              <a:gd name="connsiteX27" fmla="*/ 1494753 w 5741575"/>
              <a:gd name="connsiteY27" fmla="*/ 644686 h 955271"/>
              <a:gd name="connsiteX28" fmla="*/ 1616217 w 5741575"/>
              <a:gd name="connsiteY28" fmla="*/ 622107 h 955271"/>
              <a:gd name="connsiteX29" fmla="*/ 1710928 w 5741575"/>
              <a:gd name="connsiteY29" fmla="*/ 600666 h 955271"/>
              <a:gd name="connsiteX30" fmla="*/ 1743718 w 5741575"/>
              <a:gd name="connsiteY30" fmla="*/ 584327 h 955271"/>
              <a:gd name="connsiteX31" fmla="*/ 1873778 w 5741575"/>
              <a:gd name="connsiteY31" fmla="*/ 530130 h 955271"/>
              <a:gd name="connsiteX32" fmla="*/ 1988411 w 5741575"/>
              <a:gd name="connsiteY32" fmla="*/ 491599 h 955271"/>
              <a:gd name="connsiteX33" fmla="*/ 2085507 w 5741575"/>
              <a:gd name="connsiteY33" fmla="*/ 498527 h 955271"/>
              <a:gd name="connsiteX34" fmla="*/ 2090767 w 5741575"/>
              <a:gd name="connsiteY34" fmla="*/ 490616 h 955271"/>
              <a:gd name="connsiteX35" fmla="*/ 2151143 w 5741575"/>
              <a:gd name="connsiteY35" fmla="*/ 478332 h 955271"/>
              <a:gd name="connsiteX36" fmla="*/ 2378710 w 5741575"/>
              <a:gd name="connsiteY36" fmla="*/ 477570 h 955271"/>
              <a:gd name="connsiteX37" fmla="*/ 2496256 w 5741575"/>
              <a:gd name="connsiteY37" fmla="*/ 452396 h 955271"/>
              <a:gd name="connsiteX38" fmla="*/ 2535387 w 5741575"/>
              <a:gd name="connsiteY38" fmla="*/ 436645 h 955271"/>
              <a:gd name="connsiteX39" fmla="*/ 2601109 w 5741575"/>
              <a:gd name="connsiteY39" fmla="*/ 410678 h 955271"/>
              <a:gd name="connsiteX40" fmla="*/ 2643855 w 5741575"/>
              <a:gd name="connsiteY40" fmla="*/ 374482 h 955271"/>
              <a:gd name="connsiteX41" fmla="*/ 2657726 w 5741575"/>
              <a:gd name="connsiteY41" fmla="*/ 365841 h 955271"/>
              <a:gd name="connsiteX42" fmla="*/ 2687125 w 5741575"/>
              <a:gd name="connsiteY42" fmla="*/ 366820 h 955271"/>
              <a:gd name="connsiteX43" fmla="*/ 2697479 w 5741575"/>
              <a:gd name="connsiteY43" fmla="*/ 361430 h 955271"/>
              <a:gd name="connsiteX44" fmla="*/ 2701547 w 5741575"/>
              <a:gd name="connsiteY44" fmla="*/ 361545 h 955271"/>
              <a:gd name="connsiteX45" fmla="*/ 2711054 w 5741575"/>
              <a:gd name="connsiteY45" fmla="*/ 360597 h 955271"/>
              <a:gd name="connsiteX46" fmla="*/ 2710438 w 5741575"/>
              <a:gd name="connsiteY46" fmla="*/ 366958 h 955271"/>
              <a:gd name="connsiteX47" fmla="*/ 2722936 w 5741575"/>
              <a:gd name="connsiteY47" fmla="*/ 377633 h 955271"/>
              <a:gd name="connsiteX48" fmla="*/ 2777227 w 5741575"/>
              <a:gd name="connsiteY48" fmla="*/ 368972 h 955271"/>
              <a:gd name="connsiteX49" fmla="*/ 2779510 w 5741575"/>
              <a:gd name="connsiteY49" fmla="*/ 361652 h 955271"/>
              <a:gd name="connsiteX50" fmla="*/ 2786278 w 5741575"/>
              <a:gd name="connsiteY50" fmla="*/ 359869 h 955271"/>
              <a:gd name="connsiteX51" fmla="*/ 2792101 w 5741575"/>
              <a:gd name="connsiteY51" fmla="*/ 365927 h 955271"/>
              <a:gd name="connsiteX52" fmla="*/ 2885545 w 5741575"/>
              <a:gd name="connsiteY52" fmla="*/ 372818 h 955271"/>
              <a:gd name="connsiteX53" fmla="*/ 3009558 w 5741575"/>
              <a:gd name="connsiteY53" fmla="*/ 370573 h 955271"/>
              <a:gd name="connsiteX54" fmla="*/ 3095010 w 5741575"/>
              <a:gd name="connsiteY54" fmla="*/ 332454 h 955271"/>
              <a:gd name="connsiteX55" fmla="*/ 3103742 w 5741575"/>
              <a:gd name="connsiteY55" fmla="*/ 337974 h 955271"/>
              <a:gd name="connsiteX56" fmla="*/ 3165093 w 5741575"/>
              <a:gd name="connsiteY56" fmla="*/ 329459 h 955271"/>
              <a:gd name="connsiteX57" fmla="*/ 3373785 w 5741575"/>
              <a:gd name="connsiteY57" fmla="*/ 255680 h 955271"/>
              <a:gd name="connsiteX58" fmla="*/ 3493851 w 5741575"/>
              <a:gd name="connsiteY58" fmla="*/ 240255 h 955271"/>
              <a:gd name="connsiteX59" fmla="*/ 3537470 w 5741575"/>
              <a:gd name="connsiteY59" fmla="*/ 241867 h 955271"/>
              <a:gd name="connsiteX60" fmla="*/ 3610489 w 5741575"/>
              <a:gd name="connsiteY60" fmla="*/ 244128 h 955271"/>
              <a:gd name="connsiteX61" fmla="*/ 3667539 w 5741575"/>
              <a:gd name="connsiteY61" fmla="*/ 263271 h 955271"/>
              <a:gd name="connsiteX62" fmla="*/ 3727614 w 5741575"/>
              <a:gd name="connsiteY62" fmla="*/ 258245 h 955271"/>
              <a:gd name="connsiteX63" fmla="*/ 3738369 w 5741575"/>
              <a:gd name="connsiteY63" fmla="*/ 234506 h 955271"/>
              <a:gd name="connsiteX64" fmla="*/ 3803670 w 5741575"/>
              <a:gd name="connsiteY64" fmla="*/ 236457 h 955271"/>
              <a:gd name="connsiteX65" fmla="*/ 3903080 w 5741575"/>
              <a:gd name="connsiteY65" fmla="*/ 241890 h 955271"/>
              <a:gd name="connsiteX66" fmla="*/ 4114838 w 5741575"/>
              <a:gd name="connsiteY66" fmla="*/ 238165 h 955271"/>
              <a:gd name="connsiteX67" fmla="*/ 4271023 w 5741575"/>
              <a:gd name="connsiteY67" fmla="*/ 241959 h 955271"/>
              <a:gd name="connsiteX68" fmla="*/ 4367397 w 5741575"/>
              <a:gd name="connsiteY68" fmla="*/ 271442 h 955271"/>
              <a:gd name="connsiteX69" fmla="*/ 4495366 w 5741575"/>
              <a:gd name="connsiteY69" fmla="*/ 271618 h 955271"/>
              <a:gd name="connsiteX70" fmla="*/ 4517347 w 5741575"/>
              <a:gd name="connsiteY70" fmla="*/ 275639 h 955271"/>
              <a:gd name="connsiteX71" fmla="*/ 4546116 w 5741575"/>
              <a:gd name="connsiteY71" fmla="*/ 268568 h 955271"/>
              <a:gd name="connsiteX72" fmla="*/ 4661259 w 5741575"/>
              <a:gd name="connsiteY72" fmla="*/ 238966 h 955271"/>
              <a:gd name="connsiteX73" fmla="*/ 4750403 w 5741575"/>
              <a:gd name="connsiteY73" fmla="*/ 204364 h 955271"/>
              <a:gd name="connsiteX74" fmla="*/ 4867614 w 5741575"/>
              <a:gd name="connsiteY74" fmla="*/ 208668 h 955271"/>
              <a:gd name="connsiteX75" fmla="*/ 4937036 w 5741575"/>
              <a:gd name="connsiteY75" fmla="*/ 195446 h 955271"/>
              <a:gd name="connsiteX76" fmla="*/ 5047626 w 5741575"/>
              <a:gd name="connsiteY76" fmla="*/ 149604 h 955271"/>
              <a:gd name="connsiteX77" fmla="*/ 5200247 w 5741575"/>
              <a:gd name="connsiteY77" fmla="*/ 142695 h 955271"/>
              <a:gd name="connsiteX78" fmla="*/ 5235691 w 5741575"/>
              <a:gd name="connsiteY78" fmla="*/ 173330 h 955271"/>
              <a:gd name="connsiteX79" fmla="*/ 5280133 w 5741575"/>
              <a:gd name="connsiteY79" fmla="*/ 189342 h 955271"/>
              <a:gd name="connsiteX80" fmla="*/ 5291963 w 5741575"/>
              <a:gd name="connsiteY80" fmla="*/ 139446 h 955271"/>
              <a:gd name="connsiteX81" fmla="*/ 5418472 w 5741575"/>
              <a:gd name="connsiteY81" fmla="*/ 89163 h 955271"/>
              <a:gd name="connsiteX82" fmla="*/ 5482354 w 5741575"/>
              <a:gd name="connsiteY82" fmla="*/ 69470 h 955271"/>
              <a:gd name="connsiteX83" fmla="*/ 5583280 w 5741575"/>
              <a:gd name="connsiteY83" fmla="*/ 49787 h 955271"/>
              <a:gd name="connsiteX84" fmla="*/ 5613766 w 5741575"/>
              <a:gd name="connsiteY84" fmla="*/ 41855 h 955271"/>
              <a:gd name="connsiteX85" fmla="*/ 5684952 w 5741575"/>
              <a:gd name="connsiteY85" fmla="*/ 26088 h 955271"/>
              <a:gd name="connsiteX86" fmla="*/ 5741575 w 5741575"/>
              <a:gd name="connsiteY86" fmla="*/ 0 h 955271"/>
              <a:gd name="connsiteX0" fmla="*/ 5741575 w 5741575"/>
              <a:gd name="connsiteY0" fmla="*/ 0 h 955271"/>
              <a:gd name="connsiteX1" fmla="*/ 5741575 w 5741575"/>
              <a:gd name="connsiteY1" fmla="*/ 955271 h 955271"/>
              <a:gd name="connsiteX2" fmla="*/ 0 w 5741575"/>
              <a:gd name="connsiteY2" fmla="*/ 955271 h 955271"/>
              <a:gd name="connsiteX3" fmla="*/ 8558 w 5741575"/>
              <a:gd name="connsiteY3" fmla="*/ 953971 h 955271"/>
              <a:gd name="connsiteX4" fmla="*/ 16894 w 5741575"/>
              <a:gd name="connsiteY4" fmla="*/ 953847 h 955271"/>
              <a:gd name="connsiteX5" fmla="*/ 28156 w 5741575"/>
              <a:gd name="connsiteY5" fmla="*/ 951374 h 955271"/>
              <a:gd name="connsiteX6" fmla="*/ 28293 w 5741575"/>
              <a:gd name="connsiteY6" fmla="*/ 950971 h 955271"/>
              <a:gd name="connsiteX7" fmla="*/ 59229 w 5741575"/>
              <a:gd name="connsiteY7" fmla="*/ 903950 h 955271"/>
              <a:gd name="connsiteX8" fmla="*/ 148657 w 5741575"/>
              <a:gd name="connsiteY8" fmla="*/ 898134 h 955271"/>
              <a:gd name="connsiteX9" fmla="*/ 174554 w 5741575"/>
              <a:gd name="connsiteY9" fmla="*/ 886351 h 955271"/>
              <a:gd name="connsiteX10" fmla="*/ 187633 w 5741575"/>
              <a:gd name="connsiteY10" fmla="*/ 878226 h 955271"/>
              <a:gd name="connsiteX11" fmla="*/ 187961 w 5741575"/>
              <a:gd name="connsiteY11" fmla="*/ 876538 h 955271"/>
              <a:gd name="connsiteX12" fmla="*/ 240501 w 5741575"/>
              <a:gd name="connsiteY12" fmla="*/ 873150 h 955271"/>
              <a:gd name="connsiteX13" fmla="*/ 246345 w 5741575"/>
              <a:gd name="connsiteY13" fmla="*/ 869942 h 955271"/>
              <a:gd name="connsiteX14" fmla="*/ 306299 w 5741575"/>
              <a:gd name="connsiteY14" fmla="*/ 873609 h 955271"/>
              <a:gd name="connsiteX15" fmla="*/ 331571 w 5741575"/>
              <a:gd name="connsiteY15" fmla="*/ 869866 h 955271"/>
              <a:gd name="connsiteX16" fmla="*/ 384157 w 5741575"/>
              <a:gd name="connsiteY16" fmla="*/ 867971 h 955271"/>
              <a:gd name="connsiteX17" fmla="*/ 477637 w 5741575"/>
              <a:gd name="connsiteY17" fmla="*/ 870334 h 955271"/>
              <a:gd name="connsiteX18" fmla="*/ 570239 w 5741575"/>
              <a:gd name="connsiteY18" fmla="*/ 829596 h 955271"/>
              <a:gd name="connsiteX19" fmla="*/ 772070 w 5741575"/>
              <a:gd name="connsiteY19" fmla="*/ 820296 h 955271"/>
              <a:gd name="connsiteX20" fmla="*/ 948872 w 5741575"/>
              <a:gd name="connsiteY20" fmla="*/ 772201 h 955271"/>
              <a:gd name="connsiteX21" fmla="*/ 1127089 w 5741575"/>
              <a:gd name="connsiteY21" fmla="*/ 746926 h 955271"/>
              <a:gd name="connsiteX22" fmla="*/ 1226314 w 5741575"/>
              <a:gd name="connsiteY22" fmla="*/ 722473 h 955271"/>
              <a:gd name="connsiteX23" fmla="*/ 1374314 w 5741575"/>
              <a:gd name="connsiteY23" fmla="*/ 688815 h 955271"/>
              <a:gd name="connsiteX24" fmla="*/ 1342834 w 5741575"/>
              <a:gd name="connsiteY24" fmla="*/ 753906 h 955271"/>
              <a:gd name="connsiteX25" fmla="*/ 1435833 w 5741575"/>
              <a:gd name="connsiteY25" fmla="*/ 857427 h 955271"/>
              <a:gd name="connsiteX26" fmla="*/ 1412292 w 5741575"/>
              <a:gd name="connsiteY26" fmla="*/ 670793 h 955271"/>
              <a:gd name="connsiteX27" fmla="*/ 1494753 w 5741575"/>
              <a:gd name="connsiteY27" fmla="*/ 644686 h 955271"/>
              <a:gd name="connsiteX28" fmla="*/ 1616217 w 5741575"/>
              <a:gd name="connsiteY28" fmla="*/ 622107 h 955271"/>
              <a:gd name="connsiteX29" fmla="*/ 1710928 w 5741575"/>
              <a:gd name="connsiteY29" fmla="*/ 600666 h 955271"/>
              <a:gd name="connsiteX30" fmla="*/ 1743718 w 5741575"/>
              <a:gd name="connsiteY30" fmla="*/ 584327 h 955271"/>
              <a:gd name="connsiteX31" fmla="*/ 1873778 w 5741575"/>
              <a:gd name="connsiteY31" fmla="*/ 530130 h 955271"/>
              <a:gd name="connsiteX32" fmla="*/ 1988411 w 5741575"/>
              <a:gd name="connsiteY32" fmla="*/ 491599 h 955271"/>
              <a:gd name="connsiteX33" fmla="*/ 2085507 w 5741575"/>
              <a:gd name="connsiteY33" fmla="*/ 498527 h 955271"/>
              <a:gd name="connsiteX34" fmla="*/ 2090767 w 5741575"/>
              <a:gd name="connsiteY34" fmla="*/ 490616 h 955271"/>
              <a:gd name="connsiteX35" fmla="*/ 2151143 w 5741575"/>
              <a:gd name="connsiteY35" fmla="*/ 478332 h 955271"/>
              <a:gd name="connsiteX36" fmla="*/ 2378710 w 5741575"/>
              <a:gd name="connsiteY36" fmla="*/ 477570 h 955271"/>
              <a:gd name="connsiteX37" fmla="*/ 2496256 w 5741575"/>
              <a:gd name="connsiteY37" fmla="*/ 452396 h 955271"/>
              <a:gd name="connsiteX38" fmla="*/ 2535387 w 5741575"/>
              <a:gd name="connsiteY38" fmla="*/ 436645 h 955271"/>
              <a:gd name="connsiteX39" fmla="*/ 2601109 w 5741575"/>
              <a:gd name="connsiteY39" fmla="*/ 410678 h 955271"/>
              <a:gd name="connsiteX40" fmla="*/ 2643855 w 5741575"/>
              <a:gd name="connsiteY40" fmla="*/ 374482 h 955271"/>
              <a:gd name="connsiteX41" fmla="*/ 2657726 w 5741575"/>
              <a:gd name="connsiteY41" fmla="*/ 365841 h 955271"/>
              <a:gd name="connsiteX42" fmla="*/ 2687125 w 5741575"/>
              <a:gd name="connsiteY42" fmla="*/ 366820 h 955271"/>
              <a:gd name="connsiteX43" fmla="*/ 2697479 w 5741575"/>
              <a:gd name="connsiteY43" fmla="*/ 361430 h 955271"/>
              <a:gd name="connsiteX44" fmla="*/ 2701547 w 5741575"/>
              <a:gd name="connsiteY44" fmla="*/ 361545 h 955271"/>
              <a:gd name="connsiteX45" fmla="*/ 2711054 w 5741575"/>
              <a:gd name="connsiteY45" fmla="*/ 360597 h 955271"/>
              <a:gd name="connsiteX46" fmla="*/ 2710438 w 5741575"/>
              <a:gd name="connsiteY46" fmla="*/ 366958 h 955271"/>
              <a:gd name="connsiteX47" fmla="*/ 2722936 w 5741575"/>
              <a:gd name="connsiteY47" fmla="*/ 377633 h 955271"/>
              <a:gd name="connsiteX48" fmla="*/ 2777227 w 5741575"/>
              <a:gd name="connsiteY48" fmla="*/ 368972 h 955271"/>
              <a:gd name="connsiteX49" fmla="*/ 2779510 w 5741575"/>
              <a:gd name="connsiteY49" fmla="*/ 361652 h 955271"/>
              <a:gd name="connsiteX50" fmla="*/ 2786278 w 5741575"/>
              <a:gd name="connsiteY50" fmla="*/ 359869 h 955271"/>
              <a:gd name="connsiteX51" fmla="*/ 2792101 w 5741575"/>
              <a:gd name="connsiteY51" fmla="*/ 365927 h 955271"/>
              <a:gd name="connsiteX52" fmla="*/ 2885545 w 5741575"/>
              <a:gd name="connsiteY52" fmla="*/ 372818 h 955271"/>
              <a:gd name="connsiteX53" fmla="*/ 3009558 w 5741575"/>
              <a:gd name="connsiteY53" fmla="*/ 370573 h 955271"/>
              <a:gd name="connsiteX54" fmla="*/ 3095010 w 5741575"/>
              <a:gd name="connsiteY54" fmla="*/ 332454 h 955271"/>
              <a:gd name="connsiteX55" fmla="*/ 3103742 w 5741575"/>
              <a:gd name="connsiteY55" fmla="*/ 337974 h 955271"/>
              <a:gd name="connsiteX56" fmla="*/ 3165093 w 5741575"/>
              <a:gd name="connsiteY56" fmla="*/ 329459 h 955271"/>
              <a:gd name="connsiteX57" fmla="*/ 3373785 w 5741575"/>
              <a:gd name="connsiteY57" fmla="*/ 255680 h 955271"/>
              <a:gd name="connsiteX58" fmla="*/ 3493851 w 5741575"/>
              <a:gd name="connsiteY58" fmla="*/ 240255 h 955271"/>
              <a:gd name="connsiteX59" fmla="*/ 3537470 w 5741575"/>
              <a:gd name="connsiteY59" fmla="*/ 241867 h 955271"/>
              <a:gd name="connsiteX60" fmla="*/ 3610489 w 5741575"/>
              <a:gd name="connsiteY60" fmla="*/ 244128 h 955271"/>
              <a:gd name="connsiteX61" fmla="*/ 3667539 w 5741575"/>
              <a:gd name="connsiteY61" fmla="*/ 263271 h 955271"/>
              <a:gd name="connsiteX62" fmla="*/ 3727614 w 5741575"/>
              <a:gd name="connsiteY62" fmla="*/ 258245 h 955271"/>
              <a:gd name="connsiteX63" fmla="*/ 3738369 w 5741575"/>
              <a:gd name="connsiteY63" fmla="*/ 234506 h 955271"/>
              <a:gd name="connsiteX64" fmla="*/ 3803670 w 5741575"/>
              <a:gd name="connsiteY64" fmla="*/ 236457 h 955271"/>
              <a:gd name="connsiteX65" fmla="*/ 3903080 w 5741575"/>
              <a:gd name="connsiteY65" fmla="*/ 241890 h 955271"/>
              <a:gd name="connsiteX66" fmla="*/ 4114838 w 5741575"/>
              <a:gd name="connsiteY66" fmla="*/ 238165 h 955271"/>
              <a:gd name="connsiteX67" fmla="*/ 4271023 w 5741575"/>
              <a:gd name="connsiteY67" fmla="*/ 241959 h 955271"/>
              <a:gd name="connsiteX68" fmla="*/ 4367397 w 5741575"/>
              <a:gd name="connsiteY68" fmla="*/ 271442 h 955271"/>
              <a:gd name="connsiteX69" fmla="*/ 4495366 w 5741575"/>
              <a:gd name="connsiteY69" fmla="*/ 271618 h 955271"/>
              <a:gd name="connsiteX70" fmla="*/ 4517347 w 5741575"/>
              <a:gd name="connsiteY70" fmla="*/ 275639 h 955271"/>
              <a:gd name="connsiteX71" fmla="*/ 4546116 w 5741575"/>
              <a:gd name="connsiteY71" fmla="*/ 268568 h 955271"/>
              <a:gd name="connsiteX72" fmla="*/ 4661259 w 5741575"/>
              <a:gd name="connsiteY72" fmla="*/ 238966 h 955271"/>
              <a:gd name="connsiteX73" fmla="*/ 4750403 w 5741575"/>
              <a:gd name="connsiteY73" fmla="*/ 204364 h 955271"/>
              <a:gd name="connsiteX74" fmla="*/ 4867614 w 5741575"/>
              <a:gd name="connsiteY74" fmla="*/ 208668 h 955271"/>
              <a:gd name="connsiteX75" fmla="*/ 4937036 w 5741575"/>
              <a:gd name="connsiteY75" fmla="*/ 195446 h 955271"/>
              <a:gd name="connsiteX76" fmla="*/ 5047626 w 5741575"/>
              <a:gd name="connsiteY76" fmla="*/ 149604 h 955271"/>
              <a:gd name="connsiteX77" fmla="*/ 5200247 w 5741575"/>
              <a:gd name="connsiteY77" fmla="*/ 142695 h 955271"/>
              <a:gd name="connsiteX78" fmla="*/ 5235691 w 5741575"/>
              <a:gd name="connsiteY78" fmla="*/ 173330 h 955271"/>
              <a:gd name="connsiteX79" fmla="*/ 5280133 w 5741575"/>
              <a:gd name="connsiteY79" fmla="*/ 189342 h 955271"/>
              <a:gd name="connsiteX80" fmla="*/ 5291963 w 5741575"/>
              <a:gd name="connsiteY80" fmla="*/ 139446 h 955271"/>
              <a:gd name="connsiteX81" fmla="*/ 5418472 w 5741575"/>
              <a:gd name="connsiteY81" fmla="*/ 89163 h 955271"/>
              <a:gd name="connsiteX82" fmla="*/ 5482354 w 5741575"/>
              <a:gd name="connsiteY82" fmla="*/ 69470 h 955271"/>
              <a:gd name="connsiteX83" fmla="*/ 5583280 w 5741575"/>
              <a:gd name="connsiteY83" fmla="*/ 49787 h 955271"/>
              <a:gd name="connsiteX84" fmla="*/ 5613766 w 5741575"/>
              <a:gd name="connsiteY84" fmla="*/ 41855 h 955271"/>
              <a:gd name="connsiteX85" fmla="*/ 5684952 w 5741575"/>
              <a:gd name="connsiteY85" fmla="*/ 26088 h 955271"/>
              <a:gd name="connsiteX86" fmla="*/ 5741575 w 5741575"/>
              <a:gd name="connsiteY86" fmla="*/ 0 h 955271"/>
              <a:gd name="connsiteX0" fmla="*/ 5741575 w 5741575"/>
              <a:gd name="connsiteY0" fmla="*/ 0 h 955271"/>
              <a:gd name="connsiteX1" fmla="*/ 5741575 w 5741575"/>
              <a:gd name="connsiteY1" fmla="*/ 955271 h 955271"/>
              <a:gd name="connsiteX2" fmla="*/ 0 w 5741575"/>
              <a:gd name="connsiteY2" fmla="*/ 955271 h 955271"/>
              <a:gd name="connsiteX3" fmla="*/ 8558 w 5741575"/>
              <a:gd name="connsiteY3" fmla="*/ 953971 h 955271"/>
              <a:gd name="connsiteX4" fmla="*/ 16894 w 5741575"/>
              <a:gd name="connsiteY4" fmla="*/ 953847 h 955271"/>
              <a:gd name="connsiteX5" fmla="*/ 28156 w 5741575"/>
              <a:gd name="connsiteY5" fmla="*/ 951374 h 955271"/>
              <a:gd name="connsiteX6" fmla="*/ 28293 w 5741575"/>
              <a:gd name="connsiteY6" fmla="*/ 950971 h 955271"/>
              <a:gd name="connsiteX7" fmla="*/ 59229 w 5741575"/>
              <a:gd name="connsiteY7" fmla="*/ 903950 h 955271"/>
              <a:gd name="connsiteX8" fmla="*/ 148657 w 5741575"/>
              <a:gd name="connsiteY8" fmla="*/ 898134 h 955271"/>
              <a:gd name="connsiteX9" fmla="*/ 174554 w 5741575"/>
              <a:gd name="connsiteY9" fmla="*/ 886351 h 955271"/>
              <a:gd name="connsiteX10" fmla="*/ 187633 w 5741575"/>
              <a:gd name="connsiteY10" fmla="*/ 878226 h 955271"/>
              <a:gd name="connsiteX11" fmla="*/ 187961 w 5741575"/>
              <a:gd name="connsiteY11" fmla="*/ 876538 h 955271"/>
              <a:gd name="connsiteX12" fmla="*/ 240501 w 5741575"/>
              <a:gd name="connsiteY12" fmla="*/ 873150 h 955271"/>
              <a:gd name="connsiteX13" fmla="*/ 246345 w 5741575"/>
              <a:gd name="connsiteY13" fmla="*/ 869942 h 955271"/>
              <a:gd name="connsiteX14" fmla="*/ 306299 w 5741575"/>
              <a:gd name="connsiteY14" fmla="*/ 873609 h 955271"/>
              <a:gd name="connsiteX15" fmla="*/ 331571 w 5741575"/>
              <a:gd name="connsiteY15" fmla="*/ 869866 h 955271"/>
              <a:gd name="connsiteX16" fmla="*/ 384157 w 5741575"/>
              <a:gd name="connsiteY16" fmla="*/ 867971 h 955271"/>
              <a:gd name="connsiteX17" fmla="*/ 477637 w 5741575"/>
              <a:gd name="connsiteY17" fmla="*/ 870334 h 955271"/>
              <a:gd name="connsiteX18" fmla="*/ 570239 w 5741575"/>
              <a:gd name="connsiteY18" fmla="*/ 829596 h 955271"/>
              <a:gd name="connsiteX19" fmla="*/ 772070 w 5741575"/>
              <a:gd name="connsiteY19" fmla="*/ 820296 h 955271"/>
              <a:gd name="connsiteX20" fmla="*/ 948872 w 5741575"/>
              <a:gd name="connsiteY20" fmla="*/ 772201 h 955271"/>
              <a:gd name="connsiteX21" fmla="*/ 1127089 w 5741575"/>
              <a:gd name="connsiteY21" fmla="*/ 746926 h 955271"/>
              <a:gd name="connsiteX22" fmla="*/ 1226314 w 5741575"/>
              <a:gd name="connsiteY22" fmla="*/ 722473 h 955271"/>
              <a:gd name="connsiteX23" fmla="*/ 1278773 w 5741575"/>
              <a:gd name="connsiteY23" fmla="*/ 711503 h 955271"/>
              <a:gd name="connsiteX24" fmla="*/ 1342834 w 5741575"/>
              <a:gd name="connsiteY24" fmla="*/ 753906 h 955271"/>
              <a:gd name="connsiteX25" fmla="*/ 1435833 w 5741575"/>
              <a:gd name="connsiteY25" fmla="*/ 857427 h 955271"/>
              <a:gd name="connsiteX26" fmla="*/ 1412292 w 5741575"/>
              <a:gd name="connsiteY26" fmla="*/ 670793 h 955271"/>
              <a:gd name="connsiteX27" fmla="*/ 1494753 w 5741575"/>
              <a:gd name="connsiteY27" fmla="*/ 644686 h 955271"/>
              <a:gd name="connsiteX28" fmla="*/ 1616217 w 5741575"/>
              <a:gd name="connsiteY28" fmla="*/ 622107 h 955271"/>
              <a:gd name="connsiteX29" fmla="*/ 1710928 w 5741575"/>
              <a:gd name="connsiteY29" fmla="*/ 600666 h 955271"/>
              <a:gd name="connsiteX30" fmla="*/ 1743718 w 5741575"/>
              <a:gd name="connsiteY30" fmla="*/ 584327 h 955271"/>
              <a:gd name="connsiteX31" fmla="*/ 1873778 w 5741575"/>
              <a:gd name="connsiteY31" fmla="*/ 530130 h 955271"/>
              <a:gd name="connsiteX32" fmla="*/ 1988411 w 5741575"/>
              <a:gd name="connsiteY32" fmla="*/ 491599 h 955271"/>
              <a:gd name="connsiteX33" fmla="*/ 2085507 w 5741575"/>
              <a:gd name="connsiteY33" fmla="*/ 498527 h 955271"/>
              <a:gd name="connsiteX34" fmla="*/ 2090767 w 5741575"/>
              <a:gd name="connsiteY34" fmla="*/ 490616 h 955271"/>
              <a:gd name="connsiteX35" fmla="*/ 2151143 w 5741575"/>
              <a:gd name="connsiteY35" fmla="*/ 478332 h 955271"/>
              <a:gd name="connsiteX36" fmla="*/ 2378710 w 5741575"/>
              <a:gd name="connsiteY36" fmla="*/ 477570 h 955271"/>
              <a:gd name="connsiteX37" fmla="*/ 2496256 w 5741575"/>
              <a:gd name="connsiteY37" fmla="*/ 452396 h 955271"/>
              <a:gd name="connsiteX38" fmla="*/ 2535387 w 5741575"/>
              <a:gd name="connsiteY38" fmla="*/ 436645 h 955271"/>
              <a:gd name="connsiteX39" fmla="*/ 2601109 w 5741575"/>
              <a:gd name="connsiteY39" fmla="*/ 410678 h 955271"/>
              <a:gd name="connsiteX40" fmla="*/ 2643855 w 5741575"/>
              <a:gd name="connsiteY40" fmla="*/ 374482 h 955271"/>
              <a:gd name="connsiteX41" fmla="*/ 2657726 w 5741575"/>
              <a:gd name="connsiteY41" fmla="*/ 365841 h 955271"/>
              <a:gd name="connsiteX42" fmla="*/ 2687125 w 5741575"/>
              <a:gd name="connsiteY42" fmla="*/ 366820 h 955271"/>
              <a:gd name="connsiteX43" fmla="*/ 2697479 w 5741575"/>
              <a:gd name="connsiteY43" fmla="*/ 361430 h 955271"/>
              <a:gd name="connsiteX44" fmla="*/ 2701547 w 5741575"/>
              <a:gd name="connsiteY44" fmla="*/ 361545 h 955271"/>
              <a:gd name="connsiteX45" fmla="*/ 2711054 w 5741575"/>
              <a:gd name="connsiteY45" fmla="*/ 360597 h 955271"/>
              <a:gd name="connsiteX46" fmla="*/ 2710438 w 5741575"/>
              <a:gd name="connsiteY46" fmla="*/ 366958 h 955271"/>
              <a:gd name="connsiteX47" fmla="*/ 2722936 w 5741575"/>
              <a:gd name="connsiteY47" fmla="*/ 377633 h 955271"/>
              <a:gd name="connsiteX48" fmla="*/ 2777227 w 5741575"/>
              <a:gd name="connsiteY48" fmla="*/ 368972 h 955271"/>
              <a:gd name="connsiteX49" fmla="*/ 2779510 w 5741575"/>
              <a:gd name="connsiteY49" fmla="*/ 361652 h 955271"/>
              <a:gd name="connsiteX50" fmla="*/ 2786278 w 5741575"/>
              <a:gd name="connsiteY50" fmla="*/ 359869 h 955271"/>
              <a:gd name="connsiteX51" fmla="*/ 2792101 w 5741575"/>
              <a:gd name="connsiteY51" fmla="*/ 365927 h 955271"/>
              <a:gd name="connsiteX52" fmla="*/ 2885545 w 5741575"/>
              <a:gd name="connsiteY52" fmla="*/ 372818 h 955271"/>
              <a:gd name="connsiteX53" fmla="*/ 3009558 w 5741575"/>
              <a:gd name="connsiteY53" fmla="*/ 370573 h 955271"/>
              <a:gd name="connsiteX54" fmla="*/ 3095010 w 5741575"/>
              <a:gd name="connsiteY54" fmla="*/ 332454 h 955271"/>
              <a:gd name="connsiteX55" fmla="*/ 3103742 w 5741575"/>
              <a:gd name="connsiteY55" fmla="*/ 337974 h 955271"/>
              <a:gd name="connsiteX56" fmla="*/ 3165093 w 5741575"/>
              <a:gd name="connsiteY56" fmla="*/ 329459 h 955271"/>
              <a:gd name="connsiteX57" fmla="*/ 3373785 w 5741575"/>
              <a:gd name="connsiteY57" fmla="*/ 255680 h 955271"/>
              <a:gd name="connsiteX58" fmla="*/ 3493851 w 5741575"/>
              <a:gd name="connsiteY58" fmla="*/ 240255 h 955271"/>
              <a:gd name="connsiteX59" fmla="*/ 3537470 w 5741575"/>
              <a:gd name="connsiteY59" fmla="*/ 241867 h 955271"/>
              <a:gd name="connsiteX60" fmla="*/ 3610489 w 5741575"/>
              <a:gd name="connsiteY60" fmla="*/ 244128 h 955271"/>
              <a:gd name="connsiteX61" fmla="*/ 3667539 w 5741575"/>
              <a:gd name="connsiteY61" fmla="*/ 263271 h 955271"/>
              <a:gd name="connsiteX62" fmla="*/ 3727614 w 5741575"/>
              <a:gd name="connsiteY62" fmla="*/ 258245 h 955271"/>
              <a:gd name="connsiteX63" fmla="*/ 3738369 w 5741575"/>
              <a:gd name="connsiteY63" fmla="*/ 234506 h 955271"/>
              <a:gd name="connsiteX64" fmla="*/ 3803670 w 5741575"/>
              <a:gd name="connsiteY64" fmla="*/ 236457 h 955271"/>
              <a:gd name="connsiteX65" fmla="*/ 3903080 w 5741575"/>
              <a:gd name="connsiteY65" fmla="*/ 241890 h 955271"/>
              <a:gd name="connsiteX66" fmla="*/ 4114838 w 5741575"/>
              <a:gd name="connsiteY66" fmla="*/ 238165 h 955271"/>
              <a:gd name="connsiteX67" fmla="*/ 4271023 w 5741575"/>
              <a:gd name="connsiteY67" fmla="*/ 241959 h 955271"/>
              <a:gd name="connsiteX68" fmla="*/ 4367397 w 5741575"/>
              <a:gd name="connsiteY68" fmla="*/ 271442 h 955271"/>
              <a:gd name="connsiteX69" fmla="*/ 4495366 w 5741575"/>
              <a:gd name="connsiteY69" fmla="*/ 271618 h 955271"/>
              <a:gd name="connsiteX70" fmla="*/ 4517347 w 5741575"/>
              <a:gd name="connsiteY70" fmla="*/ 275639 h 955271"/>
              <a:gd name="connsiteX71" fmla="*/ 4546116 w 5741575"/>
              <a:gd name="connsiteY71" fmla="*/ 268568 h 955271"/>
              <a:gd name="connsiteX72" fmla="*/ 4661259 w 5741575"/>
              <a:gd name="connsiteY72" fmla="*/ 238966 h 955271"/>
              <a:gd name="connsiteX73" fmla="*/ 4750403 w 5741575"/>
              <a:gd name="connsiteY73" fmla="*/ 204364 h 955271"/>
              <a:gd name="connsiteX74" fmla="*/ 4867614 w 5741575"/>
              <a:gd name="connsiteY74" fmla="*/ 208668 h 955271"/>
              <a:gd name="connsiteX75" fmla="*/ 4937036 w 5741575"/>
              <a:gd name="connsiteY75" fmla="*/ 195446 h 955271"/>
              <a:gd name="connsiteX76" fmla="*/ 5047626 w 5741575"/>
              <a:gd name="connsiteY76" fmla="*/ 149604 h 955271"/>
              <a:gd name="connsiteX77" fmla="*/ 5200247 w 5741575"/>
              <a:gd name="connsiteY77" fmla="*/ 142695 h 955271"/>
              <a:gd name="connsiteX78" fmla="*/ 5235691 w 5741575"/>
              <a:gd name="connsiteY78" fmla="*/ 173330 h 955271"/>
              <a:gd name="connsiteX79" fmla="*/ 5280133 w 5741575"/>
              <a:gd name="connsiteY79" fmla="*/ 189342 h 955271"/>
              <a:gd name="connsiteX80" fmla="*/ 5291963 w 5741575"/>
              <a:gd name="connsiteY80" fmla="*/ 139446 h 955271"/>
              <a:gd name="connsiteX81" fmla="*/ 5418472 w 5741575"/>
              <a:gd name="connsiteY81" fmla="*/ 89163 h 955271"/>
              <a:gd name="connsiteX82" fmla="*/ 5482354 w 5741575"/>
              <a:gd name="connsiteY82" fmla="*/ 69470 h 955271"/>
              <a:gd name="connsiteX83" fmla="*/ 5583280 w 5741575"/>
              <a:gd name="connsiteY83" fmla="*/ 49787 h 955271"/>
              <a:gd name="connsiteX84" fmla="*/ 5613766 w 5741575"/>
              <a:gd name="connsiteY84" fmla="*/ 41855 h 955271"/>
              <a:gd name="connsiteX85" fmla="*/ 5684952 w 5741575"/>
              <a:gd name="connsiteY85" fmla="*/ 26088 h 955271"/>
              <a:gd name="connsiteX86" fmla="*/ 5741575 w 5741575"/>
              <a:gd name="connsiteY86" fmla="*/ 0 h 955271"/>
              <a:gd name="connsiteX0" fmla="*/ 5741575 w 5741575"/>
              <a:gd name="connsiteY0" fmla="*/ 0 h 955271"/>
              <a:gd name="connsiteX1" fmla="*/ 5741575 w 5741575"/>
              <a:gd name="connsiteY1" fmla="*/ 955271 h 955271"/>
              <a:gd name="connsiteX2" fmla="*/ 0 w 5741575"/>
              <a:gd name="connsiteY2" fmla="*/ 955271 h 955271"/>
              <a:gd name="connsiteX3" fmla="*/ 8558 w 5741575"/>
              <a:gd name="connsiteY3" fmla="*/ 953971 h 955271"/>
              <a:gd name="connsiteX4" fmla="*/ 16894 w 5741575"/>
              <a:gd name="connsiteY4" fmla="*/ 953847 h 955271"/>
              <a:gd name="connsiteX5" fmla="*/ 28156 w 5741575"/>
              <a:gd name="connsiteY5" fmla="*/ 951374 h 955271"/>
              <a:gd name="connsiteX6" fmla="*/ 28293 w 5741575"/>
              <a:gd name="connsiteY6" fmla="*/ 950971 h 955271"/>
              <a:gd name="connsiteX7" fmla="*/ 59229 w 5741575"/>
              <a:gd name="connsiteY7" fmla="*/ 903950 h 955271"/>
              <a:gd name="connsiteX8" fmla="*/ 148657 w 5741575"/>
              <a:gd name="connsiteY8" fmla="*/ 898134 h 955271"/>
              <a:gd name="connsiteX9" fmla="*/ 174554 w 5741575"/>
              <a:gd name="connsiteY9" fmla="*/ 886351 h 955271"/>
              <a:gd name="connsiteX10" fmla="*/ 187633 w 5741575"/>
              <a:gd name="connsiteY10" fmla="*/ 878226 h 955271"/>
              <a:gd name="connsiteX11" fmla="*/ 187961 w 5741575"/>
              <a:gd name="connsiteY11" fmla="*/ 876538 h 955271"/>
              <a:gd name="connsiteX12" fmla="*/ 240501 w 5741575"/>
              <a:gd name="connsiteY12" fmla="*/ 873150 h 955271"/>
              <a:gd name="connsiteX13" fmla="*/ 246345 w 5741575"/>
              <a:gd name="connsiteY13" fmla="*/ 869942 h 955271"/>
              <a:gd name="connsiteX14" fmla="*/ 306299 w 5741575"/>
              <a:gd name="connsiteY14" fmla="*/ 873609 h 955271"/>
              <a:gd name="connsiteX15" fmla="*/ 331571 w 5741575"/>
              <a:gd name="connsiteY15" fmla="*/ 869866 h 955271"/>
              <a:gd name="connsiteX16" fmla="*/ 384157 w 5741575"/>
              <a:gd name="connsiteY16" fmla="*/ 867971 h 955271"/>
              <a:gd name="connsiteX17" fmla="*/ 477637 w 5741575"/>
              <a:gd name="connsiteY17" fmla="*/ 870334 h 955271"/>
              <a:gd name="connsiteX18" fmla="*/ 570239 w 5741575"/>
              <a:gd name="connsiteY18" fmla="*/ 829596 h 955271"/>
              <a:gd name="connsiteX19" fmla="*/ 772070 w 5741575"/>
              <a:gd name="connsiteY19" fmla="*/ 820296 h 955271"/>
              <a:gd name="connsiteX20" fmla="*/ 948872 w 5741575"/>
              <a:gd name="connsiteY20" fmla="*/ 772201 h 955271"/>
              <a:gd name="connsiteX21" fmla="*/ 1127089 w 5741575"/>
              <a:gd name="connsiteY21" fmla="*/ 746926 h 955271"/>
              <a:gd name="connsiteX22" fmla="*/ 1226314 w 5741575"/>
              <a:gd name="connsiteY22" fmla="*/ 722473 h 955271"/>
              <a:gd name="connsiteX23" fmla="*/ 1278773 w 5741575"/>
              <a:gd name="connsiteY23" fmla="*/ 711503 h 955271"/>
              <a:gd name="connsiteX24" fmla="*/ 1317691 w 5741575"/>
              <a:gd name="connsiteY24" fmla="*/ 708529 h 955271"/>
              <a:gd name="connsiteX25" fmla="*/ 1435833 w 5741575"/>
              <a:gd name="connsiteY25" fmla="*/ 857427 h 955271"/>
              <a:gd name="connsiteX26" fmla="*/ 1412292 w 5741575"/>
              <a:gd name="connsiteY26" fmla="*/ 670793 h 955271"/>
              <a:gd name="connsiteX27" fmla="*/ 1494753 w 5741575"/>
              <a:gd name="connsiteY27" fmla="*/ 644686 h 955271"/>
              <a:gd name="connsiteX28" fmla="*/ 1616217 w 5741575"/>
              <a:gd name="connsiteY28" fmla="*/ 622107 h 955271"/>
              <a:gd name="connsiteX29" fmla="*/ 1710928 w 5741575"/>
              <a:gd name="connsiteY29" fmla="*/ 600666 h 955271"/>
              <a:gd name="connsiteX30" fmla="*/ 1743718 w 5741575"/>
              <a:gd name="connsiteY30" fmla="*/ 584327 h 955271"/>
              <a:gd name="connsiteX31" fmla="*/ 1873778 w 5741575"/>
              <a:gd name="connsiteY31" fmla="*/ 530130 h 955271"/>
              <a:gd name="connsiteX32" fmla="*/ 1988411 w 5741575"/>
              <a:gd name="connsiteY32" fmla="*/ 491599 h 955271"/>
              <a:gd name="connsiteX33" fmla="*/ 2085507 w 5741575"/>
              <a:gd name="connsiteY33" fmla="*/ 498527 h 955271"/>
              <a:gd name="connsiteX34" fmla="*/ 2090767 w 5741575"/>
              <a:gd name="connsiteY34" fmla="*/ 490616 h 955271"/>
              <a:gd name="connsiteX35" fmla="*/ 2151143 w 5741575"/>
              <a:gd name="connsiteY35" fmla="*/ 478332 h 955271"/>
              <a:gd name="connsiteX36" fmla="*/ 2378710 w 5741575"/>
              <a:gd name="connsiteY36" fmla="*/ 477570 h 955271"/>
              <a:gd name="connsiteX37" fmla="*/ 2496256 w 5741575"/>
              <a:gd name="connsiteY37" fmla="*/ 452396 h 955271"/>
              <a:gd name="connsiteX38" fmla="*/ 2535387 w 5741575"/>
              <a:gd name="connsiteY38" fmla="*/ 436645 h 955271"/>
              <a:gd name="connsiteX39" fmla="*/ 2601109 w 5741575"/>
              <a:gd name="connsiteY39" fmla="*/ 410678 h 955271"/>
              <a:gd name="connsiteX40" fmla="*/ 2643855 w 5741575"/>
              <a:gd name="connsiteY40" fmla="*/ 374482 h 955271"/>
              <a:gd name="connsiteX41" fmla="*/ 2657726 w 5741575"/>
              <a:gd name="connsiteY41" fmla="*/ 365841 h 955271"/>
              <a:gd name="connsiteX42" fmla="*/ 2687125 w 5741575"/>
              <a:gd name="connsiteY42" fmla="*/ 366820 h 955271"/>
              <a:gd name="connsiteX43" fmla="*/ 2697479 w 5741575"/>
              <a:gd name="connsiteY43" fmla="*/ 361430 h 955271"/>
              <a:gd name="connsiteX44" fmla="*/ 2701547 w 5741575"/>
              <a:gd name="connsiteY44" fmla="*/ 361545 h 955271"/>
              <a:gd name="connsiteX45" fmla="*/ 2711054 w 5741575"/>
              <a:gd name="connsiteY45" fmla="*/ 360597 h 955271"/>
              <a:gd name="connsiteX46" fmla="*/ 2710438 w 5741575"/>
              <a:gd name="connsiteY46" fmla="*/ 366958 h 955271"/>
              <a:gd name="connsiteX47" fmla="*/ 2722936 w 5741575"/>
              <a:gd name="connsiteY47" fmla="*/ 377633 h 955271"/>
              <a:gd name="connsiteX48" fmla="*/ 2777227 w 5741575"/>
              <a:gd name="connsiteY48" fmla="*/ 368972 h 955271"/>
              <a:gd name="connsiteX49" fmla="*/ 2779510 w 5741575"/>
              <a:gd name="connsiteY49" fmla="*/ 361652 h 955271"/>
              <a:gd name="connsiteX50" fmla="*/ 2786278 w 5741575"/>
              <a:gd name="connsiteY50" fmla="*/ 359869 h 955271"/>
              <a:gd name="connsiteX51" fmla="*/ 2792101 w 5741575"/>
              <a:gd name="connsiteY51" fmla="*/ 365927 h 955271"/>
              <a:gd name="connsiteX52" fmla="*/ 2885545 w 5741575"/>
              <a:gd name="connsiteY52" fmla="*/ 372818 h 955271"/>
              <a:gd name="connsiteX53" fmla="*/ 3009558 w 5741575"/>
              <a:gd name="connsiteY53" fmla="*/ 370573 h 955271"/>
              <a:gd name="connsiteX54" fmla="*/ 3095010 w 5741575"/>
              <a:gd name="connsiteY54" fmla="*/ 332454 h 955271"/>
              <a:gd name="connsiteX55" fmla="*/ 3103742 w 5741575"/>
              <a:gd name="connsiteY55" fmla="*/ 337974 h 955271"/>
              <a:gd name="connsiteX56" fmla="*/ 3165093 w 5741575"/>
              <a:gd name="connsiteY56" fmla="*/ 329459 h 955271"/>
              <a:gd name="connsiteX57" fmla="*/ 3373785 w 5741575"/>
              <a:gd name="connsiteY57" fmla="*/ 255680 h 955271"/>
              <a:gd name="connsiteX58" fmla="*/ 3493851 w 5741575"/>
              <a:gd name="connsiteY58" fmla="*/ 240255 h 955271"/>
              <a:gd name="connsiteX59" fmla="*/ 3537470 w 5741575"/>
              <a:gd name="connsiteY59" fmla="*/ 241867 h 955271"/>
              <a:gd name="connsiteX60" fmla="*/ 3610489 w 5741575"/>
              <a:gd name="connsiteY60" fmla="*/ 244128 h 955271"/>
              <a:gd name="connsiteX61" fmla="*/ 3667539 w 5741575"/>
              <a:gd name="connsiteY61" fmla="*/ 263271 h 955271"/>
              <a:gd name="connsiteX62" fmla="*/ 3727614 w 5741575"/>
              <a:gd name="connsiteY62" fmla="*/ 258245 h 955271"/>
              <a:gd name="connsiteX63" fmla="*/ 3738369 w 5741575"/>
              <a:gd name="connsiteY63" fmla="*/ 234506 h 955271"/>
              <a:gd name="connsiteX64" fmla="*/ 3803670 w 5741575"/>
              <a:gd name="connsiteY64" fmla="*/ 236457 h 955271"/>
              <a:gd name="connsiteX65" fmla="*/ 3903080 w 5741575"/>
              <a:gd name="connsiteY65" fmla="*/ 241890 h 955271"/>
              <a:gd name="connsiteX66" fmla="*/ 4114838 w 5741575"/>
              <a:gd name="connsiteY66" fmla="*/ 238165 h 955271"/>
              <a:gd name="connsiteX67" fmla="*/ 4271023 w 5741575"/>
              <a:gd name="connsiteY67" fmla="*/ 241959 h 955271"/>
              <a:gd name="connsiteX68" fmla="*/ 4367397 w 5741575"/>
              <a:gd name="connsiteY68" fmla="*/ 271442 h 955271"/>
              <a:gd name="connsiteX69" fmla="*/ 4495366 w 5741575"/>
              <a:gd name="connsiteY69" fmla="*/ 271618 h 955271"/>
              <a:gd name="connsiteX70" fmla="*/ 4517347 w 5741575"/>
              <a:gd name="connsiteY70" fmla="*/ 275639 h 955271"/>
              <a:gd name="connsiteX71" fmla="*/ 4546116 w 5741575"/>
              <a:gd name="connsiteY71" fmla="*/ 268568 h 955271"/>
              <a:gd name="connsiteX72" fmla="*/ 4661259 w 5741575"/>
              <a:gd name="connsiteY72" fmla="*/ 238966 h 955271"/>
              <a:gd name="connsiteX73" fmla="*/ 4750403 w 5741575"/>
              <a:gd name="connsiteY73" fmla="*/ 204364 h 955271"/>
              <a:gd name="connsiteX74" fmla="*/ 4867614 w 5741575"/>
              <a:gd name="connsiteY74" fmla="*/ 208668 h 955271"/>
              <a:gd name="connsiteX75" fmla="*/ 4937036 w 5741575"/>
              <a:gd name="connsiteY75" fmla="*/ 195446 h 955271"/>
              <a:gd name="connsiteX76" fmla="*/ 5047626 w 5741575"/>
              <a:gd name="connsiteY76" fmla="*/ 149604 h 955271"/>
              <a:gd name="connsiteX77" fmla="*/ 5200247 w 5741575"/>
              <a:gd name="connsiteY77" fmla="*/ 142695 h 955271"/>
              <a:gd name="connsiteX78" fmla="*/ 5235691 w 5741575"/>
              <a:gd name="connsiteY78" fmla="*/ 173330 h 955271"/>
              <a:gd name="connsiteX79" fmla="*/ 5280133 w 5741575"/>
              <a:gd name="connsiteY79" fmla="*/ 189342 h 955271"/>
              <a:gd name="connsiteX80" fmla="*/ 5291963 w 5741575"/>
              <a:gd name="connsiteY80" fmla="*/ 139446 h 955271"/>
              <a:gd name="connsiteX81" fmla="*/ 5418472 w 5741575"/>
              <a:gd name="connsiteY81" fmla="*/ 89163 h 955271"/>
              <a:gd name="connsiteX82" fmla="*/ 5482354 w 5741575"/>
              <a:gd name="connsiteY82" fmla="*/ 69470 h 955271"/>
              <a:gd name="connsiteX83" fmla="*/ 5583280 w 5741575"/>
              <a:gd name="connsiteY83" fmla="*/ 49787 h 955271"/>
              <a:gd name="connsiteX84" fmla="*/ 5613766 w 5741575"/>
              <a:gd name="connsiteY84" fmla="*/ 41855 h 955271"/>
              <a:gd name="connsiteX85" fmla="*/ 5684952 w 5741575"/>
              <a:gd name="connsiteY85" fmla="*/ 26088 h 955271"/>
              <a:gd name="connsiteX86" fmla="*/ 5741575 w 5741575"/>
              <a:gd name="connsiteY86" fmla="*/ 0 h 955271"/>
              <a:gd name="connsiteX0" fmla="*/ 5741575 w 5741575"/>
              <a:gd name="connsiteY0" fmla="*/ 0 h 955271"/>
              <a:gd name="connsiteX1" fmla="*/ 5741575 w 5741575"/>
              <a:gd name="connsiteY1" fmla="*/ 955271 h 955271"/>
              <a:gd name="connsiteX2" fmla="*/ 0 w 5741575"/>
              <a:gd name="connsiteY2" fmla="*/ 955271 h 955271"/>
              <a:gd name="connsiteX3" fmla="*/ 8558 w 5741575"/>
              <a:gd name="connsiteY3" fmla="*/ 953971 h 955271"/>
              <a:gd name="connsiteX4" fmla="*/ 16894 w 5741575"/>
              <a:gd name="connsiteY4" fmla="*/ 953847 h 955271"/>
              <a:gd name="connsiteX5" fmla="*/ 28156 w 5741575"/>
              <a:gd name="connsiteY5" fmla="*/ 951374 h 955271"/>
              <a:gd name="connsiteX6" fmla="*/ 28293 w 5741575"/>
              <a:gd name="connsiteY6" fmla="*/ 950971 h 955271"/>
              <a:gd name="connsiteX7" fmla="*/ 59229 w 5741575"/>
              <a:gd name="connsiteY7" fmla="*/ 903950 h 955271"/>
              <a:gd name="connsiteX8" fmla="*/ 148657 w 5741575"/>
              <a:gd name="connsiteY8" fmla="*/ 898134 h 955271"/>
              <a:gd name="connsiteX9" fmla="*/ 174554 w 5741575"/>
              <a:gd name="connsiteY9" fmla="*/ 886351 h 955271"/>
              <a:gd name="connsiteX10" fmla="*/ 187633 w 5741575"/>
              <a:gd name="connsiteY10" fmla="*/ 878226 h 955271"/>
              <a:gd name="connsiteX11" fmla="*/ 187961 w 5741575"/>
              <a:gd name="connsiteY11" fmla="*/ 876538 h 955271"/>
              <a:gd name="connsiteX12" fmla="*/ 240501 w 5741575"/>
              <a:gd name="connsiteY12" fmla="*/ 873150 h 955271"/>
              <a:gd name="connsiteX13" fmla="*/ 246345 w 5741575"/>
              <a:gd name="connsiteY13" fmla="*/ 869942 h 955271"/>
              <a:gd name="connsiteX14" fmla="*/ 306299 w 5741575"/>
              <a:gd name="connsiteY14" fmla="*/ 873609 h 955271"/>
              <a:gd name="connsiteX15" fmla="*/ 331571 w 5741575"/>
              <a:gd name="connsiteY15" fmla="*/ 869866 h 955271"/>
              <a:gd name="connsiteX16" fmla="*/ 384157 w 5741575"/>
              <a:gd name="connsiteY16" fmla="*/ 867971 h 955271"/>
              <a:gd name="connsiteX17" fmla="*/ 477637 w 5741575"/>
              <a:gd name="connsiteY17" fmla="*/ 870334 h 955271"/>
              <a:gd name="connsiteX18" fmla="*/ 570239 w 5741575"/>
              <a:gd name="connsiteY18" fmla="*/ 829596 h 955271"/>
              <a:gd name="connsiteX19" fmla="*/ 772070 w 5741575"/>
              <a:gd name="connsiteY19" fmla="*/ 820296 h 955271"/>
              <a:gd name="connsiteX20" fmla="*/ 948872 w 5741575"/>
              <a:gd name="connsiteY20" fmla="*/ 772201 h 955271"/>
              <a:gd name="connsiteX21" fmla="*/ 1127089 w 5741575"/>
              <a:gd name="connsiteY21" fmla="*/ 746926 h 955271"/>
              <a:gd name="connsiteX22" fmla="*/ 1226314 w 5741575"/>
              <a:gd name="connsiteY22" fmla="*/ 722473 h 955271"/>
              <a:gd name="connsiteX23" fmla="*/ 1278773 w 5741575"/>
              <a:gd name="connsiteY23" fmla="*/ 711503 h 955271"/>
              <a:gd name="connsiteX24" fmla="*/ 1317691 w 5741575"/>
              <a:gd name="connsiteY24" fmla="*/ 708529 h 955271"/>
              <a:gd name="connsiteX25" fmla="*/ 1360404 w 5741575"/>
              <a:gd name="connsiteY25" fmla="*/ 675922 h 955271"/>
              <a:gd name="connsiteX26" fmla="*/ 1412292 w 5741575"/>
              <a:gd name="connsiteY26" fmla="*/ 670793 h 955271"/>
              <a:gd name="connsiteX27" fmla="*/ 1494753 w 5741575"/>
              <a:gd name="connsiteY27" fmla="*/ 644686 h 955271"/>
              <a:gd name="connsiteX28" fmla="*/ 1616217 w 5741575"/>
              <a:gd name="connsiteY28" fmla="*/ 622107 h 955271"/>
              <a:gd name="connsiteX29" fmla="*/ 1710928 w 5741575"/>
              <a:gd name="connsiteY29" fmla="*/ 600666 h 955271"/>
              <a:gd name="connsiteX30" fmla="*/ 1743718 w 5741575"/>
              <a:gd name="connsiteY30" fmla="*/ 584327 h 955271"/>
              <a:gd name="connsiteX31" fmla="*/ 1873778 w 5741575"/>
              <a:gd name="connsiteY31" fmla="*/ 530130 h 955271"/>
              <a:gd name="connsiteX32" fmla="*/ 1988411 w 5741575"/>
              <a:gd name="connsiteY32" fmla="*/ 491599 h 955271"/>
              <a:gd name="connsiteX33" fmla="*/ 2085507 w 5741575"/>
              <a:gd name="connsiteY33" fmla="*/ 498527 h 955271"/>
              <a:gd name="connsiteX34" fmla="*/ 2090767 w 5741575"/>
              <a:gd name="connsiteY34" fmla="*/ 490616 h 955271"/>
              <a:gd name="connsiteX35" fmla="*/ 2151143 w 5741575"/>
              <a:gd name="connsiteY35" fmla="*/ 478332 h 955271"/>
              <a:gd name="connsiteX36" fmla="*/ 2378710 w 5741575"/>
              <a:gd name="connsiteY36" fmla="*/ 477570 h 955271"/>
              <a:gd name="connsiteX37" fmla="*/ 2496256 w 5741575"/>
              <a:gd name="connsiteY37" fmla="*/ 452396 h 955271"/>
              <a:gd name="connsiteX38" fmla="*/ 2535387 w 5741575"/>
              <a:gd name="connsiteY38" fmla="*/ 436645 h 955271"/>
              <a:gd name="connsiteX39" fmla="*/ 2601109 w 5741575"/>
              <a:gd name="connsiteY39" fmla="*/ 410678 h 955271"/>
              <a:gd name="connsiteX40" fmla="*/ 2643855 w 5741575"/>
              <a:gd name="connsiteY40" fmla="*/ 374482 h 955271"/>
              <a:gd name="connsiteX41" fmla="*/ 2657726 w 5741575"/>
              <a:gd name="connsiteY41" fmla="*/ 365841 h 955271"/>
              <a:gd name="connsiteX42" fmla="*/ 2687125 w 5741575"/>
              <a:gd name="connsiteY42" fmla="*/ 366820 h 955271"/>
              <a:gd name="connsiteX43" fmla="*/ 2697479 w 5741575"/>
              <a:gd name="connsiteY43" fmla="*/ 361430 h 955271"/>
              <a:gd name="connsiteX44" fmla="*/ 2701547 w 5741575"/>
              <a:gd name="connsiteY44" fmla="*/ 361545 h 955271"/>
              <a:gd name="connsiteX45" fmla="*/ 2711054 w 5741575"/>
              <a:gd name="connsiteY45" fmla="*/ 360597 h 955271"/>
              <a:gd name="connsiteX46" fmla="*/ 2710438 w 5741575"/>
              <a:gd name="connsiteY46" fmla="*/ 366958 h 955271"/>
              <a:gd name="connsiteX47" fmla="*/ 2722936 w 5741575"/>
              <a:gd name="connsiteY47" fmla="*/ 377633 h 955271"/>
              <a:gd name="connsiteX48" fmla="*/ 2777227 w 5741575"/>
              <a:gd name="connsiteY48" fmla="*/ 368972 h 955271"/>
              <a:gd name="connsiteX49" fmla="*/ 2779510 w 5741575"/>
              <a:gd name="connsiteY49" fmla="*/ 361652 h 955271"/>
              <a:gd name="connsiteX50" fmla="*/ 2786278 w 5741575"/>
              <a:gd name="connsiteY50" fmla="*/ 359869 h 955271"/>
              <a:gd name="connsiteX51" fmla="*/ 2792101 w 5741575"/>
              <a:gd name="connsiteY51" fmla="*/ 365927 h 955271"/>
              <a:gd name="connsiteX52" fmla="*/ 2885545 w 5741575"/>
              <a:gd name="connsiteY52" fmla="*/ 372818 h 955271"/>
              <a:gd name="connsiteX53" fmla="*/ 3009558 w 5741575"/>
              <a:gd name="connsiteY53" fmla="*/ 370573 h 955271"/>
              <a:gd name="connsiteX54" fmla="*/ 3095010 w 5741575"/>
              <a:gd name="connsiteY54" fmla="*/ 332454 h 955271"/>
              <a:gd name="connsiteX55" fmla="*/ 3103742 w 5741575"/>
              <a:gd name="connsiteY55" fmla="*/ 337974 h 955271"/>
              <a:gd name="connsiteX56" fmla="*/ 3165093 w 5741575"/>
              <a:gd name="connsiteY56" fmla="*/ 329459 h 955271"/>
              <a:gd name="connsiteX57" fmla="*/ 3373785 w 5741575"/>
              <a:gd name="connsiteY57" fmla="*/ 255680 h 955271"/>
              <a:gd name="connsiteX58" fmla="*/ 3493851 w 5741575"/>
              <a:gd name="connsiteY58" fmla="*/ 240255 h 955271"/>
              <a:gd name="connsiteX59" fmla="*/ 3537470 w 5741575"/>
              <a:gd name="connsiteY59" fmla="*/ 241867 h 955271"/>
              <a:gd name="connsiteX60" fmla="*/ 3610489 w 5741575"/>
              <a:gd name="connsiteY60" fmla="*/ 244128 h 955271"/>
              <a:gd name="connsiteX61" fmla="*/ 3667539 w 5741575"/>
              <a:gd name="connsiteY61" fmla="*/ 263271 h 955271"/>
              <a:gd name="connsiteX62" fmla="*/ 3727614 w 5741575"/>
              <a:gd name="connsiteY62" fmla="*/ 258245 h 955271"/>
              <a:gd name="connsiteX63" fmla="*/ 3738369 w 5741575"/>
              <a:gd name="connsiteY63" fmla="*/ 234506 h 955271"/>
              <a:gd name="connsiteX64" fmla="*/ 3803670 w 5741575"/>
              <a:gd name="connsiteY64" fmla="*/ 236457 h 955271"/>
              <a:gd name="connsiteX65" fmla="*/ 3903080 w 5741575"/>
              <a:gd name="connsiteY65" fmla="*/ 241890 h 955271"/>
              <a:gd name="connsiteX66" fmla="*/ 4114838 w 5741575"/>
              <a:gd name="connsiteY66" fmla="*/ 238165 h 955271"/>
              <a:gd name="connsiteX67" fmla="*/ 4271023 w 5741575"/>
              <a:gd name="connsiteY67" fmla="*/ 241959 h 955271"/>
              <a:gd name="connsiteX68" fmla="*/ 4367397 w 5741575"/>
              <a:gd name="connsiteY68" fmla="*/ 271442 h 955271"/>
              <a:gd name="connsiteX69" fmla="*/ 4495366 w 5741575"/>
              <a:gd name="connsiteY69" fmla="*/ 271618 h 955271"/>
              <a:gd name="connsiteX70" fmla="*/ 4517347 w 5741575"/>
              <a:gd name="connsiteY70" fmla="*/ 275639 h 955271"/>
              <a:gd name="connsiteX71" fmla="*/ 4546116 w 5741575"/>
              <a:gd name="connsiteY71" fmla="*/ 268568 h 955271"/>
              <a:gd name="connsiteX72" fmla="*/ 4661259 w 5741575"/>
              <a:gd name="connsiteY72" fmla="*/ 238966 h 955271"/>
              <a:gd name="connsiteX73" fmla="*/ 4750403 w 5741575"/>
              <a:gd name="connsiteY73" fmla="*/ 204364 h 955271"/>
              <a:gd name="connsiteX74" fmla="*/ 4867614 w 5741575"/>
              <a:gd name="connsiteY74" fmla="*/ 208668 h 955271"/>
              <a:gd name="connsiteX75" fmla="*/ 4937036 w 5741575"/>
              <a:gd name="connsiteY75" fmla="*/ 195446 h 955271"/>
              <a:gd name="connsiteX76" fmla="*/ 5047626 w 5741575"/>
              <a:gd name="connsiteY76" fmla="*/ 149604 h 955271"/>
              <a:gd name="connsiteX77" fmla="*/ 5200247 w 5741575"/>
              <a:gd name="connsiteY77" fmla="*/ 142695 h 955271"/>
              <a:gd name="connsiteX78" fmla="*/ 5235691 w 5741575"/>
              <a:gd name="connsiteY78" fmla="*/ 173330 h 955271"/>
              <a:gd name="connsiteX79" fmla="*/ 5280133 w 5741575"/>
              <a:gd name="connsiteY79" fmla="*/ 189342 h 955271"/>
              <a:gd name="connsiteX80" fmla="*/ 5291963 w 5741575"/>
              <a:gd name="connsiteY80" fmla="*/ 139446 h 955271"/>
              <a:gd name="connsiteX81" fmla="*/ 5418472 w 5741575"/>
              <a:gd name="connsiteY81" fmla="*/ 89163 h 955271"/>
              <a:gd name="connsiteX82" fmla="*/ 5482354 w 5741575"/>
              <a:gd name="connsiteY82" fmla="*/ 69470 h 955271"/>
              <a:gd name="connsiteX83" fmla="*/ 5583280 w 5741575"/>
              <a:gd name="connsiteY83" fmla="*/ 49787 h 955271"/>
              <a:gd name="connsiteX84" fmla="*/ 5613766 w 5741575"/>
              <a:gd name="connsiteY84" fmla="*/ 41855 h 955271"/>
              <a:gd name="connsiteX85" fmla="*/ 5684952 w 5741575"/>
              <a:gd name="connsiteY85" fmla="*/ 26088 h 955271"/>
              <a:gd name="connsiteX86" fmla="*/ 5741575 w 5741575"/>
              <a:gd name="connsiteY86" fmla="*/ 0 h 955271"/>
              <a:gd name="connsiteX0" fmla="*/ 5741575 w 5741575"/>
              <a:gd name="connsiteY0" fmla="*/ 0 h 955271"/>
              <a:gd name="connsiteX1" fmla="*/ 5741575 w 5741575"/>
              <a:gd name="connsiteY1" fmla="*/ 955271 h 955271"/>
              <a:gd name="connsiteX2" fmla="*/ 0 w 5741575"/>
              <a:gd name="connsiteY2" fmla="*/ 955271 h 955271"/>
              <a:gd name="connsiteX3" fmla="*/ 8558 w 5741575"/>
              <a:gd name="connsiteY3" fmla="*/ 953971 h 955271"/>
              <a:gd name="connsiteX4" fmla="*/ 16894 w 5741575"/>
              <a:gd name="connsiteY4" fmla="*/ 953847 h 955271"/>
              <a:gd name="connsiteX5" fmla="*/ 28156 w 5741575"/>
              <a:gd name="connsiteY5" fmla="*/ 951374 h 955271"/>
              <a:gd name="connsiteX6" fmla="*/ 28293 w 5741575"/>
              <a:gd name="connsiteY6" fmla="*/ 950971 h 955271"/>
              <a:gd name="connsiteX7" fmla="*/ 59229 w 5741575"/>
              <a:gd name="connsiteY7" fmla="*/ 903950 h 955271"/>
              <a:gd name="connsiteX8" fmla="*/ 148657 w 5741575"/>
              <a:gd name="connsiteY8" fmla="*/ 898134 h 955271"/>
              <a:gd name="connsiteX9" fmla="*/ 174554 w 5741575"/>
              <a:gd name="connsiteY9" fmla="*/ 886351 h 955271"/>
              <a:gd name="connsiteX10" fmla="*/ 187633 w 5741575"/>
              <a:gd name="connsiteY10" fmla="*/ 878226 h 955271"/>
              <a:gd name="connsiteX11" fmla="*/ 187961 w 5741575"/>
              <a:gd name="connsiteY11" fmla="*/ 876538 h 955271"/>
              <a:gd name="connsiteX12" fmla="*/ 240501 w 5741575"/>
              <a:gd name="connsiteY12" fmla="*/ 873150 h 955271"/>
              <a:gd name="connsiteX13" fmla="*/ 246345 w 5741575"/>
              <a:gd name="connsiteY13" fmla="*/ 869942 h 955271"/>
              <a:gd name="connsiteX14" fmla="*/ 306299 w 5741575"/>
              <a:gd name="connsiteY14" fmla="*/ 873609 h 955271"/>
              <a:gd name="connsiteX15" fmla="*/ 331571 w 5741575"/>
              <a:gd name="connsiteY15" fmla="*/ 869866 h 955271"/>
              <a:gd name="connsiteX16" fmla="*/ 384157 w 5741575"/>
              <a:gd name="connsiteY16" fmla="*/ 867971 h 955271"/>
              <a:gd name="connsiteX17" fmla="*/ 477637 w 5741575"/>
              <a:gd name="connsiteY17" fmla="*/ 870334 h 955271"/>
              <a:gd name="connsiteX18" fmla="*/ 570239 w 5741575"/>
              <a:gd name="connsiteY18" fmla="*/ 829596 h 955271"/>
              <a:gd name="connsiteX19" fmla="*/ 772070 w 5741575"/>
              <a:gd name="connsiteY19" fmla="*/ 820296 h 955271"/>
              <a:gd name="connsiteX20" fmla="*/ 948872 w 5741575"/>
              <a:gd name="connsiteY20" fmla="*/ 772201 h 955271"/>
              <a:gd name="connsiteX21" fmla="*/ 1127089 w 5741575"/>
              <a:gd name="connsiteY21" fmla="*/ 746926 h 955271"/>
              <a:gd name="connsiteX22" fmla="*/ 1226314 w 5741575"/>
              <a:gd name="connsiteY22" fmla="*/ 722473 h 955271"/>
              <a:gd name="connsiteX23" fmla="*/ 1278773 w 5741575"/>
              <a:gd name="connsiteY23" fmla="*/ 711503 h 955271"/>
              <a:gd name="connsiteX24" fmla="*/ 1317691 w 5741575"/>
              <a:gd name="connsiteY24" fmla="*/ 708529 h 955271"/>
              <a:gd name="connsiteX25" fmla="*/ 1360404 w 5741575"/>
              <a:gd name="connsiteY25" fmla="*/ 675922 h 955271"/>
              <a:gd name="connsiteX26" fmla="*/ 1412292 w 5741575"/>
              <a:gd name="connsiteY26" fmla="*/ 670793 h 955271"/>
              <a:gd name="connsiteX27" fmla="*/ 1494753 w 5741575"/>
              <a:gd name="connsiteY27" fmla="*/ 644686 h 955271"/>
              <a:gd name="connsiteX28" fmla="*/ 1616217 w 5741575"/>
              <a:gd name="connsiteY28" fmla="*/ 622107 h 955271"/>
              <a:gd name="connsiteX29" fmla="*/ 1710928 w 5741575"/>
              <a:gd name="connsiteY29" fmla="*/ 600666 h 955271"/>
              <a:gd name="connsiteX30" fmla="*/ 1743718 w 5741575"/>
              <a:gd name="connsiteY30" fmla="*/ 584327 h 955271"/>
              <a:gd name="connsiteX31" fmla="*/ 1873778 w 5741575"/>
              <a:gd name="connsiteY31" fmla="*/ 530130 h 955271"/>
              <a:gd name="connsiteX32" fmla="*/ 1988411 w 5741575"/>
              <a:gd name="connsiteY32" fmla="*/ 491599 h 955271"/>
              <a:gd name="connsiteX33" fmla="*/ 2085507 w 5741575"/>
              <a:gd name="connsiteY33" fmla="*/ 498527 h 955271"/>
              <a:gd name="connsiteX34" fmla="*/ 2090767 w 5741575"/>
              <a:gd name="connsiteY34" fmla="*/ 490616 h 955271"/>
              <a:gd name="connsiteX35" fmla="*/ 2151143 w 5741575"/>
              <a:gd name="connsiteY35" fmla="*/ 478332 h 955271"/>
              <a:gd name="connsiteX36" fmla="*/ 2378710 w 5741575"/>
              <a:gd name="connsiteY36" fmla="*/ 477570 h 955271"/>
              <a:gd name="connsiteX37" fmla="*/ 2496256 w 5741575"/>
              <a:gd name="connsiteY37" fmla="*/ 452396 h 955271"/>
              <a:gd name="connsiteX38" fmla="*/ 2535387 w 5741575"/>
              <a:gd name="connsiteY38" fmla="*/ 436645 h 955271"/>
              <a:gd name="connsiteX39" fmla="*/ 2601109 w 5741575"/>
              <a:gd name="connsiteY39" fmla="*/ 410678 h 955271"/>
              <a:gd name="connsiteX40" fmla="*/ 2643855 w 5741575"/>
              <a:gd name="connsiteY40" fmla="*/ 374482 h 955271"/>
              <a:gd name="connsiteX41" fmla="*/ 2657726 w 5741575"/>
              <a:gd name="connsiteY41" fmla="*/ 365841 h 955271"/>
              <a:gd name="connsiteX42" fmla="*/ 2687125 w 5741575"/>
              <a:gd name="connsiteY42" fmla="*/ 366820 h 955271"/>
              <a:gd name="connsiteX43" fmla="*/ 2697479 w 5741575"/>
              <a:gd name="connsiteY43" fmla="*/ 361430 h 955271"/>
              <a:gd name="connsiteX44" fmla="*/ 2701547 w 5741575"/>
              <a:gd name="connsiteY44" fmla="*/ 361545 h 955271"/>
              <a:gd name="connsiteX45" fmla="*/ 2711054 w 5741575"/>
              <a:gd name="connsiteY45" fmla="*/ 360597 h 955271"/>
              <a:gd name="connsiteX46" fmla="*/ 2710438 w 5741575"/>
              <a:gd name="connsiteY46" fmla="*/ 366958 h 955271"/>
              <a:gd name="connsiteX47" fmla="*/ 2777227 w 5741575"/>
              <a:gd name="connsiteY47" fmla="*/ 368972 h 955271"/>
              <a:gd name="connsiteX48" fmla="*/ 2779510 w 5741575"/>
              <a:gd name="connsiteY48" fmla="*/ 361652 h 955271"/>
              <a:gd name="connsiteX49" fmla="*/ 2786278 w 5741575"/>
              <a:gd name="connsiteY49" fmla="*/ 359869 h 955271"/>
              <a:gd name="connsiteX50" fmla="*/ 2792101 w 5741575"/>
              <a:gd name="connsiteY50" fmla="*/ 365927 h 955271"/>
              <a:gd name="connsiteX51" fmla="*/ 2885545 w 5741575"/>
              <a:gd name="connsiteY51" fmla="*/ 372818 h 955271"/>
              <a:gd name="connsiteX52" fmla="*/ 3009558 w 5741575"/>
              <a:gd name="connsiteY52" fmla="*/ 370573 h 955271"/>
              <a:gd name="connsiteX53" fmla="*/ 3095010 w 5741575"/>
              <a:gd name="connsiteY53" fmla="*/ 332454 h 955271"/>
              <a:gd name="connsiteX54" fmla="*/ 3103742 w 5741575"/>
              <a:gd name="connsiteY54" fmla="*/ 337974 h 955271"/>
              <a:gd name="connsiteX55" fmla="*/ 3165093 w 5741575"/>
              <a:gd name="connsiteY55" fmla="*/ 329459 h 955271"/>
              <a:gd name="connsiteX56" fmla="*/ 3373785 w 5741575"/>
              <a:gd name="connsiteY56" fmla="*/ 255680 h 955271"/>
              <a:gd name="connsiteX57" fmla="*/ 3493851 w 5741575"/>
              <a:gd name="connsiteY57" fmla="*/ 240255 h 955271"/>
              <a:gd name="connsiteX58" fmla="*/ 3537470 w 5741575"/>
              <a:gd name="connsiteY58" fmla="*/ 241867 h 955271"/>
              <a:gd name="connsiteX59" fmla="*/ 3610489 w 5741575"/>
              <a:gd name="connsiteY59" fmla="*/ 244128 h 955271"/>
              <a:gd name="connsiteX60" fmla="*/ 3667539 w 5741575"/>
              <a:gd name="connsiteY60" fmla="*/ 263271 h 955271"/>
              <a:gd name="connsiteX61" fmla="*/ 3727614 w 5741575"/>
              <a:gd name="connsiteY61" fmla="*/ 258245 h 955271"/>
              <a:gd name="connsiteX62" fmla="*/ 3738369 w 5741575"/>
              <a:gd name="connsiteY62" fmla="*/ 234506 h 955271"/>
              <a:gd name="connsiteX63" fmla="*/ 3803670 w 5741575"/>
              <a:gd name="connsiteY63" fmla="*/ 236457 h 955271"/>
              <a:gd name="connsiteX64" fmla="*/ 3903080 w 5741575"/>
              <a:gd name="connsiteY64" fmla="*/ 241890 h 955271"/>
              <a:gd name="connsiteX65" fmla="*/ 4114838 w 5741575"/>
              <a:gd name="connsiteY65" fmla="*/ 238165 h 955271"/>
              <a:gd name="connsiteX66" fmla="*/ 4271023 w 5741575"/>
              <a:gd name="connsiteY66" fmla="*/ 241959 h 955271"/>
              <a:gd name="connsiteX67" fmla="*/ 4367397 w 5741575"/>
              <a:gd name="connsiteY67" fmla="*/ 271442 h 955271"/>
              <a:gd name="connsiteX68" fmla="*/ 4495366 w 5741575"/>
              <a:gd name="connsiteY68" fmla="*/ 271618 h 955271"/>
              <a:gd name="connsiteX69" fmla="*/ 4517347 w 5741575"/>
              <a:gd name="connsiteY69" fmla="*/ 275639 h 955271"/>
              <a:gd name="connsiteX70" fmla="*/ 4546116 w 5741575"/>
              <a:gd name="connsiteY70" fmla="*/ 268568 h 955271"/>
              <a:gd name="connsiteX71" fmla="*/ 4661259 w 5741575"/>
              <a:gd name="connsiteY71" fmla="*/ 238966 h 955271"/>
              <a:gd name="connsiteX72" fmla="*/ 4750403 w 5741575"/>
              <a:gd name="connsiteY72" fmla="*/ 204364 h 955271"/>
              <a:gd name="connsiteX73" fmla="*/ 4867614 w 5741575"/>
              <a:gd name="connsiteY73" fmla="*/ 208668 h 955271"/>
              <a:gd name="connsiteX74" fmla="*/ 4937036 w 5741575"/>
              <a:gd name="connsiteY74" fmla="*/ 195446 h 955271"/>
              <a:gd name="connsiteX75" fmla="*/ 5047626 w 5741575"/>
              <a:gd name="connsiteY75" fmla="*/ 149604 h 955271"/>
              <a:gd name="connsiteX76" fmla="*/ 5200247 w 5741575"/>
              <a:gd name="connsiteY76" fmla="*/ 142695 h 955271"/>
              <a:gd name="connsiteX77" fmla="*/ 5235691 w 5741575"/>
              <a:gd name="connsiteY77" fmla="*/ 173330 h 955271"/>
              <a:gd name="connsiteX78" fmla="*/ 5280133 w 5741575"/>
              <a:gd name="connsiteY78" fmla="*/ 189342 h 955271"/>
              <a:gd name="connsiteX79" fmla="*/ 5291963 w 5741575"/>
              <a:gd name="connsiteY79" fmla="*/ 139446 h 955271"/>
              <a:gd name="connsiteX80" fmla="*/ 5418472 w 5741575"/>
              <a:gd name="connsiteY80" fmla="*/ 89163 h 955271"/>
              <a:gd name="connsiteX81" fmla="*/ 5482354 w 5741575"/>
              <a:gd name="connsiteY81" fmla="*/ 69470 h 955271"/>
              <a:gd name="connsiteX82" fmla="*/ 5583280 w 5741575"/>
              <a:gd name="connsiteY82" fmla="*/ 49787 h 955271"/>
              <a:gd name="connsiteX83" fmla="*/ 5613766 w 5741575"/>
              <a:gd name="connsiteY83" fmla="*/ 41855 h 955271"/>
              <a:gd name="connsiteX84" fmla="*/ 5684952 w 5741575"/>
              <a:gd name="connsiteY84" fmla="*/ 26088 h 955271"/>
              <a:gd name="connsiteX85" fmla="*/ 5741575 w 5741575"/>
              <a:gd name="connsiteY85" fmla="*/ 0 h 955271"/>
              <a:gd name="connsiteX0" fmla="*/ 5741575 w 5741575"/>
              <a:gd name="connsiteY0" fmla="*/ 0 h 955271"/>
              <a:gd name="connsiteX1" fmla="*/ 5741575 w 5741575"/>
              <a:gd name="connsiteY1" fmla="*/ 955271 h 955271"/>
              <a:gd name="connsiteX2" fmla="*/ 0 w 5741575"/>
              <a:gd name="connsiteY2" fmla="*/ 955271 h 955271"/>
              <a:gd name="connsiteX3" fmla="*/ 8558 w 5741575"/>
              <a:gd name="connsiteY3" fmla="*/ 953971 h 955271"/>
              <a:gd name="connsiteX4" fmla="*/ 16894 w 5741575"/>
              <a:gd name="connsiteY4" fmla="*/ 953847 h 955271"/>
              <a:gd name="connsiteX5" fmla="*/ 28156 w 5741575"/>
              <a:gd name="connsiteY5" fmla="*/ 951374 h 955271"/>
              <a:gd name="connsiteX6" fmla="*/ 28293 w 5741575"/>
              <a:gd name="connsiteY6" fmla="*/ 950971 h 955271"/>
              <a:gd name="connsiteX7" fmla="*/ 59229 w 5741575"/>
              <a:gd name="connsiteY7" fmla="*/ 903950 h 955271"/>
              <a:gd name="connsiteX8" fmla="*/ 148657 w 5741575"/>
              <a:gd name="connsiteY8" fmla="*/ 898134 h 955271"/>
              <a:gd name="connsiteX9" fmla="*/ 174554 w 5741575"/>
              <a:gd name="connsiteY9" fmla="*/ 886351 h 955271"/>
              <a:gd name="connsiteX10" fmla="*/ 187633 w 5741575"/>
              <a:gd name="connsiteY10" fmla="*/ 878226 h 955271"/>
              <a:gd name="connsiteX11" fmla="*/ 187961 w 5741575"/>
              <a:gd name="connsiteY11" fmla="*/ 876538 h 955271"/>
              <a:gd name="connsiteX12" fmla="*/ 240501 w 5741575"/>
              <a:gd name="connsiteY12" fmla="*/ 873150 h 955271"/>
              <a:gd name="connsiteX13" fmla="*/ 246345 w 5741575"/>
              <a:gd name="connsiteY13" fmla="*/ 869942 h 955271"/>
              <a:gd name="connsiteX14" fmla="*/ 306299 w 5741575"/>
              <a:gd name="connsiteY14" fmla="*/ 873609 h 955271"/>
              <a:gd name="connsiteX15" fmla="*/ 331571 w 5741575"/>
              <a:gd name="connsiteY15" fmla="*/ 869866 h 955271"/>
              <a:gd name="connsiteX16" fmla="*/ 384157 w 5741575"/>
              <a:gd name="connsiteY16" fmla="*/ 867971 h 955271"/>
              <a:gd name="connsiteX17" fmla="*/ 477637 w 5741575"/>
              <a:gd name="connsiteY17" fmla="*/ 870334 h 955271"/>
              <a:gd name="connsiteX18" fmla="*/ 570239 w 5741575"/>
              <a:gd name="connsiteY18" fmla="*/ 829596 h 955271"/>
              <a:gd name="connsiteX19" fmla="*/ 772070 w 5741575"/>
              <a:gd name="connsiteY19" fmla="*/ 820296 h 955271"/>
              <a:gd name="connsiteX20" fmla="*/ 948872 w 5741575"/>
              <a:gd name="connsiteY20" fmla="*/ 772201 h 955271"/>
              <a:gd name="connsiteX21" fmla="*/ 1127089 w 5741575"/>
              <a:gd name="connsiteY21" fmla="*/ 746926 h 955271"/>
              <a:gd name="connsiteX22" fmla="*/ 1226314 w 5741575"/>
              <a:gd name="connsiteY22" fmla="*/ 722473 h 955271"/>
              <a:gd name="connsiteX23" fmla="*/ 1278773 w 5741575"/>
              <a:gd name="connsiteY23" fmla="*/ 711503 h 955271"/>
              <a:gd name="connsiteX24" fmla="*/ 1317691 w 5741575"/>
              <a:gd name="connsiteY24" fmla="*/ 708529 h 955271"/>
              <a:gd name="connsiteX25" fmla="*/ 1360404 w 5741575"/>
              <a:gd name="connsiteY25" fmla="*/ 675922 h 955271"/>
              <a:gd name="connsiteX26" fmla="*/ 1412292 w 5741575"/>
              <a:gd name="connsiteY26" fmla="*/ 670793 h 955271"/>
              <a:gd name="connsiteX27" fmla="*/ 1494753 w 5741575"/>
              <a:gd name="connsiteY27" fmla="*/ 644686 h 955271"/>
              <a:gd name="connsiteX28" fmla="*/ 1616217 w 5741575"/>
              <a:gd name="connsiteY28" fmla="*/ 622107 h 955271"/>
              <a:gd name="connsiteX29" fmla="*/ 1710928 w 5741575"/>
              <a:gd name="connsiteY29" fmla="*/ 600666 h 955271"/>
              <a:gd name="connsiteX30" fmla="*/ 1743718 w 5741575"/>
              <a:gd name="connsiteY30" fmla="*/ 584327 h 955271"/>
              <a:gd name="connsiteX31" fmla="*/ 1873778 w 5741575"/>
              <a:gd name="connsiteY31" fmla="*/ 530130 h 955271"/>
              <a:gd name="connsiteX32" fmla="*/ 1988411 w 5741575"/>
              <a:gd name="connsiteY32" fmla="*/ 491599 h 955271"/>
              <a:gd name="connsiteX33" fmla="*/ 2085507 w 5741575"/>
              <a:gd name="connsiteY33" fmla="*/ 498527 h 955271"/>
              <a:gd name="connsiteX34" fmla="*/ 2090767 w 5741575"/>
              <a:gd name="connsiteY34" fmla="*/ 490616 h 955271"/>
              <a:gd name="connsiteX35" fmla="*/ 2151143 w 5741575"/>
              <a:gd name="connsiteY35" fmla="*/ 478332 h 955271"/>
              <a:gd name="connsiteX36" fmla="*/ 2378710 w 5741575"/>
              <a:gd name="connsiteY36" fmla="*/ 477570 h 955271"/>
              <a:gd name="connsiteX37" fmla="*/ 2496256 w 5741575"/>
              <a:gd name="connsiteY37" fmla="*/ 452396 h 955271"/>
              <a:gd name="connsiteX38" fmla="*/ 2535387 w 5741575"/>
              <a:gd name="connsiteY38" fmla="*/ 436645 h 955271"/>
              <a:gd name="connsiteX39" fmla="*/ 2601109 w 5741575"/>
              <a:gd name="connsiteY39" fmla="*/ 410678 h 955271"/>
              <a:gd name="connsiteX40" fmla="*/ 2643855 w 5741575"/>
              <a:gd name="connsiteY40" fmla="*/ 374482 h 955271"/>
              <a:gd name="connsiteX41" fmla="*/ 2657726 w 5741575"/>
              <a:gd name="connsiteY41" fmla="*/ 365841 h 955271"/>
              <a:gd name="connsiteX42" fmla="*/ 2687125 w 5741575"/>
              <a:gd name="connsiteY42" fmla="*/ 366820 h 955271"/>
              <a:gd name="connsiteX43" fmla="*/ 2697479 w 5741575"/>
              <a:gd name="connsiteY43" fmla="*/ 361430 h 955271"/>
              <a:gd name="connsiteX44" fmla="*/ 2701547 w 5741575"/>
              <a:gd name="connsiteY44" fmla="*/ 361545 h 955271"/>
              <a:gd name="connsiteX45" fmla="*/ 2711054 w 5741575"/>
              <a:gd name="connsiteY45" fmla="*/ 360597 h 955271"/>
              <a:gd name="connsiteX46" fmla="*/ 2710438 w 5741575"/>
              <a:gd name="connsiteY46" fmla="*/ 366958 h 955271"/>
              <a:gd name="connsiteX47" fmla="*/ 2711050 w 5741575"/>
              <a:gd name="connsiteY47" fmla="*/ 358572 h 955271"/>
              <a:gd name="connsiteX48" fmla="*/ 2777227 w 5741575"/>
              <a:gd name="connsiteY48" fmla="*/ 368972 h 955271"/>
              <a:gd name="connsiteX49" fmla="*/ 2779510 w 5741575"/>
              <a:gd name="connsiteY49" fmla="*/ 361652 h 955271"/>
              <a:gd name="connsiteX50" fmla="*/ 2786278 w 5741575"/>
              <a:gd name="connsiteY50" fmla="*/ 359869 h 955271"/>
              <a:gd name="connsiteX51" fmla="*/ 2792101 w 5741575"/>
              <a:gd name="connsiteY51" fmla="*/ 365927 h 955271"/>
              <a:gd name="connsiteX52" fmla="*/ 2885545 w 5741575"/>
              <a:gd name="connsiteY52" fmla="*/ 372818 h 955271"/>
              <a:gd name="connsiteX53" fmla="*/ 3009558 w 5741575"/>
              <a:gd name="connsiteY53" fmla="*/ 370573 h 955271"/>
              <a:gd name="connsiteX54" fmla="*/ 3095010 w 5741575"/>
              <a:gd name="connsiteY54" fmla="*/ 332454 h 955271"/>
              <a:gd name="connsiteX55" fmla="*/ 3103742 w 5741575"/>
              <a:gd name="connsiteY55" fmla="*/ 337974 h 955271"/>
              <a:gd name="connsiteX56" fmla="*/ 3165093 w 5741575"/>
              <a:gd name="connsiteY56" fmla="*/ 329459 h 955271"/>
              <a:gd name="connsiteX57" fmla="*/ 3373785 w 5741575"/>
              <a:gd name="connsiteY57" fmla="*/ 255680 h 955271"/>
              <a:gd name="connsiteX58" fmla="*/ 3493851 w 5741575"/>
              <a:gd name="connsiteY58" fmla="*/ 240255 h 955271"/>
              <a:gd name="connsiteX59" fmla="*/ 3537470 w 5741575"/>
              <a:gd name="connsiteY59" fmla="*/ 241867 h 955271"/>
              <a:gd name="connsiteX60" fmla="*/ 3610489 w 5741575"/>
              <a:gd name="connsiteY60" fmla="*/ 244128 h 955271"/>
              <a:gd name="connsiteX61" fmla="*/ 3667539 w 5741575"/>
              <a:gd name="connsiteY61" fmla="*/ 263271 h 955271"/>
              <a:gd name="connsiteX62" fmla="*/ 3727614 w 5741575"/>
              <a:gd name="connsiteY62" fmla="*/ 258245 h 955271"/>
              <a:gd name="connsiteX63" fmla="*/ 3738369 w 5741575"/>
              <a:gd name="connsiteY63" fmla="*/ 234506 h 955271"/>
              <a:gd name="connsiteX64" fmla="*/ 3803670 w 5741575"/>
              <a:gd name="connsiteY64" fmla="*/ 236457 h 955271"/>
              <a:gd name="connsiteX65" fmla="*/ 3903080 w 5741575"/>
              <a:gd name="connsiteY65" fmla="*/ 241890 h 955271"/>
              <a:gd name="connsiteX66" fmla="*/ 4114838 w 5741575"/>
              <a:gd name="connsiteY66" fmla="*/ 238165 h 955271"/>
              <a:gd name="connsiteX67" fmla="*/ 4271023 w 5741575"/>
              <a:gd name="connsiteY67" fmla="*/ 241959 h 955271"/>
              <a:gd name="connsiteX68" fmla="*/ 4367397 w 5741575"/>
              <a:gd name="connsiteY68" fmla="*/ 271442 h 955271"/>
              <a:gd name="connsiteX69" fmla="*/ 4495366 w 5741575"/>
              <a:gd name="connsiteY69" fmla="*/ 271618 h 955271"/>
              <a:gd name="connsiteX70" fmla="*/ 4517347 w 5741575"/>
              <a:gd name="connsiteY70" fmla="*/ 275639 h 955271"/>
              <a:gd name="connsiteX71" fmla="*/ 4546116 w 5741575"/>
              <a:gd name="connsiteY71" fmla="*/ 268568 h 955271"/>
              <a:gd name="connsiteX72" fmla="*/ 4661259 w 5741575"/>
              <a:gd name="connsiteY72" fmla="*/ 238966 h 955271"/>
              <a:gd name="connsiteX73" fmla="*/ 4750403 w 5741575"/>
              <a:gd name="connsiteY73" fmla="*/ 204364 h 955271"/>
              <a:gd name="connsiteX74" fmla="*/ 4867614 w 5741575"/>
              <a:gd name="connsiteY74" fmla="*/ 208668 h 955271"/>
              <a:gd name="connsiteX75" fmla="*/ 4937036 w 5741575"/>
              <a:gd name="connsiteY75" fmla="*/ 195446 h 955271"/>
              <a:gd name="connsiteX76" fmla="*/ 5047626 w 5741575"/>
              <a:gd name="connsiteY76" fmla="*/ 149604 h 955271"/>
              <a:gd name="connsiteX77" fmla="*/ 5200247 w 5741575"/>
              <a:gd name="connsiteY77" fmla="*/ 142695 h 955271"/>
              <a:gd name="connsiteX78" fmla="*/ 5235691 w 5741575"/>
              <a:gd name="connsiteY78" fmla="*/ 173330 h 955271"/>
              <a:gd name="connsiteX79" fmla="*/ 5280133 w 5741575"/>
              <a:gd name="connsiteY79" fmla="*/ 189342 h 955271"/>
              <a:gd name="connsiteX80" fmla="*/ 5291963 w 5741575"/>
              <a:gd name="connsiteY80" fmla="*/ 139446 h 955271"/>
              <a:gd name="connsiteX81" fmla="*/ 5418472 w 5741575"/>
              <a:gd name="connsiteY81" fmla="*/ 89163 h 955271"/>
              <a:gd name="connsiteX82" fmla="*/ 5482354 w 5741575"/>
              <a:gd name="connsiteY82" fmla="*/ 69470 h 955271"/>
              <a:gd name="connsiteX83" fmla="*/ 5583280 w 5741575"/>
              <a:gd name="connsiteY83" fmla="*/ 49787 h 955271"/>
              <a:gd name="connsiteX84" fmla="*/ 5613766 w 5741575"/>
              <a:gd name="connsiteY84" fmla="*/ 41855 h 955271"/>
              <a:gd name="connsiteX85" fmla="*/ 5684952 w 5741575"/>
              <a:gd name="connsiteY85" fmla="*/ 26088 h 955271"/>
              <a:gd name="connsiteX86" fmla="*/ 5741575 w 5741575"/>
              <a:gd name="connsiteY86" fmla="*/ 0 h 955271"/>
              <a:gd name="connsiteX0" fmla="*/ 5741575 w 5741575"/>
              <a:gd name="connsiteY0" fmla="*/ 0 h 955271"/>
              <a:gd name="connsiteX1" fmla="*/ 5741575 w 5741575"/>
              <a:gd name="connsiteY1" fmla="*/ 955271 h 955271"/>
              <a:gd name="connsiteX2" fmla="*/ 0 w 5741575"/>
              <a:gd name="connsiteY2" fmla="*/ 955271 h 955271"/>
              <a:gd name="connsiteX3" fmla="*/ 8558 w 5741575"/>
              <a:gd name="connsiteY3" fmla="*/ 953971 h 955271"/>
              <a:gd name="connsiteX4" fmla="*/ 16894 w 5741575"/>
              <a:gd name="connsiteY4" fmla="*/ 953847 h 955271"/>
              <a:gd name="connsiteX5" fmla="*/ 28156 w 5741575"/>
              <a:gd name="connsiteY5" fmla="*/ 951374 h 955271"/>
              <a:gd name="connsiteX6" fmla="*/ 28293 w 5741575"/>
              <a:gd name="connsiteY6" fmla="*/ 950971 h 955271"/>
              <a:gd name="connsiteX7" fmla="*/ 59229 w 5741575"/>
              <a:gd name="connsiteY7" fmla="*/ 903950 h 955271"/>
              <a:gd name="connsiteX8" fmla="*/ 148657 w 5741575"/>
              <a:gd name="connsiteY8" fmla="*/ 898134 h 955271"/>
              <a:gd name="connsiteX9" fmla="*/ 174554 w 5741575"/>
              <a:gd name="connsiteY9" fmla="*/ 886351 h 955271"/>
              <a:gd name="connsiteX10" fmla="*/ 187633 w 5741575"/>
              <a:gd name="connsiteY10" fmla="*/ 878226 h 955271"/>
              <a:gd name="connsiteX11" fmla="*/ 187961 w 5741575"/>
              <a:gd name="connsiteY11" fmla="*/ 876538 h 955271"/>
              <a:gd name="connsiteX12" fmla="*/ 240501 w 5741575"/>
              <a:gd name="connsiteY12" fmla="*/ 873150 h 955271"/>
              <a:gd name="connsiteX13" fmla="*/ 246345 w 5741575"/>
              <a:gd name="connsiteY13" fmla="*/ 869942 h 955271"/>
              <a:gd name="connsiteX14" fmla="*/ 306299 w 5741575"/>
              <a:gd name="connsiteY14" fmla="*/ 873609 h 955271"/>
              <a:gd name="connsiteX15" fmla="*/ 331571 w 5741575"/>
              <a:gd name="connsiteY15" fmla="*/ 869866 h 955271"/>
              <a:gd name="connsiteX16" fmla="*/ 384157 w 5741575"/>
              <a:gd name="connsiteY16" fmla="*/ 867971 h 955271"/>
              <a:gd name="connsiteX17" fmla="*/ 477637 w 5741575"/>
              <a:gd name="connsiteY17" fmla="*/ 870334 h 955271"/>
              <a:gd name="connsiteX18" fmla="*/ 570239 w 5741575"/>
              <a:gd name="connsiteY18" fmla="*/ 829596 h 955271"/>
              <a:gd name="connsiteX19" fmla="*/ 772070 w 5741575"/>
              <a:gd name="connsiteY19" fmla="*/ 820296 h 955271"/>
              <a:gd name="connsiteX20" fmla="*/ 948872 w 5741575"/>
              <a:gd name="connsiteY20" fmla="*/ 772201 h 955271"/>
              <a:gd name="connsiteX21" fmla="*/ 1127089 w 5741575"/>
              <a:gd name="connsiteY21" fmla="*/ 746926 h 955271"/>
              <a:gd name="connsiteX22" fmla="*/ 1226314 w 5741575"/>
              <a:gd name="connsiteY22" fmla="*/ 722473 h 955271"/>
              <a:gd name="connsiteX23" fmla="*/ 1278773 w 5741575"/>
              <a:gd name="connsiteY23" fmla="*/ 711503 h 955271"/>
              <a:gd name="connsiteX24" fmla="*/ 1317691 w 5741575"/>
              <a:gd name="connsiteY24" fmla="*/ 708529 h 955271"/>
              <a:gd name="connsiteX25" fmla="*/ 1360404 w 5741575"/>
              <a:gd name="connsiteY25" fmla="*/ 675922 h 955271"/>
              <a:gd name="connsiteX26" fmla="*/ 1412292 w 5741575"/>
              <a:gd name="connsiteY26" fmla="*/ 670793 h 955271"/>
              <a:gd name="connsiteX27" fmla="*/ 1494753 w 5741575"/>
              <a:gd name="connsiteY27" fmla="*/ 644686 h 955271"/>
              <a:gd name="connsiteX28" fmla="*/ 1616217 w 5741575"/>
              <a:gd name="connsiteY28" fmla="*/ 622107 h 955271"/>
              <a:gd name="connsiteX29" fmla="*/ 1710928 w 5741575"/>
              <a:gd name="connsiteY29" fmla="*/ 600666 h 955271"/>
              <a:gd name="connsiteX30" fmla="*/ 1743718 w 5741575"/>
              <a:gd name="connsiteY30" fmla="*/ 584327 h 955271"/>
              <a:gd name="connsiteX31" fmla="*/ 1873778 w 5741575"/>
              <a:gd name="connsiteY31" fmla="*/ 530130 h 955271"/>
              <a:gd name="connsiteX32" fmla="*/ 1988411 w 5741575"/>
              <a:gd name="connsiteY32" fmla="*/ 491599 h 955271"/>
              <a:gd name="connsiteX33" fmla="*/ 2085507 w 5741575"/>
              <a:gd name="connsiteY33" fmla="*/ 498527 h 955271"/>
              <a:gd name="connsiteX34" fmla="*/ 2090767 w 5741575"/>
              <a:gd name="connsiteY34" fmla="*/ 490616 h 955271"/>
              <a:gd name="connsiteX35" fmla="*/ 2151143 w 5741575"/>
              <a:gd name="connsiteY35" fmla="*/ 478332 h 955271"/>
              <a:gd name="connsiteX36" fmla="*/ 2378710 w 5741575"/>
              <a:gd name="connsiteY36" fmla="*/ 477570 h 955271"/>
              <a:gd name="connsiteX37" fmla="*/ 2496256 w 5741575"/>
              <a:gd name="connsiteY37" fmla="*/ 452396 h 955271"/>
              <a:gd name="connsiteX38" fmla="*/ 2535387 w 5741575"/>
              <a:gd name="connsiteY38" fmla="*/ 436645 h 955271"/>
              <a:gd name="connsiteX39" fmla="*/ 2601109 w 5741575"/>
              <a:gd name="connsiteY39" fmla="*/ 410678 h 955271"/>
              <a:gd name="connsiteX40" fmla="*/ 2643855 w 5741575"/>
              <a:gd name="connsiteY40" fmla="*/ 374482 h 955271"/>
              <a:gd name="connsiteX41" fmla="*/ 2657726 w 5741575"/>
              <a:gd name="connsiteY41" fmla="*/ 365841 h 955271"/>
              <a:gd name="connsiteX42" fmla="*/ 2687125 w 5741575"/>
              <a:gd name="connsiteY42" fmla="*/ 366820 h 955271"/>
              <a:gd name="connsiteX43" fmla="*/ 2697479 w 5741575"/>
              <a:gd name="connsiteY43" fmla="*/ 361430 h 955271"/>
              <a:gd name="connsiteX44" fmla="*/ 2701547 w 5741575"/>
              <a:gd name="connsiteY44" fmla="*/ 361545 h 955271"/>
              <a:gd name="connsiteX45" fmla="*/ 2711054 w 5741575"/>
              <a:gd name="connsiteY45" fmla="*/ 360597 h 955271"/>
              <a:gd name="connsiteX46" fmla="*/ 2710438 w 5741575"/>
              <a:gd name="connsiteY46" fmla="*/ 366958 h 955271"/>
              <a:gd name="connsiteX47" fmla="*/ 2777227 w 5741575"/>
              <a:gd name="connsiteY47" fmla="*/ 368972 h 955271"/>
              <a:gd name="connsiteX48" fmla="*/ 2779510 w 5741575"/>
              <a:gd name="connsiteY48" fmla="*/ 361652 h 955271"/>
              <a:gd name="connsiteX49" fmla="*/ 2786278 w 5741575"/>
              <a:gd name="connsiteY49" fmla="*/ 359869 h 955271"/>
              <a:gd name="connsiteX50" fmla="*/ 2792101 w 5741575"/>
              <a:gd name="connsiteY50" fmla="*/ 365927 h 955271"/>
              <a:gd name="connsiteX51" fmla="*/ 2885545 w 5741575"/>
              <a:gd name="connsiteY51" fmla="*/ 372818 h 955271"/>
              <a:gd name="connsiteX52" fmla="*/ 3009558 w 5741575"/>
              <a:gd name="connsiteY52" fmla="*/ 370573 h 955271"/>
              <a:gd name="connsiteX53" fmla="*/ 3095010 w 5741575"/>
              <a:gd name="connsiteY53" fmla="*/ 332454 h 955271"/>
              <a:gd name="connsiteX54" fmla="*/ 3103742 w 5741575"/>
              <a:gd name="connsiteY54" fmla="*/ 337974 h 955271"/>
              <a:gd name="connsiteX55" fmla="*/ 3165093 w 5741575"/>
              <a:gd name="connsiteY55" fmla="*/ 329459 h 955271"/>
              <a:gd name="connsiteX56" fmla="*/ 3373785 w 5741575"/>
              <a:gd name="connsiteY56" fmla="*/ 255680 h 955271"/>
              <a:gd name="connsiteX57" fmla="*/ 3493851 w 5741575"/>
              <a:gd name="connsiteY57" fmla="*/ 240255 h 955271"/>
              <a:gd name="connsiteX58" fmla="*/ 3537470 w 5741575"/>
              <a:gd name="connsiteY58" fmla="*/ 241867 h 955271"/>
              <a:gd name="connsiteX59" fmla="*/ 3610489 w 5741575"/>
              <a:gd name="connsiteY59" fmla="*/ 244128 h 955271"/>
              <a:gd name="connsiteX60" fmla="*/ 3667539 w 5741575"/>
              <a:gd name="connsiteY60" fmla="*/ 263271 h 955271"/>
              <a:gd name="connsiteX61" fmla="*/ 3727614 w 5741575"/>
              <a:gd name="connsiteY61" fmla="*/ 258245 h 955271"/>
              <a:gd name="connsiteX62" fmla="*/ 3738369 w 5741575"/>
              <a:gd name="connsiteY62" fmla="*/ 234506 h 955271"/>
              <a:gd name="connsiteX63" fmla="*/ 3803670 w 5741575"/>
              <a:gd name="connsiteY63" fmla="*/ 236457 h 955271"/>
              <a:gd name="connsiteX64" fmla="*/ 3903080 w 5741575"/>
              <a:gd name="connsiteY64" fmla="*/ 241890 h 955271"/>
              <a:gd name="connsiteX65" fmla="*/ 4114838 w 5741575"/>
              <a:gd name="connsiteY65" fmla="*/ 238165 h 955271"/>
              <a:gd name="connsiteX66" fmla="*/ 4271023 w 5741575"/>
              <a:gd name="connsiteY66" fmla="*/ 241959 h 955271"/>
              <a:gd name="connsiteX67" fmla="*/ 4367397 w 5741575"/>
              <a:gd name="connsiteY67" fmla="*/ 271442 h 955271"/>
              <a:gd name="connsiteX68" fmla="*/ 4495366 w 5741575"/>
              <a:gd name="connsiteY68" fmla="*/ 271618 h 955271"/>
              <a:gd name="connsiteX69" fmla="*/ 4517347 w 5741575"/>
              <a:gd name="connsiteY69" fmla="*/ 275639 h 955271"/>
              <a:gd name="connsiteX70" fmla="*/ 4546116 w 5741575"/>
              <a:gd name="connsiteY70" fmla="*/ 268568 h 955271"/>
              <a:gd name="connsiteX71" fmla="*/ 4661259 w 5741575"/>
              <a:gd name="connsiteY71" fmla="*/ 238966 h 955271"/>
              <a:gd name="connsiteX72" fmla="*/ 4750403 w 5741575"/>
              <a:gd name="connsiteY72" fmla="*/ 204364 h 955271"/>
              <a:gd name="connsiteX73" fmla="*/ 4867614 w 5741575"/>
              <a:gd name="connsiteY73" fmla="*/ 208668 h 955271"/>
              <a:gd name="connsiteX74" fmla="*/ 4937036 w 5741575"/>
              <a:gd name="connsiteY74" fmla="*/ 195446 h 955271"/>
              <a:gd name="connsiteX75" fmla="*/ 5047626 w 5741575"/>
              <a:gd name="connsiteY75" fmla="*/ 149604 h 955271"/>
              <a:gd name="connsiteX76" fmla="*/ 5200247 w 5741575"/>
              <a:gd name="connsiteY76" fmla="*/ 142695 h 955271"/>
              <a:gd name="connsiteX77" fmla="*/ 5235691 w 5741575"/>
              <a:gd name="connsiteY77" fmla="*/ 173330 h 955271"/>
              <a:gd name="connsiteX78" fmla="*/ 5280133 w 5741575"/>
              <a:gd name="connsiteY78" fmla="*/ 189342 h 955271"/>
              <a:gd name="connsiteX79" fmla="*/ 5291963 w 5741575"/>
              <a:gd name="connsiteY79" fmla="*/ 139446 h 955271"/>
              <a:gd name="connsiteX80" fmla="*/ 5418472 w 5741575"/>
              <a:gd name="connsiteY80" fmla="*/ 89163 h 955271"/>
              <a:gd name="connsiteX81" fmla="*/ 5482354 w 5741575"/>
              <a:gd name="connsiteY81" fmla="*/ 69470 h 955271"/>
              <a:gd name="connsiteX82" fmla="*/ 5583280 w 5741575"/>
              <a:gd name="connsiteY82" fmla="*/ 49787 h 955271"/>
              <a:gd name="connsiteX83" fmla="*/ 5613766 w 5741575"/>
              <a:gd name="connsiteY83" fmla="*/ 41855 h 955271"/>
              <a:gd name="connsiteX84" fmla="*/ 5684952 w 5741575"/>
              <a:gd name="connsiteY84" fmla="*/ 26088 h 955271"/>
              <a:gd name="connsiteX85" fmla="*/ 5741575 w 5741575"/>
              <a:gd name="connsiteY85" fmla="*/ 0 h 955271"/>
              <a:gd name="connsiteX0" fmla="*/ 5741575 w 5741575"/>
              <a:gd name="connsiteY0" fmla="*/ 0 h 955271"/>
              <a:gd name="connsiteX1" fmla="*/ 5741575 w 5741575"/>
              <a:gd name="connsiteY1" fmla="*/ 955271 h 955271"/>
              <a:gd name="connsiteX2" fmla="*/ 0 w 5741575"/>
              <a:gd name="connsiteY2" fmla="*/ 955271 h 955271"/>
              <a:gd name="connsiteX3" fmla="*/ 8558 w 5741575"/>
              <a:gd name="connsiteY3" fmla="*/ 953971 h 955271"/>
              <a:gd name="connsiteX4" fmla="*/ 16894 w 5741575"/>
              <a:gd name="connsiteY4" fmla="*/ 953847 h 955271"/>
              <a:gd name="connsiteX5" fmla="*/ 28156 w 5741575"/>
              <a:gd name="connsiteY5" fmla="*/ 951374 h 955271"/>
              <a:gd name="connsiteX6" fmla="*/ 28293 w 5741575"/>
              <a:gd name="connsiteY6" fmla="*/ 950971 h 955271"/>
              <a:gd name="connsiteX7" fmla="*/ 59229 w 5741575"/>
              <a:gd name="connsiteY7" fmla="*/ 903950 h 955271"/>
              <a:gd name="connsiteX8" fmla="*/ 148657 w 5741575"/>
              <a:gd name="connsiteY8" fmla="*/ 898134 h 955271"/>
              <a:gd name="connsiteX9" fmla="*/ 174554 w 5741575"/>
              <a:gd name="connsiteY9" fmla="*/ 886351 h 955271"/>
              <a:gd name="connsiteX10" fmla="*/ 187633 w 5741575"/>
              <a:gd name="connsiteY10" fmla="*/ 878226 h 955271"/>
              <a:gd name="connsiteX11" fmla="*/ 187961 w 5741575"/>
              <a:gd name="connsiteY11" fmla="*/ 876538 h 955271"/>
              <a:gd name="connsiteX12" fmla="*/ 240501 w 5741575"/>
              <a:gd name="connsiteY12" fmla="*/ 873150 h 955271"/>
              <a:gd name="connsiteX13" fmla="*/ 246345 w 5741575"/>
              <a:gd name="connsiteY13" fmla="*/ 869942 h 955271"/>
              <a:gd name="connsiteX14" fmla="*/ 306299 w 5741575"/>
              <a:gd name="connsiteY14" fmla="*/ 873609 h 955271"/>
              <a:gd name="connsiteX15" fmla="*/ 331571 w 5741575"/>
              <a:gd name="connsiteY15" fmla="*/ 869866 h 955271"/>
              <a:gd name="connsiteX16" fmla="*/ 384157 w 5741575"/>
              <a:gd name="connsiteY16" fmla="*/ 867971 h 955271"/>
              <a:gd name="connsiteX17" fmla="*/ 477637 w 5741575"/>
              <a:gd name="connsiteY17" fmla="*/ 870334 h 955271"/>
              <a:gd name="connsiteX18" fmla="*/ 570239 w 5741575"/>
              <a:gd name="connsiteY18" fmla="*/ 829596 h 955271"/>
              <a:gd name="connsiteX19" fmla="*/ 772070 w 5741575"/>
              <a:gd name="connsiteY19" fmla="*/ 820296 h 955271"/>
              <a:gd name="connsiteX20" fmla="*/ 948872 w 5741575"/>
              <a:gd name="connsiteY20" fmla="*/ 772201 h 955271"/>
              <a:gd name="connsiteX21" fmla="*/ 1127089 w 5741575"/>
              <a:gd name="connsiteY21" fmla="*/ 746926 h 955271"/>
              <a:gd name="connsiteX22" fmla="*/ 1226314 w 5741575"/>
              <a:gd name="connsiteY22" fmla="*/ 722473 h 955271"/>
              <a:gd name="connsiteX23" fmla="*/ 1278773 w 5741575"/>
              <a:gd name="connsiteY23" fmla="*/ 711503 h 955271"/>
              <a:gd name="connsiteX24" fmla="*/ 1317691 w 5741575"/>
              <a:gd name="connsiteY24" fmla="*/ 708529 h 955271"/>
              <a:gd name="connsiteX25" fmla="*/ 1360404 w 5741575"/>
              <a:gd name="connsiteY25" fmla="*/ 675922 h 955271"/>
              <a:gd name="connsiteX26" fmla="*/ 1412292 w 5741575"/>
              <a:gd name="connsiteY26" fmla="*/ 670793 h 955271"/>
              <a:gd name="connsiteX27" fmla="*/ 1494753 w 5741575"/>
              <a:gd name="connsiteY27" fmla="*/ 644686 h 955271"/>
              <a:gd name="connsiteX28" fmla="*/ 1616217 w 5741575"/>
              <a:gd name="connsiteY28" fmla="*/ 622107 h 955271"/>
              <a:gd name="connsiteX29" fmla="*/ 1710928 w 5741575"/>
              <a:gd name="connsiteY29" fmla="*/ 600666 h 955271"/>
              <a:gd name="connsiteX30" fmla="*/ 1743718 w 5741575"/>
              <a:gd name="connsiteY30" fmla="*/ 584327 h 955271"/>
              <a:gd name="connsiteX31" fmla="*/ 1873778 w 5741575"/>
              <a:gd name="connsiteY31" fmla="*/ 530130 h 955271"/>
              <a:gd name="connsiteX32" fmla="*/ 1988411 w 5741575"/>
              <a:gd name="connsiteY32" fmla="*/ 491599 h 955271"/>
              <a:gd name="connsiteX33" fmla="*/ 2085507 w 5741575"/>
              <a:gd name="connsiteY33" fmla="*/ 498527 h 955271"/>
              <a:gd name="connsiteX34" fmla="*/ 2090767 w 5741575"/>
              <a:gd name="connsiteY34" fmla="*/ 490616 h 955271"/>
              <a:gd name="connsiteX35" fmla="*/ 2151143 w 5741575"/>
              <a:gd name="connsiteY35" fmla="*/ 478332 h 955271"/>
              <a:gd name="connsiteX36" fmla="*/ 2378710 w 5741575"/>
              <a:gd name="connsiteY36" fmla="*/ 477570 h 955271"/>
              <a:gd name="connsiteX37" fmla="*/ 2496256 w 5741575"/>
              <a:gd name="connsiteY37" fmla="*/ 452396 h 955271"/>
              <a:gd name="connsiteX38" fmla="*/ 2535387 w 5741575"/>
              <a:gd name="connsiteY38" fmla="*/ 436645 h 955271"/>
              <a:gd name="connsiteX39" fmla="*/ 2601109 w 5741575"/>
              <a:gd name="connsiteY39" fmla="*/ 410678 h 955271"/>
              <a:gd name="connsiteX40" fmla="*/ 2643855 w 5741575"/>
              <a:gd name="connsiteY40" fmla="*/ 374482 h 955271"/>
              <a:gd name="connsiteX41" fmla="*/ 2657726 w 5741575"/>
              <a:gd name="connsiteY41" fmla="*/ 365841 h 955271"/>
              <a:gd name="connsiteX42" fmla="*/ 2687125 w 5741575"/>
              <a:gd name="connsiteY42" fmla="*/ 366820 h 955271"/>
              <a:gd name="connsiteX43" fmla="*/ 2697479 w 5741575"/>
              <a:gd name="connsiteY43" fmla="*/ 361430 h 955271"/>
              <a:gd name="connsiteX44" fmla="*/ 2701547 w 5741575"/>
              <a:gd name="connsiteY44" fmla="*/ 361545 h 955271"/>
              <a:gd name="connsiteX45" fmla="*/ 2711054 w 5741575"/>
              <a:gd name="connsiteY45" fmla="*/ 360597 h 955271"/>
              <a:gd name="connsiteX46" fmla="*/ 2777227 w 5741575"/>
              <a:gd name="connsiteY46" fmla="*/ 368972 h 955271"/>
              <a:gd name="connsiteX47" fmla="*/ 2779510 w 5741575"/>
              <a:gd name="connsiteY47" fmla="*/ 361652 h 955271"/>
              <a:gd name="connsiteX48" fmla="*/ 2786278 w 5741575"/>
              <a:gd name="connsiteY48" fmla="*/ 359869 h 955271"/>
              <a:gd name="connsiteX49" fmla="*/ 2792101 w 5741575"/>
              <a:gd name="connsiteY49" fmla="*/ 365927 h 955271"/>
              <a:gd name="connsiteX50" fmla="*/ 2885545 w 5741575"/>
              <a:gd name="connsiteY50" fmla="*/ 372818 h 955271"/>
              <a:gd name="connsiteX51" fmla="*/ 3009558 w 5741575"/>
              <a:gd name="connsiteY51" fmla="*/ 370573 h 955271"/>
              <a:gd name="connsiteX52" fmla="*/ 3095010 w 5741575"/>
              <a:gd name="connsiteY52" fmla="*/ 332454 h 955271"/>
              <a:gd name="connsiteX53" fmla="*/ 3103742 w 5741575"/>
              <a:gd name="connsiteY53" fmla="*/ 337974 h 955271"/>
              <a:gd name="connsiteX54" fmla="*/ 3165093 w 5741575"/>
              <a:gd name="connsiteY54" fmla="*/ 329459 h 955271"/>
              <a:gd name="connsiteX55" fmla="*/ 3373785 w 5741575"/>
              <a:gd name="connsiteY55" fmla="*/ 255680 h 955271"/>
              <a:gd name="connsiteX56" fmla="*/ 3493851 w 5741575"/>
              <a:gd name="connsiteY56" fmla="*/ 240255 h 955271"/>
              <a:gd name="connsiteX57" fmla="*/ 3537470 w 5741575"/>
              <a:gd name="connsiteY57" fmla="*/ 241867 h 955271"/>
              <a:gd name="connsiteX58" fmla="*/ 3610489 w 5741575"/>
              <a:gd name="connsiteY58" fmla="*/ 244128 h 955271"/>
              <a:gd name="connsiteX59" fmla="*/ 3667539 w 5741575"/>
              <a:gd name="connsiteY59" fmla="*/ 263271 h 955271"/>
              <a:gd name="connsiteX60" fmla="*/ 3727614 w 5741575"/>
              <a:gd name="connsiteY60" fmla="*/ 258245 h 955271"/>
              <a:gd name="connsiteX61" fmla="*/ 3738369 w 5741575"/>
              <a:gd name="connsiteY61" fmla="*/ 234506 h 955271"/>
              <a:gd name="connsiteX62" fmla="*/ 3803670 w 5741575"/>
              <a:gd name="connsiteY62" fmla="*/ 236457 h 955271"/>
              <a:gd name="connsiteX63" fmla="*/ 3903080 w 5741575"/>
              <a:gd name="connsiteY63" fmla="*/ 241890 h 955271"/>
              <a:gd name="connsiteX64" fmla="*/ 4114838 w 5741575"/>
              <a:gd name="connsiteY64" fmla="*/ 238165 h 955271"/>
              <a:gd name="connsiteX65" fmla="*/ 4271023 w 5741575"/>
              <a:gd name="connsiteY65" fmla="*/ 241959 h 955271"/>
              <a:gd name="connsiteX66" fmla="*/ 4367397 w 5741575"/>
              <a:gd name="connsiteY66" fmla="*/ 271442 h 955271"/>
              <a:gd name="connsiteX67" fmla="*/ 4495366 w 5741575"/>
              <a:gd name="connsiteY67" fmla="*/ 271618 h 955271"/>
              <a:gd name="connsiteX68" fmla="*/ 4517347 w 5741575"/>
              <a:gd name="connsiteY68" fmla="*/ 275639 h 955271"/>
              <a:gd name="connsiteX69" fmla="*/ 4546116 w 5741575"/>
              <a:gd name="connsiteY69" fmla="*/ 268568 h 955271"/>
              <a:gd name="connsiteX70" fmla="*/ 4661259 w 5741575"/>
              <a:gd name="connsiteY70" fmla="*/ 238966 h 955271"/>
              <a:gd name="connsiteX71" fmla="*/ 4750403 w 5741575"/>
              <a:gd name="connsiteY71" fmla="*/ 204364 h 955271"/>
              <a:gd name="connsiteX72" fmla="*/ 4867614 w 5741575"/>
              <a:gd name="connsiteY72" fmla="*/ 208668 h 955271"/>
              <a:gd name="connsiteX73" fmla="*/ 4937036 w 5741575"/>
              <a:gd name="connsiteY73" fmla="*/ 195446 h 955271"/>
              <a:gd name="connsiteX74" fmla="*/ 5047626 w 5741575"/>
              <a:gd name="connsiteY74" fmla="*/ 149604 h 955271"/>
              <a:gd name="connsiteX75" fmla="*/ 5200247 w 5741575"/>
              <a:gd name="connsiteY75" fmla="*/ 142695 h 955271"/>
              <a:gd name="connsiteX76" fmla="*/ 5235691 w 5741575"/>
              <a:gd name="connsiteY76" fmla="*/ 173330 h 955271"/>
              <a:gd name="connsiteX77" fmla="*/ 5280133 w 5741575"/>
              <a:gd name="connsiteY77" fmla="*/ 189342 h 955271"/>
              <a:gd name="connsiteX78" fmla="*/ 5291963 w 5741575"/>
              <a:gd name="connsiteY78" fmla="*/ 139446 h 955271"/>
              <a:gd name="connsiteX79" fmla="*/ 5418472 w 5741575"/>
              <a:gd name="connsiteY79" fmla="*/ 89163 h 955271"/>
              <a:gd name="connsiteX80" fmla="*/ 5482354 w 5741575"/>
              <a:gd name="connsiteY80" fmla="*/ 69470 h 955271"/>
              <a:gd name="connsiteX81" fmla="*/ 5583280 w 5741575"/>
              <a:gd name="connsiteY81" fmla="*/ 49787 h 955271"/>
              <a:gd name="connsiteX82" fmla="*/ 5613766 w 5741575"/>
              <a:gd name="connsiteY82" fmla="*/ 41855 h 955271"/>
              <a:gd name="connsiteX83" fmla="*/ 5684952 w 5741575"/>
              <a:gd name="connsiteY83" fmla="*/ 26088 h 955271"/>
              <a:gd name="connsiteX84" fmla="*/ 5741575 w 5741575"/>
              <a:gd name="connsiteY84" fmla="*/ 0 h 955271"/>
              <a:gd name="connsiteX0" fmla="*/ 5741575 w 5741575"/>
              <a:gd name="connsiteY0" fmla="*/ 0 h 955271"/>
              <a:gd name="connsiteX1" fmla="*/ 5741575 w 5741575"/>
              <a:gd name="connsiteY1" fmla="*/ 955271 h 955271"/>
              <a:gd name="connsiteX2" fmla="*/ 0 w 5741575"/>
              <a:gd name="connsiteY2" fmla="*/ 955271 h 955271"/>
              <a:gd name="connsiteX3" fmla="*/ 8558 w 5741575"/>
              <a:gd name="connsiteY3" fmla="*/ 953971 h 955271"/>
              <a:gd name="connsiteX4" fmla="*/ 16894 w 5741575"/>
              <a:gd name="connsiteY4" fmla="*/ 953847 h 955271"/>
              <a:gd name="connsiteX5" fmla="*/ 28156 w 5741575"/>
              <a:gd name="connsiteY5" fmla="*/ 951374 h 955271"/>
              <a:gd name="connsiteX6" fmla="*/ 28293 w 5741575"/>
              <a:gd name="connsiteY6" fmla="*/ 950971 h 955271"/>
              <a:gd name="connsiteX7" fmla="*/ 59229 w 5741575"/>
              <a:gd name="connsiteY7" fmla="*/ 903950 h 955271"/>
              <a:gd name="connsiteX8" fmla="*/ 148657 w 5741575"/>
              <a:gd name="connsiteY8" fmla="*/ 898134 h 955271"/>
              <a:gd name="connsiteX9" fmla="*/ 174554 w 5741575"/>
              <a:gd name="connsiteY9" fmla="*/ 886351 h 955271"/>
              <a:gd name="connsiteX10" fmla="*/ 187633 w 5741575"/>
              <a:gd name="connsiteY10" fmla="*/ 878226 h 955271"/>
              <a:gd name="connsiteX11" fmla="*/ 187961 w 5741575"/>
              <a:gd name="connsiteY11" fmla="*/ 876538 h 955271"/>
              <a:gd name="connsiteX12" fmla="*/ 240501 w 5741575"/>
              <a:gd name="connsiteY12" fmla="*/ 873150 h 955271"/>
              <a:gd name="connsiteX13" fmla="*/ 246345 w 5741575"/>
              <a:gd name="connsiteY13" fmla="*/ 869942 h 955271"/>
              <a:gd name="connsiteX14" fmla="*/ 306299 w 5741575"/>
              <a:gd name="connsiteY14" fmla="*/ 873609 h 955271"/>
              <a:gd name="connsiteX15" fmla="*/ 331571 w 5741575"/>
              <a:gd name="connsiteY15" fmla="*/ 869866 h 955271"/>
              <a:gd name="connsiteX16" fmla="*/ 384157 w 5741575"/>
              <a:gd name="connsiteY16" fmla="*/ 867971 h 955271"/>
              <a:gd name="connsiteX17" fmla="*/ 477637 w 5741575"/>
              <a:gd name="connsiteY17" fmla="*/ 870334 h 955271"/>
              <a:gd name="connsiteX18" fmla="*/ 570239 w 5741575"/>
              <a:gd name="connsiteY18" fmla="*/ 829596 h 955271"/>
              <a:gd name="connsiteX19" fmla="*/ 772070 w 5741575"/>
              <a:gd name="connsiteY19" fmla="*/ 820296 h 955271"/>
              <a:gd name="connsiteX20" fmla="*/ 948872 w 5741575"/>
              <a:gd name="connsiteY20" fmla="*/ 772201 h 955271"/>
              <a:gd name="connsiteX21" fmla="*/ 1127089 w 5741575"/>
              <a:gd name="connsiteY21" fmla="*/ 746926 h 955271"/>
              <a:gd name="connsiteX22" fmla="*/ 1226314 w 5741575"/>
              <a:gd name="connsiteY22" fmla="*/ 722473 h 955271"/>
              <a:gd name="connsiteX23" fmla="*/ 1278773 w 5741575"/>
              <a:gd name="connsiteY23" fmla="*/ 711503 h 955271"/>
              <a:gd name="connsiteX24" fmla="*/ 1317691 w 5741575"/>
              <a:gd name="connsiteY24" fmla="*/ 708529 h 955271"/>
              <a:gd name="connsiteX25" fmla="*/ 1360404 w 5741575"/>
              <a:gd name="connsiteY25" fmla="*/ 675922 h 955271"/>
              <a:gd name="connsiteX26" fmla="*/ 1412292 w 5741575"/>
              <a:gd name="connsiteY26" fmla="*/ 670793 h 955271"/>
              <a:gd name="connsiteX27" fmla="*/ 1494753 w 5741575"/>
              <a:gd name="connsiteY27" fmla="*/ 644686 h 955271"/>
              <a:gd name="connsiteX28" fmla="*/ 1616217 w 5741575"/>
              <a:gd name="connsiteY28" fmla="*/ 622107 h 955271"/>
              <a:gd name="connsiteX29" fmla="*/ 1710928 w 5741575"/>
              <a:gd name="connsiteY29" fmla="*/ 600666 h 955271"/>
              <a:gd name="connsiteX30" fmla="*/ 1743718 w 5741575"/>
              <a:gd name="connsiteY30" fmla="*/ 584327 h 955271"/>
              <a:gd name="connsiteX31" fmla="*/ 1873778 w 5741575"/>
              <a:gd name="connsiteY31" fmla="*/ 530130 h 955271"/>
              <a:gd name="connsiteX32" fmla="*/ 1988411 w 5741575"/>
              <a:gd name="connsiteY32" fmla="*/ 491599 h 955271"/>
              <a:gd name="connsiteX33" fmla="*/ 2085507 w 5741575"/>
              <a:gd name="connsiteY33" fmla="*/ 498527 h 955271"/>
              <a:gd name="connsiteX34" fmla="*/ 2090767 w 5741575"/>
              <a:gd name="connsiteY34" fmla="*/ 490616 h 955271"/>
              <a:gd name="connsiteX35" fmla="*/ 2151143 w 5741575"/>
              <a:gd name="connsiteY35" fmla="*/ 478332 h 955271"/>
              <a:gd name="connsiteX36" fmla="*/ 2378710 w 5741575"/>
              <a:gd name="connsiteY36" fmla="*/ 477570 h 955271"/>
              <a:gd name="connsiteX37" fmla="*/ 2496256 w 5741575"/>
              <a:gd name="connsiteY37" fmla="*/ 452396 h 955271"/>
              <a:gd name="connsiteX38" fmla="*/ 2535387 w 5741575"/>
              <a:gd name="connsiteY38" fmla="*/ 436645 h 955271"/>
              <a:gd name="connsiteX39" fmla="*/ 2601109 w 5741575"/>
              <a:gd name="connsiteY39" fmla="*/ 410678 h 955271"/>
              <a:gd name="connsiteX40" fmla="*/ 2643855 w 5741575"/>
              <a:gd name="connsiteY40" fmla="*/ 374482 h 955271"/>
              <a:gd name="connsiteX41" fmla="*/ 2657726 w 5741575"/>
              <a:gd name="connsiteY41" fmla="*/ 365841 h 955271"/>
              <a:gd name="connsiteX42" fmla="*/ 2687125 w 5741575"/>
              <a:gd name="connsiteY42" fmla="*/ 366820 h 955271"/>
              <a:gd name="connsiteX43" fmla="*/ 2697479 w 5741575"/>
              <a:gd name="connsiteY43" fmla="*/ 361430 h 955271"/>
              <a:gd name="connsiteX44" fmla="*/ 2701547 w 5741575"/>
              <a:gd name="connsiteY44" fmla="*/ 361545 h 955271"/>
              <a:gd name="connsiteX45" fmla="*/ 2711054 w 5741575"/>
              <a:gd name="connsiteY45" fmla="*/ 360597 h 955271"/>
              <a:gd name="connsiteX46" fmla="*/ 2777227 w 5741575"/>
              <a:gd name="connsiteY46" fmla="*/ 368972 h 955271"/>
              <a:gd name="connsiteX47" fmla="*/ 2779510 w 5741575"/>
              <a:gd name="connsiteY47" fmla="*/ 361652 h 955271"/>
              <a:gd name="connsiteX48" fmla="*/ 2786278 w 5741575"/>
              <a:gd name="connsiteY48" fmla="*/ 359869 h 955271"/>
              <a:gd name="connsiteX49" fmla="*/ 2885545 w 5741575"/>
              <a:gd name="connsiteY49" fmla="*/ 372818 h 955271"/>
              <a:gd name="connsiteX50" fmla="*/ 3009558 w 5741575"/>
              <a:gd name="connsiteY50" fmla="*/ 370573 h 955271"/>
              <a:gd name="connsiteX51" fmla="*/ 3095010 w 5741575"/>
              <a:gd name="connsiteY51" fmla="*/ 332454 h 955271"/>
              <a:gd name="connsiteX52" fmla="*/ 3103742 w 5741575"/>
              <a:gd name="connsiteY52" fmla="*/ 337974 h 955271"/>
              <a:gd name="connsiteX53" fmla="*/ 3165093 w 5741575"/>
              <a:gd name="connsiteY53" fmla="*/ 329459 h 955271"/>
              <a:gd name="connsiteX54" fmla="*/ 3373785 w 5741575"/>
              <a:gd name="connsiteY54" fmla="*/ 255680 h 955271"/>
              <a:gd name="connsiteX55" fmla="*/ 3493851 w 5741575"/>
              <a:gd name="connsiteY55" fmla="*/ 240255 h 955271"/>
              <a:gd name="connsiteX56" fmla="*/ 3537470 w 5741575"/>
              <a:gd name="connsiteY56" fmla="*/ 241867 h 955271"/>
              <a:gd name="connsiteX57" fmla="*/ 3610489 w 5741575"/>
              <a:gd name="connsiteY57" fmla="*/ 244128 h 955271"/>
              <a:gd name="connsiteX58" fmla="*/ 3667539 w 5741575"/>
              <a:gd name="connsiteY58" fmla="*/ 263271 h 955271"/>
              <a:gd name="connsiteX59" fmla="*/ 3727614 w 5741575"/>
              <a:gd name="connsiteY59" fmla="*/ 258245 h 955271"/>
              <a:gd name="connsiteX60" fmla="*/ 3738369 w 5741575"/>
              <a:gd name="connsiteY60" fmla="*/ 234506 h 955271"/>
              <a:gd name="connsiteX61" fmla="*/ 3803670 w 5741575"/>
              <a:gd name="connsiteY61" fmla="*/ 236457 h 955271"/>
              <a:gd name="connsiteX62" fmla="*/ 3903080 w 5741575"/>
              <a:gd name="connsiteY62" fmla="*/ 241890 h 955271"/>
              <a:gd name="connsiteX63" fmla="*/ 4114838 w 5741575"/>
              <a:gd name="connsiteY63" fmla="*/ 238165 h 955271"/>
              <a:gd name="connsiteX64" fmla="*/ 4271023 w 5741575"/>
              <a:gd name="connsiteY64" fmla="*/ 241959 h 955271"/>
              <a:gd name="connsiteX65" fmla="*/ 4367397 w 5741575"/>
              <a:gd name="connsiteY65" fmla="*/ 271442 h 955271"/>
              <a:gd name="connsiteX66" fmla="*/ 4495366 w 5741575"/>
              <a:gd name="connsiteY66" fmla="*/ 271618 h 955271"/>
              <a:gd name="connsiteX67" fmla="*/ 4517347 w 5741575"/>
              <a:gd name="connsiteY67" fmla="*/ 275639 h 955271"/>
              <a:gd name="connsiteX68" fmla="*/ 4546116 w 5741575"/>
              <a:gd name="connsiteY68" fmla="*/ 268568 h 955271"/>
              <a:gd name="connsiteX69" fmla="*/ 4661259 w 5741575"/>
              <a:gd name="connsiteY69" fmla="*/ 238966 h 955271"/>
              <a:gd name="connsiteX70" fmla="*/ 4750403 w 5741575"/>
              <a:gd name="connsiteY70" fmla="*/ 204364 h 955271"/>
              <a:gd name="connsiteX71" fmla="*/ 4867614 w 5741575"/>
              <a:gd name="connsiteY71" fmla="*/ 208668 h 955271"/>
              <a:gd name="connsiteX72" fmla="*/ 4937036 w 5741575"/>
              <a:gd name="connsiteY72" fmla="*/ 195446 h 955271"/>
              <a:gd name="connsiteX73" fmla="*/ 5047626 w 5741575"/>
              <a:gd name="connsiteY73" fmla="*/ 149604 h 955271"/>
              <a:gd name="connsiteX74" fmla="*/ 5200247 w 5741575"/>
              <a:gd name="connsiteY74" fmla="*/ 142695 h 955271"/>
              <a:gd name="connsiteX75" fmla="*/ 5235691 w 5741575"/>
              <a:gd name="connsiteY75" fmla="*/ 173330 h 955271"/>
              <a:gd name="connsiteX76" fmla="*/ 5280133 w 5741575"/>
              <a:gd name="connsiteY76" fmla="*/ 189342 h 955271"/>
              <a:gd name="connsiteX77" fmla="*/ 5291963 w 5741575"/>
              <a:gd name="connsiteY77" fmla="*/ 139446 h 955271"/>
              <a:gd name="connsiteX78" fmla="*/ 5418472 w 5741575"/>
              <a:gd name="connsiteY78" fmla="*/ 89163 h 955271"/>
              <a:gd name="connsiteX79" fmla="*/ 5482354 w 5741575"/>
              <a:gd name="connsiteY79" fmla="*/ 69470 h 955271"/>
              <a:gd name="connsiteX80" fmla="*/ 5583280 w 5741575"/>
              <a:gd name="connsiteY80" fmla="*/ 49787 h 955271"/>
              <a:gd name="connsiteX81" fmla="*/ 5613766 w 5741575"/>
              <a:gd name="connsiteY81" fmla="*/ 41855 h 955271"/>
              <a:gd name="connsiteX82" fmla="*/ 5684952 w 5741575"/>
              <a:gd name="connsiteY82" fmla="*/ 26088 h 955271"/>
              <a:gd name="connsiteX83" fmla="*/ 5741575 w 5741575"/>
              <a:gd name="connsiteY83" fmla="*/ 0 h 955271"/>
              <a:gd name="connsiteX0" fmla="*/ 5741575 w 5741575"/>
              <a:gd name="connsiteY0" fmla="*/ 0 h 955271"/>
              <a:gd name="connsiteX1" fmla="*/ 5741575 w 5741575"/>
              <a:gd name="connsiteY1" fmla="*/ 955271 h 955271"/>
              <a:gd name="connsiteX2" fmla="*/ 0 w 5741575"/>
              <a:gd name="connsiteY2" fmla="*/ 955271 h 955271"/>
              <a:gd name="connsiteX3" fmla="*/ 8558 w 5741575"/>
              <a:gd name="connsiteY3" fmla="*/ 953971 h 955271"/>
              <a:gd name="connsiteX4" fmla="*/ 16894 w 5741575"/>
              <a:gd name="connsiteY4" fmla="*/ 953847 h 955271"/>
              <a:gd name="connsiteX5" fmla="*/ 28156 w 5741575"/>
              <a:gd name="connsiteY5" fmla="*/ 951374 h 955271"/>
              <a:gd name="connsiteX6" fmla="*/ 28293 w 5741575"/>
              <a:gd name="connsiteY6" fmla="*/ 950971 h 955271"/>
              <a:gd name="connsiteX7" fmla="*/ 59229 w 5741575"/>
              <a:gd name="connsiteY7" fmla="*/ 903950 h 955271"/>
              <a:gd name="connsiteX8" fmla="*/ 148657 w 5741575"/>
              <a:gd name="connsiteY8" fmla="*/ 898134 h 955271"/>
              <a:gd name="connsiteX9" fmla="*/ 174554 w 5741575"/>
              <a:gd name="connsiteY9" fmla="*/ 886351 h 955271"/>
              <a:gd name="connsiteX10" fmla="*/ 187633 w 5741575"/>
              <a:gd name="connsiteY10" fmla="*/ 878226 h 955271"/>
              <a:gd name="connsiteX11" fmla="*/ 187961 w 5741575"/>
              <a:gd name="connsiteY11" fmla="*/ 876538 h 955271"/>
              <a:gd name="connsiteX12" fmla="*/ 240501 w 5741575"/>
              <a:gd name="connsiteY12" fmla="*/ 873150 h 955271"/>
              <a:gd name="connsiteX13" fmla="*/ 246345 w 5741575"/>
              <a:gd name="connsiteY13" fmla="*/ 869942 h 955271"/>
              <a:gd name="connsiteX14" fmla="*/ 306299 w 5741575"/>
              <a:gd name="connsiteY14" fmla="*/ 873609 h 955271"/>
              <a:gd name="connsiteX15" fmla="*/ 331571 w 5741575"/>
              <a:gd name="connsiteY15" fmla="*/ 869866 h 955271"/>
              <a:gd name="connsiteX16" fmla="*/ 384157 w 5741575"/>
              <a:gd name="connsiteY16" fmla="*/ 867971 h 955271"/>
              <a:gd name="connsiteX17" fmla="*/ 477637 w 5741575"/>
              <a:gd name="connsiteY17" fmla="*/ 870334 h 955271"/>
              <a:gd name="connsiteX18" fmla="*/ 570239 w 5741575"/>
              <a:gd name="connsiteY18" fmla="*/ 829596 h 955271"/>
              <a:gd name="connsiteX19" fmla="*/ 772070 w 5741575"/>
              <a:gd name="connsiteY19" fmla="*/ 820296 h 955271"/>
              <a:gd name="connsiteX20" fmla="*/ 948872 w 5741575"/>
              <a:gd name="connsiteY20" fmla="*/ 772201 h 955271"/>
              <a:gd name="connsiteX21" fmla="*/ 1127089 w 5741575"/>
              <a:gd name="connsiteY21" fmla="*/ 746926 h 955271"/>
              <a:gd name="connsiteX22" fmla="*/ 1226314 w 5741575"/>
              <a:gd name="connsiteY22" fmla="*/ 722473 h 955271"/>
              <a:gd name="connsiteX23" fmla="*/ 1278773 w 5741575"/>
              <a:gd name="connsiteY23" fmla="*/ 711503 h 955271"/>
              <a:gd name="connsiteX24" fmla="*/ 1317691 w 5741575"/>
              <a:gd name="connsiteY24" fmla="*/ 708529 h 955271"/>
              <a:gd name="connsiteX25" fmla="*/ 1360404 w 5741575"/>
              <a:gd name="connsiteY25" fmla="*/ 675922 h 955271"/>
              <a:gd name="connsiteX26" fmla="*/ 1412292 w 5741575"/>
              <a:gd name="connsiteY26" fmla="*/ 670793 h 955271"/>
              <a:gd name="connsiteX27" fmla="*/ 1494753 w 5741575"/>
              <a:gd name="connsiteY27" fmla="*/ 644686 h 955271"/>
              <a:gd name="connsiteX28" fmla="*/ 1616217 w 5741575"/>
              <a:gd name="connsiteY28" fmla="*/ 622107 h 955271"/>
              <a:gd name="connsiteX29" fmla="*/ 1710928 w 5741575"/>
              <a:gd name="connsiteY29" fmla="*/ 600666 h 955271"/>
              <a:gd name="connsiteX30" fmla="*/ 1743718 w 5741575"/>
              <a:gd name="connsiteY30" fmla="*/ 584327 h 955271"/>
              <a:gd name="connsiteX31" fmla="*/ 1873778 w 5741575"/>
              <a:gd name="connsiteY31" fmla="*/ 530130 h 955271"/>
              <a:gd name="connsiteX32" fmla="*/ 1988411 w 5741575"/>
              <a:gd name="connsiteY32" fmla="*/ 491599 h 955271"/>
              <a:gd name="connsiteX33" fmla="*/ 2085507 w 5741575"/>
              <a:gd name="connsiteY33" fmla="*/ 498527 h 955271"/>
              <a:gd name="connsiteX34" fmla="*/ 2090767 w 5741575"/>
              <a:gd name="connsiteY34" fmla="*/ 490616 h 955271"/>
              <a:gd name="connsiteX35" fmla="*/ 2151143 w 5741575"/>
              <a:gd name="connsiteY35" fmla="*/ 478332 h 955271"/>
              <a:gd name="connsiteX36" fmla="*/ 2378710 w 5741575"/>
              <a:gd name="connsiteY36" fmla="*/ 477570 h 955271"/>
              <a:gd name="connsiteX37" fmla="*/ 2496256 w 5741575"/>
              <a:gd name="connsiteY37" fmla="*/ 452396 h 955271"/>
              <a:gd name="connsiteX38" fmla="*/ 2535387 w 5741575"/>
              <a:gd name="connsiteY38" fmla="*/ 436645 h 955271"/>
              <a:gd name="connsiteX39" fmla="*/ 2601109 w 5741575"/>
              <a:gd name="connsiteY39" fmla="*/ 410678 h 955271"/>
              <a:gd name="connsiteX40" fmla="*/ 2643855 w 5741575"/>
              <a:gd name="connsiteY40" fmla="*/ 374482 h 955271"/>
              <a:gd name="connsiteX41" fmla="*/ 2657726 w 5741575"/>
              <a:gd name="connsiteY41" fmla="*/ 365841 h 955271"/>
              <a:gd name="connsiteX42" fmla="*/ 2687125 w 5741575"/>
              <a:gd name="connsiteY42" fmla="*/ 366820 h 955271"/>
              <a:gd name="connsiteX43" fmla="*/ 2697479 w 5741575"/>
              <a:gd name="connsiteY43" fmla="*/ 361430 h 955271"/>
              <a:gd name="connsiteX44" fmla="*/ 2701547 w 5741575"/>
              <a:gd name="connsiteY44" fmla="*/ 361545 h 955271"/>
              <a:gd name="connsiteX45" fmla="*/ 2711054 w 5741575"/>
              <a:gd name="connsiteY45" fmla="*/ 360597 h 955271"/>
              <a:gd name="connsiteX46" fmla="*/ 2777227 w 5741575"/>
              <a:gd name="connsiteY46" fmla="*/ 368972 h 955271"/>
              <a:gd name="connsiteX47" fmla="*/ 2779510 w 5741575"/>
              <a:gd name="connsiteY47" fmla="*/ 361652 h 955271"/>
              <a:gd name="connsiteX48" fmla="*/ 2885545 w 5741575"/>
              <a:gd name="connsiteY48" fmla="*/ 372818 h 955271"/>
              <a:gd name="connsiteX49" fmla="*/ 3009558 w 5741575"/>
              <a:gd name="connsiteY49" fmla="*/ 370573 h 955271"/>
              <a:gd name="connsiteX50" fmla="*/ 3095010 w 5741575"/>
              <a:gd name="connsiteY50" fmla="*/ 332454 h 955271"/>
              <a:gd name="connsiteX51" fmla="*/ 3103742 w 5741575"/>
              <a:gd name="connsiteY51" fmla="*/ 337974 h 955271"/>
              <a:gd name="connsiteX52" fmla="*/ 3165093 w 5741575"/>
              <a:gd name="connsiteY52" fmla="*/ 329459 h 955271"/>
              <a:gd name="connsiteX53" fmla="*/ 3373785 w 5741575"/>
              <a:gd name="connsiteY53" fmla="*/ 255680 h 955271"/>
              <a:gd name="connsiteX54" fmla="*/ 3493851 w 5741575"/>
              <a:gd name="connsiteY54" fmla="*/ 240255 h 955271"/>
              <a:gd name="connsiteX55" fmla="*/ 3537470 w 5741575"/>
              <a:gd name="connsiteY55" fmla="*/ 241867 h 955271"/>
              <a:gd name="connsiteX56" fmla="*/ 3610489 w 5741575"/>
              <a:gd name="connsiteY56" fmla="*/ 244128 h 955271"/>
              <a:gd name="connsiteX57" fmla="*/ 3667539 w 5741575"/>
              <a:gd name="connsiteY57" fmla="*/ 263271 h 955271"/>
              <a:gd name="connsiteX58" fmla="*/ 3727614 w 5741575"/>
              <a:gd name="connsiteY58" fmla="*/ 258245 h 955271"/>
              <a:gd name="connsiteX59" fmla="*/ 3738369 w 5741575"/>
              <a:gd name="connsiteY59" fmla="*/ 234506 h 955271"/>
              <a:gd name="connsiteX60" fmla="*/ 3803670 w 5741575"/>
              <a:gd name="connsiteY60" fmla="*/ 236457 h 955271"/>
              <a:gd name="connsiteX61" fmla="*/ 3903080 w 5741575"/>
              <a:gd name="connsiteY61" fmla="*/ 241890 h 955271"/>
              <a:gd name="connsiteX62" fmla="*/ 4114838 w 5741575"/>
              <a:gd name="connsiteY62" fmla="*/ 238165 h 955271"/>
              <a:gd name="connsiteX63" fmla="*/ 4271023 w 5741575"/>
              <a:gd name="connsiteY63" fmla="*/ 241959 h 955271"/>
              <a:gd name="connsiteX64" fmla="*/ 4367397 w 5741575"/>
              <a:gd name="connsiteY64" fmla="*/ 271442 h 955271"/>
              <a:gd name="connsiteX65" fmla="*/ 4495366 w 5741575"/>
              <a:gd name="connsiteY65" fmla="*/ 271618 h 955271"/>
              <a:gd name="connsiteX66" fmla="*/ 4517347 w 5741575"/>
              <a:gd name="connsiteY66" fmla="*/ 275639 h 955271"/>
              <a:gd name="connsiteX67" fmla="*/ 4546116 w 5741575"/>
              <a:gd name="connsiteY67" fmla="*/ 268568 h 955271"/>
              <a:gd name="connsiteX68" fmla="*/ 4661259 w 5741575"/>
              <a:gd name="connsiteY68" fmla="*/ 238966 h 955271"/>
              <a:gd name="connsiteX69" fmla="*/ 4750403 w 5741575"/>
              <a:gd name="connsiteY69" fmla="*/ 204364 h 955271"/>
              <a:gd name="connsiteX70" fmla="*/ 4867614 w 5741575"/>
              <a:gd name="connsiteY70" fmla="*/ 208668 h 955271"/>
              <a:gd name="connsiteX71" fmla="*/ 4937036 w 5741575"/>
              <a:gd name="connsiteY71" fmla="*/ 195446 h 955271"/>
              <a:gd name="connsiteX72" fmla="*/ 5047626 w 5741575"/>
              <a:gd name="connsiteY72" fmla="*/ 149604 h 955271"/>
              <a:gd name="connsiteX73" fmla="*/ 5200247 w 5741575"/>
              <a:gd name="connsiteY73" fmla="*/ 142695 h 955271"/>
              <a:gd name="connsiteX74" fmla="*/ 5235691 w 5741575"/>
              <a:gd name="connsiteY74" fmla="*/ 173330 h 955271"/>
              <a:gd name="connsiteX75" fmla="*/ 5280133 w 5741575"/>
              <a:gd name="connsiteY75" fmla="*/ 189342 h 955271"/>
              <a:gd name="connsiteX76" fmla="*/ 5291963 w 5741575"/>
              <a:gd name="connsiteY76" fmla="*/ 139446 h 955271"/>
              <a:gd name="connsiteX77" fmla="*/ 5418472 w 5741575"/>
              <a:gd name="connsiteY77" fmla="*/ 89163 h 955271"/>
              <a:gd name="connsiteX78" fmla="*/ 5482354 w 5741575"/>
              <a:gd name="connsiteY78" fmla="*/ 69470 h 955271"/>
              <a:gd name="connsiteX79" fmla="*/ 5583280 w 5741575"/>
              <a:gd name="connsiteY79" fmla="*/ 49787 h 955271"/>
              <a:gd name="connsiteX80" fmla="*/ 5613766 w 5741575"/>
              <a:gd name="connsiteY80" fmla="*/ 41855 h 955271"/>
              <a:gd name="connsiteX81" fmla="*/ 5684952 w 5741575"/>
              <a:gd name="connsiteY81" fmla="*/ 26088 h 955271"/>
              <a:gd name="connsiteX82" fmla="*/ 5741575 w 5741575"/>
              <a:gd name="connsiteY82" fmla="*/ 0 h 955271"/>
              <a:gd name="connsiteX0" fmla="*/ 5741575 w 5741575"/>
              <a:gd name="connsiteY0" fmla="*/ 0 h 955271"/>
              <a:gd name="connsiteX1" fmla="*/ 5741575 w 5741575"/>
              <a:gd name="connsiteY1" fmla="*/ 955271 h 955271"/>
              <a:gd name="connsiteX2" fmla="*/ 0 w 5741575"/>
              <a:gd name="connsiteY2" fmla="*/ 955271 h 955271"/>
              <a:gd name="connsiteX3" fmla="*/ 8558 w 5741575"/>
              <a:gd name="connsiteY3" fmla="*/ 953971 h 955271"/>
              <a:gd name="connsiteX4" fmla="*/ 16894 w 5741575"/>
              <a:gd name="connsiteY4" fmla="*/ 953847 h 955271"/>
              <a:gd name="connsiteX5" fmla="*/ 28156 w 5741575"/>
              <a:gd name="connsiteY5" fmla="*/ 951374 h 955271"/>
              <a:gd name="connsiteX6" fmla="*/ 28293 w 5741575"/>
              <a:gd name="connsiteY6" fmla="*/ 950971 h 955271"/>
              <a:gd name="connsiteX7" fmla="*/ 59229 w 5741575"/>
              <a:gd name="connsiteY7" fmla="*/ 903950 h 955271"/>
              <a:gd name="connsiteX8" fmla="*/ 148657 w 5741575"/>
              <a:gd name="connsiteY8" fmla="*/ 898134 h 955271"/>
              <a:gd name="connsiteX9" fmla="*/ 174554 w 5741575"/>
              <a:gd name="connsiteY9" fmla="*/ 886351 h 955271"/>
              <a:gd name="connsiteX10" fmla="*/ 187633 w 5741575"/>
              <a:gd name="connsiteY10" fmla="*/ 878226 h 955271"/>
              <a:gd name="connsiteX11" fmla="*/ 187961 w 5741575"/>
              <a:gd name="connsiteY11" fmla="*/ 876538 h 955271"/>
              <a:gd name="connsiteX12" fmla="*/ 240501 w 5741575"/>
              <a:gd name="connsiteY12" fmla="*/ 873150 h 955271"/>
              <a:gd name="connsiteX13" fmla="*/ 246345 w 5741575"/>
              <a:gd name="connsiteY13" fmla="*/ 869942 h 955271"/>
              <a:gd name="connsiteX14" fmla="*/ 306299 w 5741575"/>
              <a:gd name="connsiteY14" fmla="*/ 873609 h 955271"/>
              <a:gd name="connsiteX15" fmla="*/ 331571 w 5741575"/>
              <a:gd name="connsiteY15" fmla="*/ 869866 h 955271"/>
              <a:gd name="connsiteX16" fmla="*/ 384157 w 5741575"/>
              <a:gd name="connsiteY16" fmla="*/ 867971 h 955271"/>
              <a:gd name="connsiteX17" fmla="*/ 477637 w 5741575"/>
              <a:gd name="connsiteY17" fmla="*/ 870334 h 955271"/>
              <a:gd name="connsiteX18" fmla="*/ 570239 w 5741575"/>
              <a:gd name="connsiteY18" fmla="*/ 829596 h 955271"/>
              <a:gd name="connsiteX19" fmla="*/ 772070 w 5741575"/>
              <a:gd name="connsiteY19" fmla="*/ 820296 h 955271"/>
              <a:gd name="connsiteX20" fmla="*/ 948872 w 5741575"/>
              <a:gd name="connsiteY20" fmla="*/ 772201 h 955271"/>
              <a:gd name="connsiteX21" fmla="*/ 1127089 w 5741575"/>
              <a:gd name="connsiteY21" fmla="*/ 746926 h 955271"/>
              <a:gd name="connsiteX22" fmla="*/ 1226314 w 5741575"/>
              <a:gd name="connsiteY22" fmla="*/ 722473 h 955271"/>
              <a:gd name="connsiteX23" fmla="*/ 1278773 w 5741575"/>
              <a:gd name="connsiteY23" fmla="*/ 711503 h 955271"/>
              <a:gd name="connsiteX24" fmla="*/ 1317691 w 5741575"/>
              <a:gd name="connsiteY24" fmla="*/ 708529 h 955271"/>
              <a:gd name="connsiteX25" fmla="*/ 1360404 w 5741575"/>
              <a:gd name="connsiteY25" fmla="*/ 675922 h 955271"/>
              <a:gd name="connsiteX26" fmla="*/ 1412292 w 5741575"/>
              <a:gd name="connsiteY26" fmla="*/ 670793 h 955271"/>
              <a:gd name="connsiteX27" fmla="*/ 1494753 w 5741575"/>
              <a:gd name="connsiteY27" fmla="*/ 644686 h 955271"/>
              <a:gd name="connsiteX28" fmla="*/ 1616217 w 5741575"/>
              <a:gd name="connsiteY28" fmla="*/ 622107 h 955271"/>
              <a:gd name="connsiteX29" fmla="*/ 1710928 w 5741575"/>
              <a:gd name="connsiteY29" fmla="*/ 600666 h 955271"/>
              <a:gd name="connsiteX30" fmla="*/ 1743718 w 5741575"/>
              <a:gd name="connsiteY30" fmla="*/ 584327 h 955271"/>
              <a:gd name="connsiteX31" fmla="*/ 1873778 w 5741575"/>
              <a:gd name="connsiteY31" fmla="*/ 530130 h 955271"/>
              <a:gd name="connsiteX32" fmla="*/ 1988411 w 5741575"/>
              <a:gd name="connsiteY32" fmla="*/ 491599 h 955271"/>
              <a:gd name="connsiteX33" fmla="*/ 2085507 w 5741575"/>
              <a:gd name="connsiteY33" fmla="*/ 498527 h 955271"/>
              <a:gd name="connsiteX34" fmla="*/ 2090767 w 5741575"/>
              <a:gd name="connsiteY34" fmla="*/ 490616 h 955271"/>
              <a:gd name="connsiteX35" fmla="*/ 2151143 w 5741575"/>
              <a:gd name="connsiteY35" fmla="*/ 478332 h 955271"/>
              <a:gd name="connsiteX36" fmla="*/ 2378710 w 5741575"/>
              <a:gd name="connsiteY36" fmla="*/ 477570 h 955271"/>
              <a:gd name="connsiteX37" fmla="*/ 2496256 w 5741575"/>
              <a:gd name="connsiteY37" fmla="*/ 452396 h 955271"/>
              <a:gd name="connsiteX38" fmla="*/ 2535387 w 5741575"/>
              <a:gd name="connsiteY38" fmla="*/ 436645 h 955271"/>
              <a:gd name="connsiteX39" fmla="*/ 2601109 w 5741575"/>
              <a:gd name="connsiteY39" fmla="*/ 410678 h 955271"/>
              <a:gd name="connsiteX40" fmla="*/ 2643855 w 5741575"/>
              <a:gd name="connsiteY40" fmla="*/ 374482 h 955271"/>
              <a:gd name="connsiteX41" fmla="*/ 2657726 w 5741575"/>
              <a:gd name="connsiteY41" fmla="*/ 365841 h 955271"/>
              <a:gd name="connsiteX42" fmla="*/ 2687125 w 5741575"/>
              <a:gd name="connsiteY42" fmla="*/ 366820 h 955271"/>
              <a:gd name="connsiteX43" fmla="*/ 2697479 w 5741575"/>
              <a:gd name="connsiteY43" fmla="*/ 361430 h 955271"/>
              <a:gd name="connsiteX44" fmla="*/ 2701547 w 5741575"/>
              <a:gd name="connsiteY44" fmla="*/ 361545 h 955271"/>
              <a:gd name="connsiteX45" fmla="*/ 2711054 w 5741575"/>
              <a:gd name="connsiteY45" fmla="*/ 360597 h 955271"/>
              <a:gd name="connsiteX46" fmla="*/ 2777227 w 5741575"/>
              <a:gd name="connsiteY46" fmla="*/ 368972 h 955271"/>
              <a:gd name="connsiteX47" fmla="*/ 2824768 w 5741575"/>
              <a:gd name="connsiteY47" fmla="*/ 361652 h 955271"/>
              <a:gd name="connsiteX48" fmla="*/ 2885545 w 5741575"/>
              <a:gd name="connsiteY48" fmla="*/ 372818 h 955271"/>
              <a:gd name="connsiteX49" fmla="*/ 3009558 w 5741575"/>
              <a:gd name="connsiteY49" fmla="*/ 370573 h 955271"/>
              <a:gd name="connsiteX50" fmla="*/ 3095010 w 5741575"/>
              <a:gd name="connsiteY50" fmla="*/ 332454 h 955271"/>
              <a:gd name="connsiteX51" fmla="*/ 3103742 w 5741575"/>
              <a:gd name="connsiteY51" fmla="*/ 337974 h 955271"/>
              <a:gd name="connsiteX52" fmla="*/ 3165093 w 5741575"/>
              <a:gd name="connsiteY52" fmla="*/ 329459 h 955271"/>
              <a:gd name="connsiteX53" fmla="*/ 3373785 w 5741575"/>
              <a:gd name="connsiteY53" fmla="*/ 255680 h 955271"/>
              <a:gd name="connsiteX54" fmla="*/ 3493851 w 5741575"/>
              <a:gd name="connsiteY54" fmla="*/ 240255 h 955271"/>
              <a:gd name="connsiteX55" fmla="*/ 3537470 w 5741575"/>
              <a:gd name="connsiteY55" fmla="*/ 241867 h 955271"/>
              <a:gd name="connsiteX56" fmla="*/ 3610489 w 5741575"/>
              <a:gd name="connsiteY56" fmla="*/ 244128 h 955271"/>
              <a:gd name="connsiteX57" fmla="*/ 3667539 w 5741575"/>
              <a:gd name="connsiteY57" fmla="*/ 263271 h 955271"/>
              <a:gd name="connsiteX58" fmla="*/ 3727614 w 5741575"/>
              <a:gd name="connsiteY58" fmla="*/ 258245 h 955271"/>
              <a:gd name="connsiteX59" fmla="*/ 3738369 w 5741575"/>
              <a:gd name="connsiteY59" fmla="*/ 234506 h 955271"/>
              <a:gd name="connsiteX60" fmla="*/ 3803670 w 5741575"/>
              <a:gd name="connsiteY60" fmla="*/ 236457 h 955271"/>
              <a:gd name="connsiteX61" fmla="*/ 3903080 w 5741575"/>
              <a:gd name="connsiteY61" fmla="*/ 241890 h 955271"/>
              <a:gd name="connsiteX62" fmla="*/ 4114838 w 5741575"/>
              <a:gd name="connsiteY62" fmla="*/ 238165 h 955271"/>
              <a:gd name="connsiteX63" fmla="*/ 4271023 w 5741575"/>
              <a:gd name="connsiteY63" fmla="*/ 241959 h 955271"/>
              <a:gd name="connsiteX64" fmla="*/ 4367397 w 5741575"/>
              <a:gd name="connsiteY64" fmla="*/ 271442 h 955271"/>
              <a:gd name="connsiteX65" fmla="*/ 4495366 w 5741575"/>
              <a:gd name="connsiteY65" fmla="*/ 271618 h 955271"/>
              <a:gd name="connsiteX66" fmla="*/ 4517347 w 5741575"/>
              <a:gd name="connsiteY66" fmla="*/ 275639 h 955271"/>
              <a:gd name="connsiteX67" fmla="*/ 4546116 w 5741575"/>
              <a:gd name="connsiteY67" fmla="*/ 268568 h 955271"/>
              <a:gd name="connsiteX68" fmla="*/ 4661259 w 5741575"/>
              <a:gd name="connsiteY68" fmla="*/ 238966 h 955271"/>
              <a:gd name="connsiteX69" fmla="*/ 4750403 w 5741575"/>
              <a:gd name="connsiteY69" fmla="*/ 204364 h 955271"/>
              <a:gd name="connsiteX70" fmla="*/ 4867614 w 5741575"/>
              <a:gd name="connsiteY70" fmla="*/ 208668 h 955271"/>
              <a:gd name="connsiteX71" fmla="*/ 4937036 w 5741575"/>
              <a:gd name="connsiteY71" fmla="*/ 195446 h 955271"/>
              <a:gd name="connsiteX72" fmla="*/ 5047626 w 5741575"/>
              <a:gd name="connsiteY72" fmla="*/ 149604 h 955271"/>
              <a:gd name="connsiteX73" fmla="*/ 5200247 w 5741575"/>
              <a:gd name="connsiteY73" fmla="*/ 142695 h 955271"/>
              <a:gd name="connsiteX74" fmla="*/ 5235691 w 5741575"/>
              <a:gd name="connsiteY74" fmla="*/ 173330 h 955271"/>
              <a:gd name="connsiteX75" fmla="*/ 5280133 w 5741575"/>
              <a:gd name="connsiteY75" fmla="*/ 189342 h 955271"/>
              <a:gd name="connsiteX76" fmla="*/ 5291963 w 5741575"/>
              <a:gd name="connsiteY76" fmla="*/ 139446 h 955271"/>
              <a:gd name="connsiteX77" fmla="*/ 5418472 w 5741575"/>
              <a:gd name="connsiteY77" fmla="*/ 89163 h 955271"/>
              <a:gd name="connsiteX78" fmla="*/ 5482354 w 5741575"/>
              <a:gd name="connsiteY78" fmla="*/ 69470 h 955271"/>
              <a:gd name="connsiteX79" fmla="*/ 5583280 w 5741575"/>
              <a:gd name="connsiteY79" fmla="*/ 49787 h 955271"/>
              <a:gd name="connsiteX80" fmla="*/ 5613766 w 5741575"/>
              <a:gd name="connsiteY80" fmla="*/ 41855 h 955271"/>
              <a:gd name="connsiteX81" fmla="*/ 5684952 w 5741575"/>
              <a:gd name="connsiteY81" fmla="*/ 26088 h 955271"/>
              <a:gd name="connsiteX82" fmla="*/ 5741575 w 5741575"/>
              <a:gd name="connsiteY82" fmla="*/ 0 h 955271"/>
              <a:gd name="connsiteX0" fmla="*/ 5741575 w 5741575"/>
              <a:gd name="connsiteY0" fmla="*/ 0 h 955271"/>
              <a:gd name="connsiteX1" fmla="*/ 5741575 w 5741575"/>
              <a:gd name="connsiteY1" fmla="*/ 955271 h 955271"/>
              <a:gd name="connsiteX2" fmla="*/ 0 w 5741575"/>
              <a:gd name="connsiteY2" fmla="*/ 955271 h 955271"/>
              <a:gd name="connsiteX3" fmla="*/ 8558 w 5741575"/>
              <a:gd name="connsiteY3" fmla="*/ 953971 h 955271"/>
              <a:gd name="connsiteX4" fmla="*/ 16894 w 5741575"/>
              <a:gd name="connsiteY4" fmla="*/ 953847 h 955271"/>
              <a:gd name="connsiteX5" fmla="*/ 28156 w 5741575"/>
              <a:gd name="connsiteY5" fmla="*/ 951374 h 955271"/>
              <a:gd name="connsiteX6" fmla="*/ 28293 w 5741575"/>
              <a:gd name="connsiteY6" fmla="*/ 950971 h 955271"/>
              <a:gd name="connsiteX7" fmla="*/ 59229 w 5741575"/>
              <a:gd name="connsiteY7" fmla="*/ 903950 h 955271"/>
              <a:gd name="connsiteX8" fmla="*/ 148657 w 5741575"/>
              <a:gd name="connsiteY8" fmla="*/ 898134 h 955271"/>
              <a:gd name="connsiteX9" fmla="*/ 174554 w 5741575"/>
              <a:gd name="connsiteY9" fmla="*/ 886351 h 955271"/>
              <a:gd name="connsiteX10" fmla="*/ 187633 w 5741575"/>
              <a:gd name="connsiteY10" fmla="*/ 878226 h 955271"/>
              <a:gd name="connsiteX11" fmla="*/ 187961 w 5741575"/>
              <a:gd name="connsiteY11" fmla="*/ 876538 h 955271"/>
              <a:gd name="connsiteX12" fmla="*/ 240501 w 5741575"/>
              <a:gd name="connsiteY12" fmla="*/ 873150 h 955271"/>
              <a:gd name="connsiteX13" fmla="*/ 246345 w 5741575"/>
              <a:gd name="connsiteY13" fmla="*/ 869942 h 955271"/>
              <a:gd name="connsiteX14" fmla="*/ 306299 w 5741575"/>
              <a:gd name="connsiteY14" fmla="*/ 873609 h 955271"/>
              <a:gd name="connsiteX15" fmla="*/ 331571 w 5741575"/>
              <a:gd name="connsiteY15" fmla="*/ 869866 h 955271"/>
              <a:gd name="connsiteX16" fmla="*/ 384157 w 5741575"/>
              <a:gd name="connsiteY16" fmla="*/ 867971 h 955271"/>
              <a:gd name="connsiteX17" fmla="*/ 477637 w 5741575"/>
              <a:gd name="connsiteY17" fmla="*/ 870334 h 955271"/>
              <a:gd name="connsiteX18" fmla="*/ 570239 w 5741575"/>
              <a:gd name="connsiteY18" fmla="*/ 829596 h 955271"/>
              <a:gd name="connsiteX19" fmla="*/ 772070 w 5741575"/>
              <a:gd name="connsiteY19" fmla="*/ 820296 h 955271"/>
              <a:gd name="connsiteX20" fmla="*/ 948872 w 5741575"/>
              <a:gd name="connsiteY20" fmla="*/ 772201 h 955271"/>
              <a:gd name="connsiteX21" fmla="*/ 1127089 w 5741575"/>
              <a:gd name="connsiteY21" fmla="*/ 746926 h 955271"/>
              <a:gd name="connsiteX22" fmla="*/ 1226314 w 5741575"/>
              <a:gd name="connsiteY22" fmla="*/ 722473 h 955271"/>
              <a:gd name="connsiteX23" fmla="*/ 1278773 w 5741575"/>
              <a:gd name="connsiteY23" fmla="*/ 711503 h 955271"/>
              <a:gd name="connsiteX24" fmla="*/ 1317691 w 5741575"/>
              <a:gd name="connsiteY24" fmla="*/ 708529 h 955271"/>
              <a:gd name="connsiteX25" fmla="*/ 1360404 w 5741575"/>
              <a:gd name="connsiteY25" fmla="*/ 675922 h 955271"/>
              <a:gd name="connsiteX26" fmla="*/ 1412292 w 5741575"/>
              <a:gd name="connsiteY26" fmla="*/ 670793 h 955271"/>
              <a:gd name="connsiteX27" fmla="*/ 1494753 w 5741575"/>
              <a:gd name="connsiteY27" fmla="*/ 644686 h 955271"/>
              <a:gd name="connsiteX28" fmla="*/ 1616217 w 5741575"/>
              <a:gd name="connsiteY28" fmla="*/ 622107 h 955271"/>
              <a:gd name="connsiteX29" fmla="*/ 1710928 w 5741575"/>
              <a:gd name="connsiteY29" fmla="*/ 600666 h 955271"/>
              <a:gd name="connsiteX30" fmla="*/ 1743718 w 5741575"/>
              <a:gd name="connsiteY30" fmla="*/ 584327 h 955271"/>
              <a:gd name="connsiteX31" fmla="*/ 1873778 w 5741575"/>
              <a:gd name="connsiteY31" fmla="*/ 530130 h 955271"/>
              <a:gd name="connsiteX32" fmla="*/ 1988411 w 5741575"/>
              <a:gd name="connsiteY32" fmla="*/ 491599 h 955271"/>
              <a:gd name="connsiteX33" fmla="*/ 2085507 w 5741575"/>
              <a:gd name="connsiteY33" fmla="*/ 498527 h 955271"/>
              <a:gd name="connsiteX34" fmla="*/ 2090767 w 5741575"/>
              <a:gd name="connsiteY34" fmla="*/ 490616 h 955271"/>
              <a:gd name="connsiteX35" fmla="*/ 2151143 w 5741575"/>
              <a:gd name="connsiteY35" fmla="*/ 478332 h 955271"/>
              <a:gd name="connsiteX36" fmla="*/ 2378710 w 5741575"/>
              <a:gd name="connsiteY36" fmla="*/ 477570 h 955271"/>
              <a:gd name="connsiteX37" fmla="*/ 2496256 w 5741575"/>
              <a:gd name="connsiteY37" fmla="*/ 452396 h 955271"/>
              <a:gd name="connsiteX38" fmla="*/ 2535387 w 5741575"/>
              <a:gd name="connsiteY38" fmla="*/ 436645 h 955271"/>
              <a:gd name="connsiteX39" fmla="*/ 2601109 w 5741575"/>
              <a:gd name="connsiteY39" fmla="*/ 410678 h 955271"/>
              <a:gd name="connsiteX40" fmla="*/ 2643855 w 5741575"/>
              <a:gd name="connsiteY40" fmla="*/ 374482 h 955271"/>
              <a:gd name="connsiteX41" fmla="*/ 2657726 w 5741575"/>
              <a:gd name="connsiteY41" fmla="*/ 365841 h 955271"/>
              <a:gd name="connsiteX42" fmla="*/ 2687125 w 5741575"/>
              <a:gd name="connsiteY42" fmla="*/ 366820 h 955271"/>
              <a:gd name="connsiteX43" fmla="*/ 2697479 w 5741575"/>
              <a:gd name="connsiteY43" fmla="*/ 361430 h 955271"/>
              <a:gd name="connsiteX44" fmla="*/ 2701547 w 5741575"/>
              <a:gd name="connsiteY44" fmla="*/ 361545 h 955271"/>
              <a:gd name="connsiteX45" fmla="*/ 2777227 w 5741575"/>
              <a:gd name="connsiteY45" fmla="*/ 368972 h 955271"/>
              <a:gd name="connsiteX46" fmla="*/ 2824768 w 5741575"/>
              <a:gd name="connsiteY46" fmla="*/ 361652 h 955271"/>
              <a:gd name="connsiteX47" fmla="*/ 2885545 w 5741575"/>
              <a:gd name="connsiteY47" fmla="*/ 372818 h 955271"/>
              <a:gd name="connsiteX48" fmla="*/ 3009558 w 5741575"/>
              <a:gd name="connsiteY48" fmla="*/ 370573 h 955271"/>
              <a:gd name="connsiteX49" fmla="*/ 3095010 w 5741575"/>
              <a:gd name="connsiteY49" fmla="*/ 332454 h 955271"/>
              <a:gd name="connsiteX50" fmla="*/ 3103742 w 5741575"/>
              <a:gd name="connsiteY50" fmla="*/ 337974 h 955271"/>
              <a:gd name="connsiteX51" fmla="*/ 3165093 w 5741575"/>
              <a:gd name="connsiteY51" fmla="*/ 329459 h 955271"/>
              <a:gd name="connsiteX52" fmla="*/ 3373785 w 5741575"/>
              <a:gd name="connsiteY52" fmla="*/ 255680 h 955271"/>
              <a:gd name="connsiteX53" fmla="*/ 3493851 w 5741575"/>
              <a:gd name="connsiteY53" fmla="*/ 240255 h 955271"/>
              <a:gd name="connsiteX54" fmla="*/ 3537470 w 5741575"/>
              <a:gd name="connsiteY54" fmla="*/ 241867 h 955271"/>
              <a:gd name="connsiteX55" fmla="*/ 3610489 w 5741575"/>
              <a:gd name="connsiteY55" fmla="*/ 244128 h 955271"/>
              <a:gd name="connsiteX56" fmla="*/ 3667539 w 5741575"/>
              <a:gd name="connsiteY56" fmla="*/ 263271 h 955271"/>
              <a:gd name="connsiteX57" fmla="*/ 3727614 w 5741575"/>
              <a:gd name="connsiteY57" fmla="*/ 258245 h 955271"/>
              <a:gd name="connsiteX58" fmla="*/ 3738369 w 5741575"/>
              <a:gd name="connsiteY58" fmla="*/ 234506 h 955271"/>
              <a:gd name="connsiteX59" fmla="*/ 3803670 w 5741575"/>
              <a:gd name="connsiteY59" fmla="*/ 236457 h 955271"/>
              <a:gd name="connsiteX60" fmla="*/ 3903080 w 5741575"/>
              <a:gd name="connsiteY60" fmla="*/ 241890 h 955271"/>
              <a:gd name="connsiteX61" fmla="*/ 4114838 w 5741575"/>
              <a:gd name="connsiteY61" fmla="*/ 238165 h 955271"/>
              <a:gd name="connsiteX62" fmla="*/ 4271023 w 5741575"/>
              <a:gd name="connsiteY62" fmla="*/ 241959 h 955271"/>
              <a:gd name="connsiteX63" fmla="*/ 4367397 w 5741575"/>
              <a:gd name="connsiteY63" fmla="*/ 271442 h 955271"/>
              <a:gd name="connsiteX64" fmla="*/ 4495366 w 5741575"/>
              <a:gd name="connsiteY64" fmla="*/ 271618 h 955271"/>
              <a:gd name="connsiteX65" fmla="*/ 4517347 w 5741575"/>
              <a:gd name="connsiteY65" fmla="*/ 275639 h 955271"/>
              <a:gd name="connsiteX66" fmla="*/ 4546116 w 5741575"/>
              <a:gd name="connsiteY66" fmla="*/ 268568 h 955271"/>
              <a:gd name="connsiteX67" fmla="*/ 4661259 w 5741575"/>
              <a:gd name="connsiteY67" fmla="*/ 238966 h 955271"/>
              <a:gd name="connsiteX68" fmla="*/ 4750403 w 5741575"/>
              <a:gd name="connsiteY68" fmla="*/ 204364 h 955271"/>
              <a:gd name="connsiteX69" fmla="*/ 4867614 w 5741575"/>
              <a:gd name="connsiteY69" fmla="*/ 208668 h 955271"/>
              <a:gd name="connsiteX70" fmla="*/ 4937036 w 5741575"/>
              <a:gd name="connsiteY70" fmla="*/ 195446 h 955271"/>
              <a:gd name="connsiteX71" fmla="*/ 5047626 w 5741575"/>
              <a:gd name="connsiteY71" fmla="*/ 149604 h 955271"/>
              <a:gd name="connsiteX72" fmla="*/ 5200247 w 5741575"/>
              <a:gd name="connsiteY72" fmla="*/ 142695 h 955271"/>
              <a:gd name="connsiteX73" fmla="*/ 5235691 w 5741575"/>
              <a:gd name="connsiteY73" fmla="*/ 173330 h 955271"/>
              <a:gd name="connsiteX74" fmla="*/ 5280133 w 5741575"/>
              <a:gd name="connsiteY74" fmla="*/ 189342 h 955271"/>
              <a:gd name="connsiteX75" fmla="*/ 5291963 w 5741575"/>
              <a:gd name="connsiteY75" fmla="*/ 139446 h 955271"/>
              <a:gd name="connsiteX76" fmla="*/ 5418472 w 5741575"/>
              <a:gd name="connsiteY76" fmla="*/ 89163 h 955271"/>
              <a:gd name="connsiteX77" fmla="*/ 5482354 w 5741575"/>
              <a:gd name="connsiteY77" fmla="*/ 69470 h 955271"/>
              <a:gd name="connsiteX78" fmla="*/ 5583280 w 5741575"/>
              <a:gd name="connsiteY78" fmla="*/ 49787 h 955271"/>
              <a:gd name="connsiteX79" fmla="*/ 5613766 w 5741575"/>
              <a:gd name="connsiteY79" fmla="*/ 41855 h 955271"/>
              <a:gd name="connsiteX80" fmla="*/ 5684952 w 5741575"/>
              <a:gd name="connsiteY80" fmla="*/ 26088 h 955271"/>
              <a:gd name="connsiteX81" fmla="*/ 5741575 w 5741575"/>
              <a:gd name="connsiteY81" fmla="*/ 0 h 955271"/>
              <a:gd name="connsiteX0" fmla="*/ 5741575 w 5741575"/>
              <a:gd name="connsiteY0" fmla="*/ 0 h 955271"/>
              <a:gd name="connsiteX1" fmla="*/ 5741575 w 5741575"/>
              <a:gd name="connsiteY1" fmla="*/ 955271 h 955271"/>
              <a:gd name="connsiteX2" fmla="*/ 0 w 5741575"/>
              <a:gd name="connsiteY2" fmla="*/ 955271 h 955271"/>
              <a:gd name="connsiteX3" fmla="*/ 8558 w 5741575"/>
              <a:gd name="connsiteY3" fmla="*/ 953971 h 955271"/>
              <a:gd name="connsiteX4" fmla="*/ 16894 w 5741575"/>
              <a:gd name="connsiteY4" fmla="*/ 953847 h 955271"/>
              <a:gd name="connsiteX5" fmla="*/ 28156 w 5741575"/>
              <a:gd name="connsiteY5" fmla="*/ 951374 h 955271"/>
              <a:gd name="connsiteX6" fmla="*/ 28293 w 5741575"/>
              <a:gd name="connsiteY6" fmla="*/ 950971 h 955271"/>
              <a:gd name="connsiteX7" fmla="*/ 59229 w 5741575"/>
              <a:gd name="connsiteY7" fmla="*/ 903950 h 955271"/>
              <a:gd name="connsiteX8" fmla="*/ 148657 w 5741575"/>
              <a:gd name="connsiteY8" fmla="*/ 898134 h 955271"/>
              <a:gd name="connsiteX9" fmla="*/ 174554 w 5741575"/>
              <a:gd name="connsiteY9" fmla="*/ 886351 h 955271"/>
              <a:gd name="connsiteX10" fmla="*/ 187633 w 5741575"/>
              <a:gd name="connsiteY10" fmla="*/ 878226 h 955271"/>
              <a:gd name="connsiteX11" fmla="*/ 187961 w 5741575"/>
              <a:gd name="connsiteY11" fmla="*/ 876538 h 955271"/>
              <a:gd name="connsiteX12" fmla="*/ 240501 w 5741575"/>
              <a:gd name="connsiteY12" fmla="*/ 873150 h 955271"/>
              <a:gd name="connsiteX13" fmla="*/ 246345 w 5741575"/>
              <a:gd name="connsiteY13" fmla="*/ 869942 h 955271"/>
              <a:gd name="connsiteX14" fmla="*/ 306299 w 5741575"/>
              <a:gd name="connsiteY14" fmla="*/ 873609 h 955271"/>
              <a:gd name="connsiteX15" fmla="*/ 331571 w 5741575"/>
              <a:gd name="connsiteY15" fmla="*/ 869866 h 955271"/>
              <a:gd name="connsiteX16" fmla="*/ 384157 w 5741575"/>
              <a:gd name="connsiteY16" fmla="*/ 867971 h 955271"/>
              <a:gd name="connsiteX17" fmla="*/ 477637 w 5741575"/>
              <a:gd name="connsiteY17" fmla="*/ 870334 h 955271"/>
              <a:gd name="connsiteX18" fmla="*/ 570239 w 5741575"/>
              <a:gd name="connsiteY18" fmla="*/ 829596 h 955271"/>
              <a:gd name="connsiteX19" fmla="*/ 772070 w 5741575"/>
              <a:gd name="connsiteY19" fmla="*/ 820296 h 955271"/>
              <a:gd name="connsiteX20" fmla="*/ 948872 w 5741575"/>
              <a:gd name="connsiteY20" fmla="*/ 772201 h 955271"/>
              <a:gd name="connsiteX21" fmla="*/ 1127089 w 5741575"/>
              <a:gd name="connsiteY21" fmla="*/ 746926 h 955271"/>
              <a:gd name="connsiteX22" fmla="*/ 1226314 w 5741575"/>
              <a:gd name="connsiteY22" fmla="*/ 722473 h 955271"/>
              <a:gd name="connsiteX23" fmla="*/ 1278773 w 5741575"/>
              <a:gd name="connsiteY23" fmla="*/ 711503 h 955271"/>
              <a:gd name="connsiteX24" fmla="*/ 1317691 w 5741575"/>
              <a:gd name="connsiteY24" fmla="*/ 708529 h 955271"/>
              <a:gd name="connsiteX25" fmla="*/ 1360404 w 5741575"/>
              <a:gd name="connsiteY25" fmla="*/ 675922 h 955271"/>
              <a:gd name="connsiteX26" fmla="*/ 1412292 w 5741575"/>
              <a:gd name="connsiteY26" fmla="*/ 670793 h 955271"/>
              <a:gd name="connsiteX27" fmla="*/ 1494753 w 5741575"/>
              <a:gd name="connsiteY27" fmla="*/ 644686 h 955271"/>
              <a:gd name="connsiteX28" fmla="*/ 1616217 w 5741575"/>
              <a:gd name="connsiteY28" fmla="*/ 622107 h 955271"/>
              <a:gd name="connsiteX29" fmla="*/ 1710928 w 5741575"/>
              <a:gd name="connsiteY29" fmla="*/ 600666 h 955271"/>
              <a:gd name="connsiteX30" fmla="*/ 1743718 w 5741575"/>
              <a:gd name="connsiteY30" fmla="*/ 584327 h 955271"/>
              <a:gd name="connsiteX31" fmla="*/ 1873778 w 5741575"/>
              <a:gd name="connsiteY31" fmla="*/ 530130 h 955271"/>
              <a:gd name="connsiteX32" fmla="*/ 1988411 w 5741575"/>
              <a:gd name="connsiteY32" fmla="*/ 491599 h 955271"/>
              <a:gd name="connsiteX33" fmla="*/ 2085507 w 5741575"/>
              <a:gd name="connsiteY33" fmla="*/ 498527 h 955271"/>
              <a:gd name="connsiteX34" fmla="*/ 2090767 w 5741575"/>
              <a:gd name="connsiteY34" fmla="*/ 490616 h 955271"/>
              <a:gd name="connsiteX35" fmla="*/ 2151143 w 5741575"/>
              <a:gd name="connsiteY35" fmla="*/ 478332 h 955271"/>
              <a:gd name="connsiteX36" fmla="*/ 2378710 w 5741575"/>
              <a:gd name="connsiteY36" fmla="*/ 477570 h 955271"/>
              <a:gd name="connsiteX37" fmla="*/ 2496256 w 5741575"/>
              <a:gd name="connsiteY37" fmla="*/ 452396 h 955271"/>
              <a:gd name="connsiteX38" fmla="*/ 2535387 w 5741575"/>
              <a:gd name="connsiteY38" fmla="*/ 436645 h 955271"/>
              <a:gd name="connsiteX39" fmla="*/ 2601109 w 5741575"/>
              <a:gd name="connsiteY39" fmla="*/ 410678 h 955271"/>
              <a:gd name="connsiteX40" fmla="*/ 2643855 w 5741575"/>
              <a:gd name="connsiteY40" fmla="*/ 374482 h 955271"/>
              <a:gd name="connsiteX41" fmla="*/ 2657726 w 5741575"/>
              <a:gd name="connsiteY41" fmla="*/ 365841 h 955271"/>
              <a:gd name="connsiteX42" fmla="*/ 2687125 w 5741575"/>
              <a:gd name="connsiteY42" fmla="*/ 366820 h 955271"/>
              <a:gd name="connsiteX43" fmla="*/ 2697479 w 5741575"/>
              <a:gd name="connsiteY43" fmla="*/ 361430 h 955271"/>
              <a:gd name="connsiteX44" fmla="*/ 2731718 w 5741575"/>
              <a:gd name="connsiteY44" fmla="*/ 361545 h 955271"/>
              <a:gd name="connsiteX45" fmla="*/ 2777227 w 5741575"/>
              <a:gd name="connsiteY45" fmla="*/ 368972 h 955271"/>
              <a:gd name="connsiteX46" fmla="*/ 2824768 w 5741575"/>
              <a:gd name="connsiteY46" fmla="*/ 361652 h 955271"/>
              <a:gd name="connsiteX47" fmla="*/ 2885545 w 5741575"/>
              <a:gd name="connsiteY47" fmla="*/ 372818 h 955271"/>
              <a:gd name="connsiteX48" fmla="*/ 3009558 w 5741575"/>
              <a:gd name="connsiteY48" fmla="*/ 370573 h 955271"/>
              <a:gd name="connsiteX49" fmla="*/ 3095010 w 5741575"/>
              <a:gd name="connsiteY49" fmla="*/ 332454 h 955271"/>
              <a:gd name="connsiteX50" fmla="*/ 3103742 w 5741575"/>
              <a:gd name="connsiteY50" fmla="*/ 337974 h 955271"/>
              <a:gd name="connsiteX51" fmla="*/ 3165093 w 5741575"/>
              <a:gd name="connsiteY51" fmla="*/ 329459 h 955271"/>
              <a:gd name="connsiteX52" fmla="*/ 3373785 w 5741575"/>
              <a:gd name="connsiteY52" fmla="*/ 255680 h 955271"/>
              <a:gd name="connsiteX53" fmla="*/ 3493851 w 5741575"/>
              <a:gd name="connsiteY53" fmla="*/ 240255 h 955271"/>
              <a:gd name="connsiteX54" fmla="*/ 3537470 w 5741575"/>
              <a:gd name="connsiteY54" fmla="*/ 241867 h 955271"/>
              <a:gd name="connsiteX55" fmla="*/ 3610489 w 5741575"/>
              <a:gd name="connsiteY55" fmla="*/ 244128 h 955271"/>
              <a:gd name="connsiteX56" fmla="*/ 3667539 w 5741575"/>
              <a:gd name="connsiteY56" fmla="*/ 263271 h 955271"/>
              <a:gd name="connsiteX57" fmla="*/ 3727614 w 5741575"/>
              <a:gd name="connsiteY57" fmla="*/ 258245 h 955271"/>
              <a:gd name="connsiteX58" fmla="*/ 3738369 w 5741575"/>
              <a:gd name="connsiteY58" fmla="*/ 234506 h 955271"/>
              <a:gd name="connsiteX59" fmla="*/ 3803670 w 5741575"/>
              <a:gd name="connsiteY59" fmla="*/ 236457 h 955271"/>
              <a:gd name="connsiteX60" fmla="*/ 3903080 w 5741575"/>
              <a:gd name="connsiteY60" fmla="*/ 241890 h 955271"/>
              <a:gd name="connsiteX61" fmla="*/ 4114838 w 5741575"/>
              <a:gd name="connsiteY61" fmla="*/ 238165 h 955271"/>
              <a:gd name="connsiteX62" fmla="*/ 4271023 w 5741575"/>
              <a:gd name="connsiteY62" fmla="*/ 241959 h 955271"/>
              <a:gd name="connsiteX63" fmla="*/ 4367397 w 5741575"/>
              <a:gd name="connsiteY63" fmla="*/ 271442 h 955271"/>
              <a:gd name="connsiteX64" fmla="*/ 4495366 w 5741575"/>
              <a:gd name="connsiteY64" fmla="*/ 271618 h 955271"/>
              <a:gd name="connsiteX65" fmla="*/ 4517347 w 5741575"/>
              <a:gd name="connsiteY65" fmla="*/ 275639 h 955271"/>
              <a:gd name="connsiteX66" fmla="*/ 4546116 w 5741575"/>
              <a:gd name="connsiteY66" fmla="*/ 268568 h 955271"/>
              <a:gd name="connsiteX67" fmla="*/ 4661259 w 5741575"/>
              <a:gd name="connsiteY67" fmla="*/ 238966 h 955271"/>
              <a:gd name="connsiteX68" fmla="*/ 4750403 w 5741575"/>
              <a:gd name="connsiteY68" fmla="*/ 204364 h 955271"/>
              <a:gd name="connsiteX69" fmla="*/ 4867614 w 5741575"/>
              <a:gd name="connsiteY69" fmla="*/ 208668 h 955271"/>
              <a:gd name="connsiteX70" fmla="*/ 4937036 w 5741575"/>
              <a:gd name="connsiteY70" fmla="*/ 195446 h 955271"/>
              <a:gd name="connsiteX71" fmla="*/ 5047626 w 5741575"/>
              <a:gd name="connsiteY71" fmla="*/ 149604 h 955271"/>
              <a:gd name="connsiteX72" fmla="*/ 5200247 w 5741575"/>
              <a:gd name="connsiteY72" fmla="*/ 142695 h 955271"/>
              <a:gd name="connsiteX73" fmla="*/ 5235691 w 5741575"/>
              <a:gd name="connsiteY73" fmla="*/ 173330 h 955271"/>
              <a:gd name="connsiteX74" fmla="*/ 5280133 w 5741575"/>
              <a:gd name="connsiteY74" fmla="*/ 189342 h 955271"/>
              <a:gd name="connsiteX75" fmla="*/ 5291963 w 5741575"/>
              <a:gd name="connsiteY75" fmla="*/ 139446 h 955271"/>
              <a:gd name="connsiteX76" fmla="*/ 5418472 w 5741575"/>
              <a:gd name="connsiteY76" fmla="*/ 89163 h 955271"/>
              <a:gd name="connsiteX77" fmla="*/ 5482354 w 5741575"/>
              <a:gd name="connsiteY77" fmla="*/ 69470 h 955271"/>
              <a:gd name="connsiteX78" fmla="*/ 5583280 w 5741575"/>
              <a:gd name="connsiteY78" fmla="*/ 49787 h 955271"/>
              <a:gd name="connsiteX79" fmla="*/ 5613766 w 5741575"/>
              <a:gd name="connsiteY79" fmla="*/ 41855 h 955271"/>
              <a:gd name="connsiteX80" fmla="*/ 5684952 w 5741575"/>
              <a:gd name="connsiteY80" fmla="*/ 26088 h 955271"/>
              <a:gd name="connsiteX81" fmla="*/ 5741575 w 5741575"/>
              <a:gd name="connsiteY81" fmla="*/ 0 h 955271"/>
              <a:gd name="connsiteX0" fmla="*/ 5741575 w 5741575"/>
              <a:gd name="connsiteY0" fmla="*/ 0 h 955271"/>
              <a:gd name="connsiteX1" fmla="*/ 5741575 w 5741575"/>
              <a:gd name="connsiteY1" fmla="*/ 955271 h 955271"/>
              <a:gd name="connsiteX2" fmla="*/ 0 w 5741575"/>
              <a:gd name="connsiteY2" fmla="*/ 955271 h 955271"/>
              <a:gd name="connsiteX3" fmla="*/ 8558 w 5741575"/>
              <a:gd name="connsiteY3" fmla="*/ 953971 h 955271"/>
              <a:gd name="connsiteX4" fmla="*/ 16894 w 5741575"/>
              <a:gd name="connsiteY4" fmla="*/ 953847 h 955271"/>
              <a:gd name="connsiteX5" fmla="*/ 28156 w 5741575"/>
              <a:gd name="connsiteY5" fmla="*/ 951374 h 955271"/>
              <a:gd name="connsiteX6" fmla="*/ 28293 w 5741575"/>
              <a:gd name="connsiteY6" fmla="*/ 950971 h 955271"/>
              <a:gd name="connsiteX7" fmla="*/ 59229 w 5741575"/>
              <a:gd name="connsiteY7" fmla="*/ 903950 h 955271"/>
              <a:gd name="connsiteX8" fmla="*/ 148657 w 5741575"/>
              <a:gd name="connsiteY8" fmla="*/ 898134 h 955271"/>
              <a:gd name="connsiteX9" fmla="*/ 174554 w 5741575"/>
              <a:gd name="connsiteY9" fmla="*/ 886351 h 955271"/>
              <a:gd name="connsiteX10" fmla="*/ 187633 w 5741575"/>
              <a:gd name="connsiteY10" fmla="*/ 878226 h 955271"/>
              <a:gd name="connsiteX11" fmla="*/ 187961 w 5741575"/>
              <a:gd name="connsiteY11" fmla="*/ 876538 h 955271"/>
              <a:gd name="connsiteX12" fmla="*/ 240501 w 5741575"/>
              <a:gd name="connsiteY12" fmla="*/ 873150 h 955271"/>
              <a:gd name="connsiteX13" fmla="*/ 246345 w 5741575"/>
              <a:gd name="connsiteY13" fmla="*/ 869942 h 955271"/>
              <a:gd name="connsiteX14" fmla="*/ 306299 w 5741575"/>
              <a:gd name="connsiteY14" fmla="*/ 873609 h 955271"/>
              <a:gd name="connsiteX15" fmla="*/ 331571 w 5741575"/>
              <a:gd name="connsiteY15" fmla="*/ 869866 h 955271"/>
              <a:gd name="connsiteX16" fmla="*/ 384157 w 5741575"/>
              <a:gd name="connsiteY16" fmla="*/ 867971 h 955271"/>
              <a:gd name="connsiteX17" fmla="*/ 477637 w 5741575"/>
              <a:gd name="connsiteY17" fmla="*/ 870334 h 955271"/>
              <a:gd name="connsiteX18" fmla="*/ 570239 w 5741575"/>
              <a:gd name="connsiteY18" fmla="*/ 829596 h 955271"/>
              <a:gd name="connsiteX19" fmla="*/ 772070 w 5741575"/>
              <a:gd name="connsiteY19" fmla="*/ 820296 h 955271"/>
              <a:gd name="connsiteX20" fmla="*/ 948872 w 5741575"/>
              <a:gd name="connsiteY20" fmla="*/ 772201 h 955271"/>
              <a:gd name="connsiteX21" fmla="*/ 1127089 w 5741575"/>
              <a:gd name="connsiteY21" fmla="*/ 746926 h 955271"/>
              <a:gd name="connsiteX22" fmla="*/ 1226314 w 5741575"/>
              <a:gd name="connsiteY22" fmla="*/ 722473 h 955271"/>
              <a:gd name="connsiteX23" fmla="*/ 1278773 w 5741575"/>
              <a:gd name="connsiteY23" fmla="*/ 711503 h 955271"/>
              <a:gd name="connsiteX24" fmla="*/ 1317691 w 5741575"/>
              <a:gd name="connsiteY24" fmla="*/ 708529 h 955271"/>
              <a:gd name="connsiteX25" fmla="*/ 1360404 w 5741575"/>
              <a:gd name="connsiteY25" fmla="*/ 675922 h 955271"/>
              <a:gd name="connsiteX26" fmla="*/ 1412292 w 5741575"/>
              <a:gd name="connsiteY26" fmla="*/ 670793 h 955271"/>
              <a:gd name="connsiteX27" fmla="*/ 1494753 w 5741575"/>
              <a:gd name="connsiteY27" fmla="*/ 644686 h 955271"/>
              <a:gd name="connsiteX28" fmla="*/ 1616217 w 5741575"/>
              <a:gd name="connsiteY28" fmla="*/ 622107 h 955271"/>
              <a:gd name="connsiteX29" fmla="*/ 1710928 w 5741575"/>
              <a:gd name="connsiteY29" fmla="*/ 600666 h 955271"/>
              <a:gd name="connsiteX30" fmla="*/ 1743718 w 5741575"/>
              <a:gd name="connsiteY30" fmla="*/ 584327 h 955271"/>
              <a:gd name="connsiteX31" fmla="*/ 1873778 w 5741575"/>
              <a:gd name="connsiteY31" fmla="*/ 530130 h 955271"/>
              <a:gd name="connsiteX32" fmla="*/ 1988411 w 5741575"/>
              <a:gd name="connsiteY32" fmla="*/ 491599 h 955271"/>
              <a:gd name="connsiteX33" fmla="*/ 2085507 w 5741575"/>
              <a:gd name="connsiteY33" fmla="*/ 498527 h 955271"/>
              <a:gd name="connsiteX34" fmla="*/ 2090767 w 5741575"/>
              <a:gd name="connsiteY34" fmla="*/ 490616 h 955271"/>
              <a:gd name="connsiteX35" fmla="*/ 2151143 w 5741575"/>
              <a:gd name="connsiteY35" fmla="*/ 478332 h 955271"/>
              <a:gd name="connsiteX36" fmla="*/ 2378710 w 5741575"/>
              <a:gd name="connsiteY36" fmla="*/ 477570 h 955271"/>
              <a:gd name="connsiteX37" fmla="*/ 2496256 w 5741575"/>
              <a:gd name="connsiteY37" fmla="*/ 452396 h 955271"/>
              <a:gd name="connsiteX38" fmla="*/ 2535387 w 5741575"/>
              <a:gd name="connsiteY38" fmla="*/ 436645 h 955271"/>
              <a:gd name="connsiteX39" fmla="*/ 2601109 w 5741575"/>
              <a:gd name="connsiteY39" fmla="*/ 410678 h 955271"/>
              <a:gd name="connsiteX40" fmla="*/ 2643855 w 5741575"/>
              <a:gd name="connsiteY40" fmla="*/ 374482 h 955271"/>
              <a:gd name="connsiteX41" fmla="*/ 2657726 w 5741575"/>
              <a:gd name="connsiteY41" fmla="*/ 365841 h 955271"/>
              <a:gd name="connsiteX42" fmla="*/ 2687125 w 5741575"/>
              <a:gd name="connsiteY42" fmla="*/ 366820 h 955271"/>
              <a:gd name="connsiteX43" fmla="*/ 2697479 w 5741575"/>
              <a:gd name="connsiteY43" fmla="*/ 361430 h 955271"/>
              <a:gd name="connsiteX44" fmla="*/ 2731718 w 5741575"/>
              <a:gd name="connsiteY44" fmla="*/ 361545 h 955271"/>
              <a:gd name="connsiteX45" fmla="*/ 2777227 w 5741575"/>
              <a:gd name="connsiteY45" fmla="*/ 368972 h 955271"/>
              <a:gd name="connsiteX46" fmla="*/ 2824768 w 5741575"/>
              <a:gd name="connsiteY46" fmla="*/ 361652 h 955271"/>
              <a:gd name="connsiteX47" fmla="*/ 2885545 w 5741575"/>
              <a:gd name="connsiteY47" fmla="*/ 372818 h 955271"/>
              <a:gd name="connsiteX48" fmla="*/ 3009558 w 5741575"/>
              <a:gd name="connsiteY48" fmla="*/ 370573 h 955271"/>
              <a:gd name="connsiteX49" fmla="*/ 3095010 w 5741575"/>
              <a:gd name="connsiteY49" fmla="*/ 332454 h 955271"/>
              <a:gd name="connsiteX50" fmla="*/ 3103742 w 5741575"/>
              <a:gd name="connsiteY50" fmla="*/ 337974 h 955271"/>
              <a:gd name="connsiteX51" fmla="*/ 3165093 w 5741575"/>
              <a:gd name="connsiteY51" fmla="*/ 329459 h 955271"/>
              <a:gd name="connsiteX52" fmla="*/ 3373785 w 5741575"/>
              <a:gd name="connsiteY52" fmla="*/ 255680 h 955271"/>
              <a:gd name="connsiteX53" fmla="*/ 3493851 w 5741575"/>
              <a:gd name="connsiteY53" fmla="*/ 240255 h 955271"/>
              <a:gd name="connsiteX54" fmla="*/ 3537470 w 5741575"/>
              <a:gd name="connsiteY54" fmla="*/ 241867 h 955271"/>
              <a:gd name="connsiteX55" fmla="*/ 3610489 w 5741575"/>
              <a:gd name="connsiteY55" fmla="*/ 244128 h 955271"/>
              <a:gd name="connsiteX56" fmla="*/ 3667539 w 5741575"/>
              <a:gd name="connsiteY56" fmla="*/ 263271 h 955271"/>
              <a:gd name="connsiteX57" fmla="*/ 3727614 w 5741575"/>
              <a:gd name="connsiteY57" fmla="*/ 258245 h 955271"/>
              <a:gd name="connsiteX58" fmla="*/ 3738369 w 5741575"/>
              <a:gd name="connsiteY58" fmla="*/ 234506 h 955271"/>
              <a:gd name="connsiteX59" fmla="*/ 3803670 w 5741575"/>
              <a:gd name="connsiteY59" fmla="*/ 236457 h 955271"/>
              <a:gd name="connsiteX60" fmla="*/ 3903080 w 5741575"/>
              <a:gd name="connsiteY60" fmla="*/ 241890 h 955271"/>
              <a:gd name="connsiteX61" fmla="*/ 4114838 w 5741575"/>
              <a:gd name="connsiteY61" fmla="*/ 238165 h 955271"/>
              <a:gd name="connsiteX62" fmla="*/ 4271023 w 5741575"/>
              <a:gd name="connsiteY62" fmla="*/ 241959 h 955271"/>
              <a:gd name="connsiteX63" fmla="*/ 4367397 w 5741575"/>
              <a:gd name="connsiteY63" fmla="*/ 271442 h 955271"/>
              <a:gd name="connsiteX64" fmla="*/ 4495366 w 5741575"/>
              <a:gd name="connsiteY64" fmla="*/ 271618 h 955271"/>
              <a:gd name="connsiteX65" fmla="*/ 4517347 w 5741575"/>
              <a:gd name="connsiteY65" fmla="*/ 275639 h 955271"/>
              <a:gd name="connsiteX66" fmla="*/ 4546116 w 5741575"/>
              <a:gd name="connsiteY66" fmla="*/ 268568 h 955271"/>
              <a:gd name="connsiteX67" fmla="*/ 4661259 w 5741575"/>
              <a:gd name="connsiteY67" fmla="*/ 238966 h 955271"/>
              <a:gd name="connsiteX68" fmla="*/ 4750403 w 5741575"/>
              <a:gd name="connsiteY68" fmla="*/ 204364 h 955271"/>
              <a:gd name="connsiteX69" fmla="*/ 4867614 w 5741575"/>
              <a:gd name="connsiteY69" fmla="*/ 208668 h 955271"/>
              <a:gd name="connsiteX70" fmla="*/ 4937036 w 5741575"/>
              <a:gd name="connsiteY70" fmla="*/ 195446 h 955271"/>
              <a:gd name="connsiteX71" fmla="*/ 5047626 w 5741575"/>
              <a:gd name="connsiteY71" fmla="*/ 149604 h 955271"/>
              <a:gd name="connsiteX72" fmla="*/ 5200247 w 5741575"/>
              <a:gd name="connsiteY72" fmla="*/ 142695 h 955271"/>
              <a:gd name="connsiteX73" fmla="*/ 5235691 w 5741575"/>
              <a:gd name="connsiteY73" fmla="*/ 173330 h 955271"/>
              <a:gd name="connsiteX74" fmla="*/ 5291963 w 5741575"/>
              <a:gd name="connsiteY74" fmla="*/ 139446 h 955271"/>
              <a:gd name="connsiteX75" fmla="*/ 5418472 w 5741575"/>
              <a:gd name="connsiteY75" fmla="*/ 89163 h 955271"/>
              <a:gd name="connsiteX76" fmla="*/ 5482354 w 5741575"/>
              <a:gd name="connsiteY76" fmla="*/ 69470 h 955271"/>
              <a:gd name="connsiteX77" fmla="*/ 5583280 w 5741575"/>
              <a:gd name="connsiteY77" fmla="*/ 49787 h 955271"/>
              <a:gd name="connsiteX78" fmla="*/ 5613766 w 5741575"/>
              <a:gd name="connsiteY78" fmla="*/ 41855 h 955271"/>
              <a:gd name="connsiteX79" fmla="*/ 5684952 w 5741575"/>
              <a:gd name="connsiteY79" fmla="*/ 26088 h 955271"/>
              <a:gd name="connsiteX80" fmla="*/ 5741575 w 5741575"/>
              <a:gd name="connsiteY80" fmla="*/ 0 h 955271"/>
              <a:gd name="connsiteX0" fmla="*/ 5741575 w 5741575"/>
              <a:gd name="connsiteY0" fmla="*/ 0 h 955271"/>
              <a:gd name="connsiteX1" fmla="*/ 5741575 w 5741575"/>
              <a:gd name="connsiteY1" fmla="*/ 955271 h 955271"/>
              <a:gd name="connsiteX2" fmla="*/ 0 w 5741575"/>
              <a:gd name="connsiteY2" fmla="*/ 955271 h 955271"/>
              <a:gd name="connsiteX3" fmla="*/ 8558 w 5741575"/>
              <a:gd name="connsiteY3" fmla="*/ 953971 h 955271"/>
              <a:gd name="connsiteX4" fmla="*/ 16894 w 5741575"/>
              <a:gd name="connsiteY4" fmla="*/ 953847 h 955271"/>
              <a:gd name="connsiteX5" fmla="*/ 28156 w 5741575"/>
              <a:gd name="connsiteY5" fmla="*/ 951374 h 955271"/>
              <a:gd name="connsiteX6" fmla="*/ 28293 w 5741575"/>
              <a:gd name="connsiteY6" fmla="*/ 950971 h 955271"/>
              <a:gd name="connsiteX7" fmla="*/ 59229 w 5741575"/>
              <a:gd name="connsiteY7" fmla="*/ 903950 h 955271"/>
              <a:gd name="connsiteX8" fmla="*/ 148657 w 5741575"/>
              <a:gd name="connsiteY8" fmla="*/ 898134 h 955271"/>
              <a:gd name="connsiteX9" fmla="*/ 174554 w 5741575"/>
              <a:gd name="connsiteY9" fmla="*/ 886351 h 955271"/>
              <a:gd name="connsiteX10" fmla="*/ 187633 w 5741575"/>
              <a:gd name="connsiteY10" fmla="*/ 878226 h 955271"/>
              <a:gd name="connsiteX11" fmla="*/ 187961 w 5741575"/>
              <a:gd name="connsiteY11" fmla="*/ 876538 h 955271"/>
              <a:gd name="connsiteX12" fmla="*/ 240501 w 5741575"/>
              <a:gd name="connsiteY12" fmla="*/ 873150 h 955271"/>
              <a:gd name="connsiteX13" fmla="*/ 246345 w 5741575"/>
              <a:gd name="connsiteY13" fmla="*/ 869942 h 955271"/>
              <a:gd name="connsiteX14" fmla="*/ 306299 w 5741575"/>
              <a:gd name="connsiteY14" fmla="*/ 873609 h 955271"/>
              <a:gd name="connsiteX15" fmla="*/ 331571 w 5741575"/>
              <a:gd name="connsiteY15" fmla="*/ 869866 h 955271"/>
              <a:gd name="connsiteX16" fmla="*/ 384157 w 5741575"/>
              <a:gd name="connsiteY16" fmla="*/ 867971 h 955271"/>
              <a:gd name="connsiteX17" fmla="*/ 477637 w 5741575"/>
              <a:gd name="connsiteY17" fmla="*/ 870334 h 955271"/>
              <a:gd name="connsiteX18" fmla="*/ 570239 w 5741575"/>
              <a:gd name="connsiteY18" fmla="*/ 829596 h 955271"/>
              <a:gd name="connsiteX19" fmla="*/ 772070 w 5741575"/>
              <a:gd name="connsiteY19" fmla="*/ 820296 h 955271"/>
              <a:gd name="connsiteX20" fmla="*/ 948872 w 5741575"/>
              <a:gd name="connsiteY20" fmla="*/ 772201 h 955271"/>
              <a:gd name="connsiteX21" fmla="*/ 1127089 w 5741575"/>
              <a:gd name="connsiteY21" fmla="*/ 746926 h 955271"/>
              <a:gd name="connsiteX22" fmla="*/ 1226314 w 5741575"/>
              <a:gd name="connsiteY22" fmla="*/ 722473 h 955271"/>
              <a:gd name="connsiteX23" fmla="*/ 1278773 w 5741575"/>
              <a:gd name="connsiteY23" fmla="*/ 711503 h 955271"/>
              <a:gd name="connsiteX24" fmla="*/ 1317691 w 5741575"/>
              <a:gd name="connsiteY24" fmla="*/ 708529 h 955271"/>
              <a:gd name="connsiteX25" fmla="*/ 1360404 w 5741575"/>
              <a:gd name="connsiteY25" fmla="*/ 675922 h 955271"/>
              <a:gd name="connsiteX26" fmla="*/ 1412292 w 5741575"/>
              <a:gd name="connsiteY26" fmla="*/ 670793 h 955271"/>
              <a:gd name="connsiteX27" fmla="*/ 1494753 w 5741575"/>
              <a:gd name="connsiteY27" fmla="*/ 644686 h 955271"/>
              <a:gd name="connsiteX28" fmla="*/ 1616217 w 5741575"/>
              <a:gd name="connsiteY28" fmla="*/ 622107 h 955271"/>
              <a:gd name="connsiteX29" fmla="*/ 1710928 w 5741575"/>
              <a:gd name="connsiteY29" fmla="*/ 600666 h 955271"/>
              <a:gd name="connsiteX30" fmla="*/ 1743718 w 5741575"/>
              <a:gd name="connsiteY30" fmla="*/ 584327 h 955271"/>
              <a:gd name="connsiteX31" fmla="*/ 1873778 w 5741575"/>
              <a:gd name="connsiteY31" fmla="*/ 530130 h 955271"/>
              <a:gd name="connsiteX32" fmla="*/ 1988411 w 5741575"/>
              <a:gd name="connsiteY32" fmla="*/ 491599 h 955271"/>
              <a:gd name="connsiteX33" fmla="*/ 2085507 w 5741575"/>
              <a:gd name="connsiteY33" fmla="*/ 498527 h 955271"/>
              <a:gd name="connsiteX34" fmla="*/ 2090767 w 5741575"/>
              <a:gd name="connsiteY34" fmla="*/ 490616 h 955271"/>
              <a:gd name="connsiteX35" fmla="*/ 2151143 w 5741575"/>
              <a:gd name="connsiteY35" fmla="*/ 478332 h 955271"/>
              <a:gd name="connsiteX36" fmla="*/ 2378710 w 5741575"/>
              <a:gd name="connsiteY36" fmla="*/ 477570 h 955271"/>
              <a:gd name="connsiteX37" fmla="*/ 2496256 w 5741575"/>
              <a:gd name="connsiteY37" fmla="*/ 452396 h 955271"/>
              <a:gd name="connsiteX38" fmla="*/ 2535387 w 5741575"/>
              <a:gd name="connsiteY38" fmla="*/ 436645 h 955271"/>
              <a:gd name="connsiteX39" fmla="*/ 2601109 w 5741575"/>
              <a:gd name="connsiteY39" fmla="*/ 410678 h 955271"/>
              <a:gd name="connsiteX40" fmla="*/ 2643855 w 5741575"/>
              <a:gd name="connsiteY40" fmla="*/ 374482 h 955271"/>
              <a:gd name="connsiteX41" fmla="*/ 2657726 w 5741575"/>
              <a:gd name="connsiteY41" fmla="*/ 365841 h 955271"/>
              <a:gd name="connsiteX42" fmla="*/ 2687125 w 5741575"/>
              <a:gd name="connsiteY42" fmla="*/ 366820 h 955271"/>
              <a:gd name="connsiteX43" fmla="*/ 2697479 w 5741575"/>
              <a:gd name="connsiteY43" fmla="*/ 361430 h 955271"/>
              <a:gd name="connsiteX44" fmla="*/ 2731718 w 5741575"/>
              <a:gd name="connsiteY44" fmla="*/ 361545 h 955271"/>
              <a:gd name="connsiteX45" fmla="*/ 2777227 w 5741575"/>
              <a:gd name="connsiteY45" fmla="*/ 368972 h 955271"/>
              <a:gd name="connsiteX46" fmla="*/ 2824768 w 5741575"/>
              <a:gd name="connsiteY46" fmla="*/ 361652 h 955271"/>
              <a:gd name="connsiteX47" fmla="*/ 2885545 w 5741575"/>
              <a:gd name="connsiteY47" fmla="*/ 372818 h 955271"/>
              <a:gd name="connsiteX48" fmla="*/ 3009558 w 5741575"/>
              <a:gd name="connsiteY48" fmla="*/ 370573 h 955271"/>
              <a:gd name="connsiteX49" fmla="*/ 3095010 w 5741575"/>
              <a:gd name="connsiteY49" fmla="*/ 332454 h 955271"/>
              <a:gd name="connsiteX50" fmla="*/ 3103742 w 5741575"/>
              <a:gd name="connsiteY50" fmla="*/ 337974 h 955271"/>
              <a:gd name="connsiteX51" fmla="*/ 3165093 w 5741575"/>
              <a:gd name="connsiteY51" fmla="*/ 329459 h 955271"/>
              <a:gd name="connsiteX52" fmla="*/ 3373785 w 5741575"/>
              <a:gd name="connsiteY52" fmla="*/ 255680 h 955271"/>
              <a:gd name="connsiteX53" fmla="*/ 3493851 w 5741575"/>
              <a:gd name="connsiteY53" fmla="*/ 240255 h 955271"/>
              <a:gd name="connsiteX54" fmla="*/ 3537470 w 5741575"/>
              <a:gd name="connsiteY54" fmla="*/ 241867 h 955271"/>
              <a:gd name="connsiteX55" fmla="*/ 3610489 w 5741575"/>
              <a:gd name="connsiteY55" fmla="*/ 244128 h 955271"/>
              <a:gd name="connsiteX56" fmla="*/ 3667539 w 5741575"/>
              <a:gd name="connsiteY56" fmla="*/ 263271 h 955271"/>
              <a:gd name="connsiteX57" fmla="*/ 3727614 w 5741575"/>
              <a:gd name="connsiteY57" fmla="*/ 258245 h 955271"/>
              <a:gd name="connsiteX58" fmla="*/ 3738369 w 5741575"/>
              <a:gd name="connsiteY58" fmla="*/ 234506 h 955271"/>
              <a:gd name="connsiteX59" fmla="*/ 3803670 w 5741575"/>
              <a:gd name="connsiteY59" fmla="*/ 236457 h 955271"/>
              <a:gd name="connsiteX60" fmla="*/ 3903080 w 5741575"/>
              <a:gd name="connsiteY60" fmla="*/ 241890 h 955271"/>
              <a:gd name="connsiteX61" fmla="*/ 4114838 w 5741575"/>
              <a:gd name="connsiteY61" fmla="*/ 238165 h 955271"/>
              <a:gd name="connsiteX62" fmla="*/ 4271023 w 5741575"/>
              <a:gd name="connsiteY62" fmla="*/ 241959 h 955271"/>
              <a:gd name="connsiteX63" fmla="*/ 4367397 w 5741575"/>
              <a:gd name="connsiteY63" fmla="*/ 271442 h 955271"/>
              <a:gd name="connsiteX64" fmla="*/ 4495366 w 5741575"/>
              <a:gd name="connsiteY64" fmla="*/ 271618 h 955271"/>
              <a:gd name="connsiteX65" fmla="*/ 4517347 w 5741575"/>
              <a:gd name="connsiteY65" fmla="*/ 275639 h 955271"/>
              <a:gd name="connsiteX66" fmla="*/ 4546116 w 5741575"/>
              <a:gd name="connsiteY66" fmla="*/ 268568 h 955271"/>
              <a:gd name="connsiteX67" fmla="*/ 4661259 w 5741575"/>
              <a:gd name="connsiteY67" fmla="*/ 238966 h 955271"/>
              <a:gd name="connsiteX68" fmla="*/ 4750403 w 5741575"/>
              <a:gd name="connsiteY68" fmla="*/ 204364 h 955271"/>
              <a:gd name="connsiteX69" fmla="*/ 4867614 w 5741575"/>
              <a:gd name="connsiteY69" fmla="*/ 208668 h 955271"/>
              <a:gd name="connsiteX70" fmla="*/ 4937036 w 5741575"/>
              <a:gd name="connsiteY70" fmla="*/ 195446 h 955271"/>
              <a:gd name="connsiteX71" fmla="*/ 5047626 w 5741575"/>
              <a:gd name="connsiteY71" fmla="*/ 149604 h 955271"/>
              <a:gd name="connsiteX72" fmla="*/ 5200247 w 5741575"/>
              <a:gd name="connsiteY72" fmla="*/ 142695 h 955271"/>
              <a:gd name="connsiteX73" fmla="*/ 5291963 w 5741575"/>
              <a:gd name="connsiteY73" fmla="*/ 139446 h 955271"/>
              <a:gd name="connsiteX74" fmla="*/ 5418472 w 5741575"/>
              <a:gd name="connsiteY74" fmla="*/ 89163 h 955271"/>
              <a:gd name="connsiteX75" fmla="*/ 5482354 w 5741575"/>
              <a:gd name="connsiteY75" fmla="*/ 69470 h 955271"/>
              <a:gd name="connsiteX76" fmla="*/ 5583280 w 5741575"/>
              <a:gd name="connsiteY76" fmla="*/ 49787 h 955271"/>
              <a:gd name="connsiteX77" fmla="*/ 5613766 w 5741575"/>
              <a:gd name="connsiteY77" fmla="*/ 41855 h 955271"/>
              <a:gd name="connsiteX78" fmla="*/ 5684952 w 5741575"/>
              <a:gd name="connsiteY78" fmla="*/ 26088 h 955271"/>
              <a:gd name="connsiteX79" fmla="*/ 5741575 w 5741575"/>
              <a:gd name="connsiteY79" fmla="*/ 0 h 955271"/>
              <a:gd name="connsiteX0" fmla="*/ 5741575 w 5741575"/>
              <a:gd name="connsiteY0" fmla="*/ 0 h 955271"/>
              <a:gd name="connsiteX1" fmla="*/ 5741575 w 5741575"/>
              <a:gd name="connsiteY1" fmla="*/ 955271 h 955271"/>
              <a:gd name="connsiteX2" fmla="*/ 0 w 5741575"/>
              <a:gd name="connsiteY2" fmla="*/ 955271 h 955271"/>
              <a:gd name="connsiteX3" fmla="*/ 8558 w 5741575"/>
              <a:gd name="connsiteY3" fmla="*/ 953971 h 955271"/>
              <a:gd name="connsiteX4" fmla="*/ 16894 w 5741575"/>
              <a:gd name="connsiteY4" fmla="*/ 953847 h 955271"/>
              <a:gd name="connsiteX5" fmla="*/ 28156 w 5741575"/>
              <a:gd name="connsiteY5" fmla="*/ 951374 h 955271"/>
              <a:gd name="connsiteX6" fmla="*/ 28293 w 5741575"/>
              <a:gd name="connsiteY6" fmla="*/ 950971 h 955271"/>
              <a:gd name="connsiteX7" fmla="*/ 59229 w 5741575"/>
              <a:gd name="connsiteY7" fmla="*/ 903950 h 955271"/>
              <a:gd name="connsiteX8" fmla="*/ 148657 w 5741575"/>
              <a:gd name="connsiteY8" fmla="*/ 898134 h 955271"/>
              <a:gd name="connsiteX9" fmla="*/ 174554 w 5741575"/>
              <a:gd name="connsiteY9" fmla="*/ 886351 h 955271"/>
              <a:gd name="connsiteX10" fmla="*/ 187633 w 5741575"/>
              <a:gd name="connsiteY10" fmla="*/ 878226 h 955271"/>
              <a:gd name="connsiteX11" fmla="*/ 187961 w 5741575"/>
              <a:gd name="connsiteY11" fmla="*/ 876538 h 955271"/>
              <a:gd name="connsiteX12" fmla="*/ 240501 w 5741575"/>
              <a:gd name="connsiteY12" fmla="*/ 873150 h 955271"/>
              <a:gd name="connsiteX13" fmla="*/ 246345 w 5741575"/>
              <a:gd name="connsiteY13" fmla="*/ 869942 h 955271"/>
              <a:gd name="connsiteX14" fmla="*/ 306299 w 5741575"/>
              <a:gd name="connsiteY14" fmla="*/ 873609 h 955271"/>
              <a:gd name="connsiteX15" fmla="*/ 331571 w 5741575"/>
              <a:gd name="connsiteY15" fmla="*/ 869866 h 955271"/>
              <a:gd name="connsiteX16" fmla="*/ 384157 w 5741575"/>
              <a:gd name="connsiteY16" fmla="*/ 867971 h 955271"/>
              <a:gd name="connsiteX17" fmla="*/ 477637 w 5741575"/>
              <a:gd name="connsiteY17" fmla="*/ 870334 h 955271"/>
              <a:gd name="connsiteX18" fmla="*/ 570239 w 5741575"/>
              <a:gd name="connsiteY18" fmla="*/ 829596 h 955271"/>
              <a:gd name="connsiteX19" fmla="*/ 772070 w 5741575"/>
              <a:gd name="connsiteY19" fmla="*/ 820296 h 955271"/>
              <a:gd name="connsiteX20" fmla="*/ 948872 w 5741575"/>
              <a:gd name="connsiteY20" fmla="*/ 772201 h 955271"/>
              <a:gd name="connsiteX21" fmla="*/ 1127089 w 5741575"/>
              <a:gd name="connsiteY21" fmla="*/ 746926 h 955271"/>
              <a:gd name="connsiteX22" fmla="*/ 1226314 w 5741575"/>
              <a:gd name="connsiteY22" fmla="*/ 722473 h 955271"/>
              <a:gd name="connsiteX23" fmla="*/ 1278773 w 5741575"/>
              <a:gd name="connsiteY23" fmla="*/ 711503 h 955271"/>
              <a:gd name="connsiteX24" fmla="*/ 1317691 w 5741575"/>
              <a:gd name="connsiteY24" fmla="*/ 708529 h 955271"/>
              <a:gd name="connsiteX25" fmla="*/ 1360404 w 5741575"/>
              <a:gd name="connsiteY25" fmla="*/ 675922 h 955271"/>
              <a:gd name="connsiteX26" fmla="*/ 1412292 w 5741575"/>
              <a:gd name="connsiteY26" fmla="*/ 670793 h 955271"/>
              <a:gd name="connsiteX27" fmla="*/ 1494753 w 5741575"/>
              <a:gd name="connsiteY27" fmla="*/ 644686 h 955271"/>
              <a:gd name="connsiteX28" fmla="*/ 1616217 w 5741575"/>
              <a:gd name="connsiteY28" fmla="*/ 622107 h 955271"/>
              <a:gd name="connsiteX29" fmla="*/ 1710928 w 5741575"/>
              <a:gd name="connsiteY29" fmla="*/ 600666 h 955271"/>
              <a:gd name="connsiteX30" fmla="*/ 1743718 w 5741575"/>
              <a:gd name="connsiteY30" fmla="*/ 584327 h 955271"/>
              <a:gd name="connsiteX31" fmla="*/ 1873778 w 5741575"/>
              <a:gd name="connsiteY31" fmla="*/ 530130 h 955271"/>
              <a:gd name="connsiteX32" fmla="*/ 1988411 w 5741575"/>
              <a:gd name="connsiteY32" fmla="*/ 491599 h 955271"/>
              <a:gd name="connsiteX33" fmla="*/ 2085507 w 5741575"/>
              <a:gd name="connsiteY33" fmla="*/ 498527 h 955271"/>
              <a:gd name="connsiteX34" fmla="*/ 2090767 w 5741575"/>
              <a:gd name="connsiteY34" fmla="*/ 490616 h 955271"/>
              <a:gd name="connsiteX35" fmla="*/ 2151143 w 5741575"/>
              <a:gd name="connsiteY35" fmla="*/ 478332 h 955271"/>
              <a:gd name="connsiteX36" fmla="*/ 2378710 w 5741575"/>
              <a:gd name="connsiteY36" fmla="*/ 477570 h 955271"/>
              <a:gd name="connsiteX37" fmla="*/ 2496256 w 5741575"/>
              <a:gd name="connsiteY37" fmla="*/ 452396 h 955271"/>
              <a:gd name="connsiteX38" fmla="*/ 2535387 w 5741575"/>
              <a:gd name="connsiteY38" fmla="*/ 436645 h 955271"/>
              <a:gd name="connsiteX39" fmla="*/ 2601109 w 5741575"/>
              <a:gd name="connsiteY39" fmla="*/ 410678 h 955271"/>
              <a:gd name="connsiteX40" fmla="*/ 2643855 w 5741575"/>
              <a:gd name="connsiteY40" fmla="*/ 374482 h 955271"/>
              <a:gd name="connsiteX41" fmla="*/ 2657726 w 5741575"/>
              <a:gd name="connsiteY41" fmla="*/ 365841 h 955271"/>
              <a:gd name="connsiteX42" fmla="*/ 2687125 w 5741575"/>
              <a:gd name="connsiteY42" fmla="*/ 366820 h 955271"/>
              <a:gd name="connsiteX43" fmla="*/ 2697479 w 5741575"/>
              <a:gd name="connsiteY43" fmla="*/ 361430 h 955271"/>
              <a:gd name="connsiteX44" fmla="*/ 2731718 w 5741575"/>
              <a:gd name="connsiteY44" fmla="*/ 361545 h 955271"/>
              <a:gd name="connsiteX45" fmla="*/ 2777227 w 5741575"/>
              <a:gd name="connsiteY45" fmla="*/ 368972 h 955271"/>
              <a:gd name="connsiteX46" fmla="*/ 2824768 w 5741575"/>
              <a:gd name="connsiteY46" fmla="*/ 361652 h 955271"/>
              <a:gd name="connsiteX47" fmla="*/ 2885545 w 5741575"/>
              <a:gd name="connsiteY47" fmla="*/ 372818 h 955271"/>
              <a:gd name="connsiteX48" fmla="*/ 3009558 w 5741575"/>
              <a:gd name="connsiteY48" fmla="*/ 370573 h 955271"/>
              <a:gd name="connsiteX49" fmla="*/ 3095010 w 5741575"/>
              <a:gd name="connsiteY49" fmla="*/ 332454 h 955271"/>
              <a:gd name="connsiteX50" fmla="*/ 3103742 w 5741575"/>
              <a:gd name="connsiteY50" fmla="*/ 337974 h 955271"/>
              <a:gd name="connsiteX51" fmla="*/ 3165093 w 5741575"/>
              <a:gd name="connsiteY51" fmla="*/ 329459 h 955271"/>
              <a:gd name="connsiteX52" fmla="*/ 3373785 w 5741575"/>
              <a:gd name="connsiteY52" fmla="*/ 255680 h 955271"/>
              <a:gd name="connsiteX53" fmla="*/ 3493851 w 5741575"/>
              <a:gd name="connsiteY53" fmla="*/ 240255 h 955271"/>
              <a:gd name="connsiteX54" fmla="*/ 3537470 w 5741575"/>
              <a:gd name="connsiteY54" fmla="*/ 241867 h 955271"/>
              <a:gd name="connsiteX55" fmla="*/ 3610489 w 5741575"/>
              <a:gd name="connsiteY55" fmla="*/ 244128 h 955271"/>
              <a:gd name="connsiteX56" fmla="*/ 3667539 w 5741575"/>
              <a:gd name="connsiteY56" fmla="*/ 263271 h 955271"/>
              <a:gd name="connsiteX57" fmla="*/ 3727614 w 5741575"/>
              <a:gd name="connsiteY57" fmla="*/ 258245 h 955271"/>
              <a:gd name="connsiteX58" fmla="*/ 3738369 w 5741575"/>
              <a:gd name="connsiteY58" fmla="*/ 234506 h 955271"/>
              <a:gd name="connsiteX59" fmla="*/ 3803670 w 5741575"/>
              <a:gd name="connsiteY59" fmla="*/ 236457 h 955271"/>
              <a:gd name="connsiteX60" fmla="*/ 3903080 w 5741575"/>
              <a:gd name="connsiteY60" fmla="*/ 241890 h 955271"/>
              <a:gd name="connsiteX61" fmla="*/ 4114838 w 5741575"/>
              <a:gd name="connsiteY61" fmla="*/ 238165 h 955271"/>
              <a:gd name="connsiteX62" fmla="*/ 4271023 w 5741575"/>
              <a:gd name="connsiteY62" fmla="*/ 241959 h 955271"/>
              <a:gd name="connsiteX63" fmla="*/ 4367397 w 5741575"/>
              <a:gd name="connsiteY63" fmla="*/ 271442 h 955271"/>
              <a:gd name="connsiteX64" fmla="*/ 4495366 w 5741575"/>
              <a:gd name="connsiteY64" fmla="*/ 271618 h 955271"/>
              <a:gd name="connsiteX65" fmla="*/ 4517347 w 5741575"/>
              <a:gd name="connsiteY65" fmla="*/ 275639 h 955271"/>
              <a:gd name="connsiteX66" fmla="*/ 4546116 w 5741575"/>
              <a:gd name="connsiteY66" fmla="*/ 268568 h 955271"/>
              <a:gd name="connsiteX67" fmla="*/ 4661259 w 5741575"/>
              <a:gd name="connsiteY67" fmla="*/ 238966 h 955271"/>
              <a:gd name="connsiteX68" fmla="*/ 4750403 w 5741575"/>
              <a:gd name="connsiteY68" fmla="*/ 204364 h 955271"/>
              <a:gd name="connsiteX69" fmla="*/ 4867614 w 5741575"/>
              <a:gd name="connsiteY69" fmla="*/ 208668 h 955271"/>
              <a:gd name="connsiteX70" fmla="*/ 4937036 w 5741575"/>
              <a:gd name="connsiteY70" fmla="*/ 195446 h 955271"/>
              <a:gd name="connsiteX71" fmla="*/ 5067740 w 5741575"/>
              <a:gd name="connsiteY71" fmla="*/ 172293 h 955271"/>
              <a:gd name="connsiteX72" fmla="*/ 5200247 w 5741575"/>
              <a:gd name="connsiteY72" fmla="*/ 142695 h 955271"/>
              <a:gd name="connsiteX73" fmla="*/ 5291963 w 5741575"/>
              <a:gd name="connsiteY73" fmla="*/ 139446 h 955271"/>
              <a:gd name="connsiteX74" fmla="*/ 5418472 w 5741575"/>
              <a:gd name="connsiteY74" fmla="*/ 89163 h 955271"/>
              <a:gd name="connsiteX75" fmla="*/ 5482354 w 5741575"/>
              <a:gd name="connsiteY75" fmla="*/ 69470 h 955271"/>
              <a:gd name="connsiteX76" fmla="*/ 5583280 w 5741575"/>
              <a:gd name="connsiteY76" fmla="*/ 49787 h 955271"/>
              <a:gd name="connsiteX77" fmla="*/ 5613766 w 5741575"/>
              <a:gd name="connsiteY77" fmla="*/ 41855 h 955271"/>
              <a:gd name="connsiteX78" fmla="*/ 5684952 w 5741575"/>
              <a:gd name="connsiteY78" fmla="*/ 26088 h 955271"/>
              <a:gd name="connsiteX79" fmla="*/ 5741575 w 5741575"/>
              <a:gd name="connsiteY79" fmla="*/ 0 h 955271"/>
              <a:gd name="connsiteX0" fmla="*/ 5741575 w 5741575"/>
              <a:gd name="connsiteY0" fmla="*/ 0 h 955271"/>
              <a:gd name="connsiteX1" fmla="*/ 5741575 w 5741575"/>
              <a:gd name="connsiteY1" fmla="*/ 955271 h 955271"/>
              <a:gd name="connsiteX2" fmla="*/ 0 w 5741575"/>
              <a:gd name="connsiteY2" fmla="*/ 955271 h 955271"/>
              <a:gd name="connsiteX3" fmla="*/ 8558 w 5741575"/>
              <a:gd name="connsiteY3" fmla="*/ 953971 h 955271"/>
              <a:gd name="connsiteX4" fmla="*/ 16894 w 5741575"/>
              <a:gd name="connsiteY4" fmla="*/ 953847 h 955271"/>
              <a:gd name="connsiteX5" fmla="*/ 28156 w 5741575"/>
              <a:gd name="connsiteY5" fmla="*/ 951374 h 955271"/>
              <a:gd name="connsiteX6" fmla="*/ 28293 w 5741575"/>
              <a:gd name="connsiteY6" fmla="*/ 950971 h 955271"/>
              <a:gd name="connsiteX7" fmla="*/ 59229 w 5741575"/>
              <a:gd name="connsiteY7" fmla="*/ 903950 h 955271"/>
              <a:gd name="connsiteX8" fmla="*/ 148657 w 5741575"/>
              <a:gd name="connsiteY8" fmla="*/ 898134 h 955271"/>
              <a:gd name="connsiteX9" fmla="*/ 174554 w 5741575"/>
              <a:gd name="connsiteY9" fmla="*/ 886351 h 955271"/>
              <a:gd name="connsiteX10" fmla="*/ 187633 w 5741575"/>
              <a:gd name="connsiteY10" fmla="*/ 878226 h 955271"/>
              <a:gd name="connsiteX11" fmla="*/ 187961 w 5741575"/>
              <a:gd name="connsiteY11" fmla="*/ 876538 h 955271"/>
              <a:gd name="connsiteX12" fmla="*/ 240501 w 5741575"/>
              <a:gd name="connsiteY12" fmla="*/ 873150 h 955271"/>
              <a:gd name="connsiteX13" fmla="*/ 246345 w 5741575"/>
              <a:gd name="connsiteY13" fmla="*/ 869942 h 955271"/>
              <a:gd name="connsiteX14" fmla="*/ 306299 w 5741575"/>
              <a:gd name="connsiteY14" fmla="*/ 873609 h 955271"/>
              <a:gd name="connsiteX15" fmla="*/ 331571 w 5741575"/>
              <a:gd name="connsiteY15" fmla="*/ 869866 h 955271"/>
              <a:gd name="connsiteX16" fmla="*/ 384157 w 5741575"/>
              <a:gd name="connsiteY16" fmla="*/ 867971 h 955271"/>
              <a:gd name="connsiteX17" fmla="*/ 477637 w 5741575"/>
              <a:gd name="connsiteY17" fmla="*/ 870334 h 955271"/>
              <a:gd name="connsiteX18" fmla="*/ 570239 w 5741575"/>
              <a:gd name="connsiteY18" fmla="*/ 829596 h 955271"/>
              <a:gd name="connsiteX19" fmla="*/ 772070 w 5741575"/>
              <a:gd name="connsiteY19" fmla="*/ 820296 h 955271"/>
              <a:gd name="connsiteX20" fmla="*/ 948872 w 5741575"/>
              <a:gd name="connsiteY20" fmla="*/ 772201 h 955271"/>
              <a:gd name="connsiteX21" fmla="*/ 1127089 w 5741575"/>
              <a:gd name="connsiteY21" fmla="*/ 746926 h 955271"/>
              <a:gd name="connsiteX22" fmla="*/ 1226314 w 5741575"/>
              <a:gd name="connsiteY22" fmla="*/ 722473 h 955271"/>
              <a:gd name="connsiteX23" fmla="*/ 1278773 w 5741575"/>
              <a:gd name="connsiteY23" fmla="*/ 711503 h 955271"/>
              <a:gd name="connsiteX24" fmla="*/ 1317691 w 5741575"/>
              <a:gd name="connsiteY24" fmla="*/ 708529 h 955271"/>
              <a:gd name="connsiteX25" fmla="*/ 1360404 w 5741575"/>
              <a:gd name="connsiteY25" fmla="*/ 675922 h 955271"/>
              <a:gd name="connsiteX26" fmla="*/ 1412292 w 5741575"/>
              <a:gd name="connsiteY26" fmla="*/ 670793 h 955271"/>
              <a:gd name="connsiteX27" fmla="*/ 1494753 w 5741575"/>
              <a:gd name="connsiteY27" fmla="*/ 644686 h 955271"/>
              <a:gd name="connsiteX28" fmla="*/ 1616217 w 5741575"/>
              <a:gd name="connsiteY28" fmla="*/ 622107 h 955271"/>
              <a:gd name="connsiteX29" fmla="*/ 1710928 w 5741575"/>
              <a:gd name="connsiteY29" fmla="*/ 600666 h 955271"/>
              <a:gd name="connsiteX30" fmla="*/ 1743718 w 5741575"/>
              <a:gd name="connsiteY30" fmla="*/ 584327 h 955271"/>
              <a:gd name="connsiteX31" fmla="*/ 1873778 w 5741575"/>
              <a:gd name="connsiteY31" fmla="*/ 530130 h 955271"/>
              <a:gd name="connsiteX32" fmla="*/ 1988411 w 5741575"/>
              <a:gd name="connsiteY32" fmla="*/ 491599 h 955271"/>
              <a:gd name="connsiteX33" fmla="*/ 2085507 w 5741575"/>
              <a:gd name="connsiteY33" fmla="*/ 498527 h 955271"/>
              <a:gd name="connsiteX34" fmla="*/ 2090767 w 5741575"/>
              <a:gd name="connsiteY34" fmla="*/ 490616 h 955271"/>
              <a:gd name="connsiteX35" fmla="*/ 2151143 w 5741575"/>
              <a:gd name="connsiteY35" fmla="*/ 478332 h 955271"/>
              <a:gd name="connsiteX36" fmla="*/ 2378710 w 5741575"/>
              <a:gd name="connsiteY36" fmla="*/ 477570 h 955271"/>
              <a:gd name="connsiteX37" fmla="*/ 2496256 w 5741575"/>
              <a:gd name="connsiteY37" fmla="*/ 452396 h 955271"/>
              <a:gd name="connsiteX38" fmla="*/ 2535387 w 5741575"/>
              <a:gd name="connsiteY38" fmla="*/ 436645 h 955271"/>
              <a:gd name="connsiteX39" fmla="*/ 2601109 w 5741575"/>
              <a:gd name="connsiteY39" fmla="*/ 410678 h 955271"/>
              <a:gd name="connsiteX40" fmla="*/ 2643855 w 5741575"/>
              <a:gd name="connsiteY40" fmla="*/ 374482 h 955271"/>
              <a:gd name="connsiteX41" fmla="*/ 2657726 w 5741575"/>
              <a:gd name="connsiteY41" fmla="*/ 365841 h 955271"/>
              <a:gd name="connsiteX42" fmla="*/ 2687125 w 5741575"/>
              <a:gd name="connsiteY42" fmla="*/ 366820 h 955271"/>
              <a:gd name="connsiteX43" fmla="*/ 2697479 w 5741575"/>
              <a:gd name="connsiteY43" fmla="*/ 361430 h 955271"/>
              <a:gd name="connsiteX44" fmla="*/ 2731718 w 5741575"/>
              <a:gd name="connsiteY44" fmla="*/ 361545 h 955271"/>
              <a:gd name="connsiteX45" fmla="*/ 2777227 w 5741575"/>
              <a:gd name="connsiteY45" fmla="*/ 368972 h 955271"/>
              <a:gd name="connsiteX46" fmla="*/ 2824768 w 5741575"/>
              <a:gd name="connsiteY46" fmla="*/ 361652 h 955271"/>
              <a:gd name="connsiteX47" fmla="*/ 2885545 w 5741575"/>
              <a:gd name="connsiteY47" fmla="*/ 372818 h 955271"/>
              <a:gd name="connsiteX48" fmla="*/ 3009558 w 5741575"/>
              <a:gd name="connsiteY48" fmla="*/ 370573 h 955271"/>
              <a:gd name="connsiteX49" fmla="*/ 3095010 w 5741575"/>
              <a:gd name="connsiteY49" fmla="*/ 332454 h 955271"/>
              <a:gd name="connsiteX50" fmla="*/ 3103742 w 5741575"/>
              <a:gd name="connsiteY50" fmla="*/ 337974 h 955271"/>
              <a:gd name="connsiteX51" fmla="*/ 3165093 w 5741575"/>
              <a:gd name="connsiteY51" fmla="*/ 329459 h 955271"/>
              <a:gd name="connsiteX52" fmla="*/ 3373785 w 5741575"/>
              <a:gd name="connsiteY52" fmla="*/ 255680 h 955271"/>
              <a:gd name="connsiteX53" fmla="*/ 3493851 w 5741575"/>
              <a:gd name="connsiteY53" fmla="*/ 240255 h 955271"/>
              <a:gd name="connsiteX54" fmla="*/ 3537470 w 5741575"/>
              <a:gd name="connsiteY54" fmla="*/ 241867 h 955271"/>
              <a:gd name="connsiteX55" fmla="*/ 3610489 w 5741575"/>
              <a:gd name="connsiteY55" fmla="*/ 244128 h 955271"/>
              <a:gd name="connsiteX56" fmla="*/ 3667539 w 5741575"/>
              <a:gd name="connsiteY56" fmla="*/ 263271 h 955271"/>
              <a:gd name="connsiteX57" fmla="*/ 3727614 w 5741575"/>
              <a:gd name="connsiteY57" fmla="*/ 258245 h 955271"/>
              <a:gd name="connsiteX58" fmla="*/ 3738369 w 5741575"/>
              <a:gd name="connsiteY58" fmla="*/ 234506 h 955271"/>
              <a:gd name="connsiteX59" fmla="*/ 3803670 w 5741575"/>
              <a:gd name="connsiteY59" fmla="*/ 236457 h 955271"/>
              <a:gd name="connsiteX60" fmla="*/ 3903080 w 5741575"/>
              <a:gd name="connsiteY60" fmla="*/ 241890 h 955271"/>
              <a:gd name="connsiteX61" fmla="*/ 4114838 w 5741575"/>
              <a:gd name="connsiteY61" fmla="*/ 238165 h 955271"/>
              <a:gd name="connsiteX62" fmla="*/ 4271023 w 5741575"/>
              <a:gd name="connsiteY62" fmla="*/ 241959 h 955271"/>
              <a:gd name="connsiteX63" fmla="*/ 4367397 w 5741575"/>
              <a:gd name="connsiteY63" fmla="*/ 271442 h 955271"/>
              <a:gd name="connsiteX64" fmla="*/ 4495366 w 5741575"/>
              <a:gd name="connsiteY64" fmla="*/ 271618 h 955271"/>
              <a:gd name="connsiteX65" fmla="*/ 4517347 w 5741575"/>
              <a:gd name="connsiteY65" fmla="*/ 275639 h 955271"/>
              <a:gd name="connsiteX66" fmla="*/ 4546116 w 5741575"/>
              <a:gd name="connsiteY66" fmla="*/ 268568 h 955271"/>
              <a:gd name="connsiteX67" fmla="*/ 4661259 w 5741575"/>
              <a:gd name="connsiteY67" fmla="*/ 238966 h 955271"/>
              <a:gd name="connsiteX68" fmla="*/ 4750403 w 5741575"/>
              <a:gd name="connsiteY68" fmla="*/ 204364 h 955271"/>
              <a:gd name="connsiteX69" fmla="*/ 4867614 w 5741575"/>
              <a:gd name="connsiteY69" fmla="*/ 208668 h 955271"/>
              <a:gd name="connsiteX70" fmla="*/ 4937036 w 5741575"/>
              <a:gd name="connsiteY70" fmla="*/ 195446 h 955271"/>
              <a:gd name="connsiteX71" fmla="*/ 5067740 w 5741575"/>
              <a:gd name="connsiteY71" fmla="*/ 172293 h 955271"/>
              <a:gd name="connsiteX72" fmla="*/ 5200247 w 5741575"/>
              <a:gd name="connsiteY72" fmla="*/ 142695 h 955271"/>
              <a:gd name="connsiteX73" fmla="*/ 5291963 w 5741575"/>
              <a:gd name="connsiteY73" fmla="*/ 139446 h 955271"/>
              <a:gd name="connsiteX74" fmla="*/ 5418472 w 5741575"/>
              <a:gd name="connsiteY74" fmla="*/ 89163 h 955271"/>
              <a:gd name="connsiteX75" fmla="*/ 5482354 w 5741575"/>
              <a:gd name="connsiteY75" fmla="*/ 69470 h 955271"/>
              <a:gd name="connsiteX76" fmla="*/ 5583280 w 5741575"/>
              <a:gd name="connsiteY76" fmla="*/ 49787 h 955271"/>
              <a:gd name="connsiteX77" fmla="*/ 5613766 w 5741575"/>
              <a:gd name="connsiteY77" fmla="*/ 41855 h 955271"/>
              <a:gd name="connsiteX78" fmla="*/ 5684952 w 5741575"/>
              <a:gd name="connsiteY78" fmla="*/ 26088 h 955271"/>
              <a:gd name="connsiteX79" fmla="*/ 5741575 w 5741575"/>
              <a:gd name="connsiteY79" fmla="*/ 0 h 955271"/>
              <a:gd name="connsiteX0" fmla="*/ 5741575 w 5741575"/>
              <a:gd name="connsiteY0" fmla="*/ 0 h 955271"/>
              <a:gd name="connsiteX1" fmla="*/ 5741575 w 5741575"/>
              <a:gd name="connsiteY1" fmla="*/ 955271 h 955271"/>
              <a:gd name="connsiteX2" fmla="*/ 0 w 5741575"/>
              <a:gd name="connsiteY2" fmla="*/ 955271 h 955271"/>
              <a:gd name="connsiteX3" fmla="*/ 8558 w 5741575"/>
              <a:gd name="connsiteY3" fmla="*/ 953971 h 955271"/>
              <a:gd name="connsiteX4" fmla="*/ 16894 w 5741575"/>
              <a:gd name="connsiteY4" fmla="*/ 953847 h 955271"/>
              <a:gd name="connsiteX5" fmla="*/ 28156 w 5741575"/>
              <a:gd name="connsiteY5" fmla="*/ 951374 h 955271"/>
              <a:gd name="connsiteX6" fmla="*/ 28293 w 5741575"/>
              <a:gd name="connsiteY6" fmla="*/ 950971 h 955271"/>
              <a:gd name="connsiteX7" fmla="*/ 59229 w 5741575"/>
              <a:gd name="connsiteY7" fmla="*/ 903950 h 955271"/>
              <a:gd name="connsiteX8" fmla="*/ 148657 w 5741575"/>
              <a:gd name="connsiteY8" fmla="*/ 898134 h 955271"/>
              <a:gd name="connsiteX9" fmla="*/ 174554 w 5741575"/>
              <a:gd name="connsiteY9" fmla="*/ 886351 h 955271"/>
              <a:gd name="connsiteX10" fmla="*/ 187633 w 5741575"/>
              <a:gd name="connsiteY10" fmla="*/ 878226 h 955271"/>
              <a:gd name="connsiteX11" fmla="*/ 187961 w 5741575"/>
              <a:gd name="connsiteY11" fmla="*/ 876538 h 955271"/>
              <a:gd name="connsiteX12" fmla="*/ 240501 w 5741575"/>
              <a:gd name="connsiteY12" fmla="*/ 873150 h 955271"/>
              <a:gd name="connsiteX13" fmla="*/ 246345 w 5741575"/>
              <a:gd name="connsiteY13" fmla="*/ 869942 h 955271"/>
              <a:gd name="connsiteX14" fmla="*/ 306299 w 5741575"/>
              <a:gd name="connsiteY14" fmla="*/ 873609 h 955271"/>
              <a:gd name="connsiteX15" fmla="*/ 331571 w 5741575"/>
              <a:gd name="connsiteY15" fmla="*/ 869866 h 955271"/>
              <a:gd name="connsiteX16" fmla="*/ 384157 w 5741575"/>
              <a:gd name="connsiteY16" fmla="*/ 867971 h 955271"/>
              <a:gd name="connsiteX17" fmla="*/ 477637 w 5741575"/>
              <a:gd name="connsiteY17" fmla="*/ 870334 h 955271"/>
              <a:gd name="connsiteX18" fmla="*/ 570239 w 5741575"/>
              <a:gd name="connsiteY18" fmla="*/ 829596 h 955271"/>
              <a:gd name="connsiteX19" fmla="*/ 772070 w 5741575"/>
              <a:gd name="connsiteY19" fmla="*/ 820296 h 955271"/>
              <a:gd name="connsiteX20" fmla="*/ 948872 w 5741575"/>
              <a:gd name="connsiteY20" fmla="*/ 772201 h 955271"/>
              <a:gd name="connsiteX21" fmla="*/ 1127089 w 5741575"/>
              <a:gd name="connsiteY21" fmla="*/ 746926 h 955271"/>
              <a:gd name="connsiteX22" fmla="*/ 1226314 w 5741575"/>
              <a:gd name="connsiteY22" fmla="*/ 722473 h 955271"/>
              <a:gd name="connsiteX23" fmla="*/ 1278773 w 5741575"/>
              <a:gd name="connsiteY23" fmla="*/ 711503 h 955271"/>
              <a:gd name="connsiteX24" fmla="*/ 1317691 w 5741575"/>
              <a:gd name="connsiteY24" fmla="*/ 708529 h 955271"/>
              <a:gd name="connsiteX25" fmla="*/ 1360404 w 5741575"/>
              <a:gd name="connsiteY25" fmla="*/ 675922 h 955271"/>
              <a:gd name="connsiteX26" fmla="*/ 1412292 w 5741575"/>
              <a:gd name="connsiteY26" fmla="*/ 670793 h 955271"/>
              <a:gd name="connsiteX27" fmla="*/ 1494753 w 5741575"/>
              <a:gd name="connsiteY27" fmla="*/ 644686 h 955271"/>
              <a:gd name="connsiteX28" fmla="*/ 1616217 w 5741575"/>
              <a:gd name="connsiteY28" fmla="*/ 622107 h 955271"/>
              <a:gd name="connsiteX29" fmla="*/ 1710928 w 5741575"/>
              <a:gd name="connsiteY29" fmla="*/ 600666 h 955271"/>
              <a:gd name="connsiteX30" fmla="*/ 1743718 w 5741575"/>
              <a:gd name="connsiteY30" fmla="*/ 584327 h 955271"/>
              <a:gd name="connsiteX31" fmla="*/ 1873778 w 5741575"/>
              <a:gd name="connsiteY31" fmla="*/ 530130 h 955271"/>
              <a:gd name="connsiteX32" fmla="*/ 1988411 w 5741575"/>
              <a:gd name="connsiteY32" fmla="*/ 491599 h 955271"/>
              <a:gd name="connsiteX33" fmla="*/ 2085507 w 5741575"/>
              <a:gd name="connsiteY33" fmla="*/ 498527 h 955271"/>
              <a:gd name="connsiteX34" fmla="*/ 2090767 w 5741575"/>
              <a:gd name="connsiteY34" fmla="*/ 490616 h 955271"/>
              <a:gd name="connsiteX35" fmla="*/ 2151143 w 5741575"/>
              <a:gd name="connsiteY35" fmla="*/ 478332 h 955271"/>
              <a:gd name="connsiteX36" fmla="*/ 2378710 w 5741575"/>
              <a:gd name="connsiteY36" fmla="*/ 477570 h 955271"/>
              <a:gd name="connsiteX37" fmla="*/ 2496256 w 5741575"/>
              <a:gd name="connsiteY37" fmla="*/ 452396 h 955271"/>
              <a:gd name="connsiteX38" fmla="*/ 2535387 w 5741575"/>
              <a:gd name="connsiteY38" fmla="*/ 436645 h 955271"/>
              <a:gd name="connsiteX39" fmla="*/ 2601109 w 5741575"/>
              <a:gd name="connsiteY39" fmla="*/ 410678 h 955271"/>
              <a:gd name="connsiteX40" fmla="*/ 2643855 w 5741575"/>
              <a:gd name="connsiteY40" fmla="*/ 374482 h 955271"/>
              <a:gd name="connsiteX41" fmla="*/ 2657726 w 5741575"/>
              <a:gd name="connsiteY41" fmla="*/ 365841 h 955271"/>
              <a:gd name="connsiteX42" fmla="*/ 2687125 w 5741575"/>
              <a:gd name="connsiteY42" fmla="*/ 366820 h 955271"/>
              <a:gd name="connsiteX43" fmla="*/ 2697479 w 5741575"/>
              <a:gd name="connsiteY43" fmla="*/ 361430 h 955271"/>
              <a:gd name="connsiteX44" fmla="*/ 2731718 w 5741575"/>
              <a:gd name="connsiteY44" fmla="*/ 361545 h 955271"/>
              <a:gd name="connsiteX45" fmla="*/ 2777227 w 5741575"/>
              <a:gd name="connsiteY45" fmla="*/ 368972 h 955271"/>
              <a:gd name="connsiteX46" fmla="*/ 2824768 w 5741575"/>
              <a:gd name="connsiteY46" fmla="*/ 361652 h 955271"/>
              <a:gd name="connsiteX47" fmla="*/ 2885545 w 5741575"/>
              <a:gd name="connsiteY47" fmla="*/ 372818 h 955271"/>
              <a:gd name="connsiteX48" fmla="*/ 3009558 w 5741575"/>
              <a:gd name="connsiteY48" fmla="*/ 370573 h 955271"/>
              <a:gd name="connsiteX49" fmla="*/ 3095010 w 5741575"/>
              <a:gd name="connsiteY49" fmla="*/ 332454 h 955271"/>
              <a:gd name="connsiteX50" fmla="*/ 3103742 w 5741575"/>
              <a:gd name="connsiteY50" fmla="*/ 337974 h 955271"/>
              <a:gd name="connsiteX51" fmla="*/ 3195264 w 5741575"/>
              <a:gd name="connsiteY51" fmla="*/ 293158 h 955271"/>
              <a:gd name="connsiteX52" fmla="*/ 3373785 w 5741575"/>
              <a:gd name="connsiteY52" fmla="*/ 255680 h 955271"/>
              <a:gd name="connsiteX53" fmla="*/ 3493851 w 5741575"/>
              <a:gd name="connsiteY53" fmla="*/ 240255 h 955271"/>
              <a:gd name="connsiteX54" fmla="*/ 3537470 w 5741575"/>
              <a:gd name="connsiteY54" fmla="*/ 241867 h 955271"/>
              <a:gd name="connsiteX55" fmla="*/ 3610489 w 5741575"/>
              <a:gd name="connsiteY55" fmla="*/ 244128 h 955271"/>
              <a:gd name="connsiteX56" fmla="*/ 3667539 w 5741575"/>
              <a:gd name="connsiteY56" fmla="*/ 263271 h 955271"/>
              <a:gd name="connsiteX57" fmla="*/ 3727614 w 5741575"/>
              <a:gd name="connsiteY57" fmla="*/ 258245 h 955271"/>
              <a:gd name="connsiteX58" fmla="*/ 3738369 w 5741575"/>
              <a:gd name="connsiteY58" fmla="*/ 234506 h 955271"/>
              <a:gd name="connsiteX59" fmla="*/ 3803670 w 5741575"/>
              <a:gd name="connsiteY59" fmla="*/ 236457 h 955271"/>
              <a:gd name="connsiteX60" fmla="*/ 3903080 w 5741575"/>
              <a:gd name="connsiteY60" fmla="*/ 241890 h 955271"/>
              <a:gd name="connsiteX61" fmla="*/ 4114838 w 5741575"/>
              <a:gd name="connsiteY61" fmla="*/ 238165 h 955271"/>
              <a:gd name="connsiteX62" fmla="*/ 4271023 w 5741575"/>
              <a:gd name="connsiteY62" fmla="*/ 241959 h 955271"/>
              <a:gd name="connsiteX63" fmla="*/ 4367397 w 5741575"/>
              <a:gd name="connsiteY63" fmla="*/ 271442 h 955271"/>
              <a:gd name="connsiteX64" fmla="*/ 4495366 w 5741575"/>
              <a:gd name="connsiteY64" fmla="*/ 271618 h 955271"/>
              <a:gd name="connsiteX65" fmla="*/ 4517347 w 5741575"/>
              <a:gd name="connsiteY65" fmla="*/ 275639 h 955271"/>
              <a:gd name="connsiteX66" fmla="*/ 4546116 w 5741575"/>
              <a:gd name="connsiteY66" fmla="*/ 268568 h 955271"/>
              <a:gd name="connsiteX67" fmla="*/ 4661259 w 5741575"/>
              <a:gd name="connsiteY67" fmla="*/ 238966 h 955271"/>
              <a:gd name="connsiteX68" fmla="*/ 4750403 w 5741575"/>
              <a:gd name="connsiteY68" fmla="*/ 204364 h 955271"/>
              <a:gd name="connsiteX69" fmla="*/ 4867614 w 5741575"/>
              <a:gd name="connsiteY69" fmla="*/ 208668 h 955271"/>
              <a:gd name="connsiteX70" fmla="*/ 4937036 w 5741575"/>
              <a:gd name="connsiteY70" fmla="*/ 195446 h 955271"/>
              <a:gd name="connsiteX71" fmla="*/ 5067740 w 5741575"/>
              <a:gd name="connsiteY71" fmla="*/ 172293 h 955271"/>
              <a:gd name="connsiteX72" fmla="*/ 5200247 w 5741575"/>
              <a:gd name="connsiteY72" fmla="*/ 142695 h 955271"/>
              <a:gd name="connsiteX73" fmla="*/ 5291963 w 5741575"/>
              <a:gd name="connsiteY73" fmla="*/ 139446 h 955271"/>
              <a:gd name="connsiteX74" fmla="*/ 5418472 w 5741575"/>
              <a:gd name="connsiteY74" fmla="*/ 89163 h 955271"/>
              <a:gd name="connsiteX75" fmla="*/ 5482354 w 5741575"/>
              <a:gd name="connsiteY75" fmla="*/ 69470 h 955271"/>
              <a:gd name="connsiteX76" fmla="*/ 5583280 w 5741575"/>
              <a:gd name="connsiteY76" fmla="*/ 49787 h 955271"/>
              <a:gd name="connsiteX77" fmla="*/ 5613766 w 5741575"/>
              <a:gd name="connsiteY77" fmla="*/ 41855 h 955271"/>
              <a:gd name="connsiteX78" fmla="*/ 5684952 w 5741575"/>
              <a:gd name="connsiteY78" fmla="*/ 26088 h 955271"/>
              <a:gd name="connsiteX79" fmla="*/ 5741575 w 5741575"/>
              <a:gd name="connsiteY79" fmla="*/ 0 h 955271"/>
              <a:gd name="connsiteX0" fmla="*/ 5741575 w 5741575"/>
              <a:gd name="connsiteY0" fmla="*/ 0 h 955271"/>
              <a:gd name="connsiteX1" fmla="*/ 5741575 w 5741575"/>
              <a:gd name="connsiteY1" fmla="*/ 955271 h 955271"/>
              <a:gd name="connsiteX2" fmla="*/ 0 w 5741575"/>
              <a:gd name="connsiteY2" fmla="*/ 955271 h 955271"/>
              <a:gd name="connsiteX3" fmla="*/ 8558 w 5741575"/>
              <a:gd name="connsiteY3" fmla="*/ 953971 h 955271"/>
              <a:gd name="connsiteX4" fmla="*/ 16894 w 5741575"/>
              <a:gd name="connsiteY4" fmla="*/ 953847 h 955271"/>
              <a:gd name="connsiteX5" fmla="*/ 28156 w 5741575"/>
              <a:gd name="connsiteY5" fmla="*/ 951374 h 955271"/>
              <a:gd name="connsiteX6" fmla="*/ 28293 w 5741575"/>
              <a:gd name="connsiteY6" fmla="*/ 950971 h 955271"/>
              <a:gd name="connsiteX7" fmla="*/ 59229 w 5741575"/>
              <a:gd name="connsiteY7" fmla="*/ 903950 h 955271"/>
              <a:gd name="connsiteX8" fmla="*/ 148657 w 5741575"/>
              <a:gd name="connsiteY8" fmla="*/ 898134 h 955271"/>
              <a:gd name="connsiteX9" fmla="*/ 174554 w 5741575"/>
              <a:gd name="connsiteY9" fmla="*/ 886351 h 955271"/>
              <a:gd name="connsiteX10" fmla="*/ 187633 w 5741575"/>
              <a:gd name="connsiteY10" fmla="*/ 878226 h 955271"/>
              <a:gd name="connsiteX11" fmla="*/ 187961 w 5741575"/>
              <a:gd name="connsiteY11" fmla="*/ 876538 h 955271"/>
              <a:gd name="connsiteX12" fmla="*/ 240501 w 5741575"/>
              <a:gd name="connsiteY12" fmla="*/ 873150 h 955271"/>
              <a:gd name="connsiteX13" fmla="*/ 246345 w 5741575"/>
              <a:gd name="connsiteY13" fmla="*/ 869942 h 955271"/>
              <a:gd name="connsiteX14" fmla="*/ 306299 w 5741575"/>
              <a:gd name="connsiteY14" fmla="*/ 873609 h 955271"/>
              <a:gd name="connsiteX15" fmla="*/ 331571 w 5741575"/>
              <a:gd name="connsiteY15" fmla="*/ 869866 h 955271"/>
              <a:gd name="connsiteX16" fmla="*/ 384157 w 5741575"/>
              <a:gd name="connsiteY16" fmla="*/ 867971 h 955271"/>
              <a:gd name="connsiteX17" fmla="*/ 477637 w 5741575"/>
              <a:gd name="connsiteY17" fmla="*/ 870334 h 955271"/>
              <a:gd name="connsiteX18" fmla="*/ 570239 w 5741575"/>
              <a:gd name="connsiteY18" fmla="*/ 829596 h 955271"/>
              <a:gd name="connsiteX19" fmla="*/ 772070 w 5741575"/>
              <a:gd name="connsiteY19" fmla="*/ 820296 h 955271"/>
              <a:gd name="connsiteX20" fmla="*/ 948872 w 5741575"/>
              <a:gd name="connsiteY20" fmla="*/ 772201 h 955271"/>
              <a:gd name="connsiteX21" fmla="*/ 1127089 w 5741575"/>
              <a:gd name="connsiteY21" fmla="*/ 746926 h 955271"/>
              <a:gd name="connsiteX22" fmla="*/ 1226314 w 5741575"/>
              <a:gd name="connsiteY22" fmla="*/ 722473 h 955271"/>
              <a:gd name="connsiteX23" fmla="*/ 1278773 w 5741575"/>
              <a:gd name="connsiteY23" fmla="*/ 711503 h 955271"/>
              <a:gd name="connsiteX24" fmla="*/ 1317691 w 5741575"/>
              <a:gd name="connsiteY24" fmla="*/ 708529 h 955271"/>
              <a:gd name="connsiteX25" fmla="*/ 1360404 w 5741575"/>
              <a:gd name="connsiteY25" fmla="*/ 675922 h 955271"/>
              <a:gd name="connsiteX26" fmla="*/ 1412292 w 5741575"/>
              <a:gd name="connsiteY26" fmla="*/ 670793 h 955271"/>
              <a:gd name="connsiteX27" fmla="*/ 1494753 w 5741575"/>
              <a:gd name="connsiteY27" fmla="*/ 644686 h 955271"/>
              <a:gd name="connsiteX28" fmla="*/ 1616217 w 5741575"/>
              <a:gd name="connsiteY28" fmla="*/ 622107 h 955271"/>
              <a:gd name="connsiteX29" fmla="*/ 1710928 w 5741575"/>
              <a:gd name="connsiteY29" fmla="*/ 600666 h 955271"/>
              <a:gd name="connsiteX30" fmla="*/ 1743718 w 5741575"/>
              <a:gd name="connsiteY30" fmla="*/ 584327 h 955271"/>
              <a:gd name="connsiteX31" fmla="*/ 1873778 w 5741575"/>
              <a:gd name="connsiteY31" fmla="*/ 530130 h 955271"/>
              <a:gd name="connsiteX32" fmla="*/ 1988411 w 5741575"/>
              <a:gd name="connsiteY32" fmla="*/ 491599 h 955271"/>
              <a:gd name="connsiteX33" fmla="*/ 2085507 w 5741575"/>
              <a:gd name="connsiteY33" fmla="*/ 498527 h 955271"/>
              <a:gd name="connsiteX34" fmla="*/ 2090767 w 5741575"/>
              <a:gd name="connsiteY34" fmla="*/ 490616 h 955271"/>
              <a:gd name="connsiteX35" fmla="*/ 2151143 w 5741575"/>
              <a:gd name="connsiteY35" fmla="*/ 478332 h 955271"/>
              <a:gd name="connsiteX36" fmla="*/ 2378710 w 5741575"/>
              <a:gd name="connsiteY36" fmla="*/ 477570 h 955271"/>
              <a:gd name="connsiteX37" fmla="*/ 2496256 w 5741575"/>
              <a:gd name="connsiteY37" fmla="*/ 452396 h 955271"/>
              <a:gd name="connsiteX38" fmla="*/ 2535387 w 5741575"/>
              <a:gd name="connsiteY38" fmla="*/ 436645 h 955271"/>
              <a:gd name="connsiteX39" fmla="*/ 2601109 w 5741575"/>
              <a:gd name="connsiteY39" fmla="*/ 410678 h 955271"/>
              <a:gd name="connsiteX40" fmla="*/ 2643855 w 5741575"/>
              <a:gd name="connsiteY40" fmla="*/ 374482 h 955271"/>
              <a:gd name="connsiteX41" fmla="*/ 2657726 w 5741575"/>
              <a:gd name="connsiteY41" fmla="*/ 365841 h 955271"/>
              <a:gd name="connsiteX42" fmla="*/ 2687125 w 5741575"/>
              <a:gd name="connsiteY42" fmla="*/ 366820 h 955271"/>
              <a:gd name="connsiteX43" fmla="*/ 2697479 w 5741575"/>
              <a:gd name="connsiteY43" fmla="*/ 361430 h 955271"/>
              <a:gd name="connsiteX44" fmla="*/ 2731718 w 5741575"/>
              <a:gd name="connsiteY44" fmla="*/ 361545 h 955271"/>
              <a:gd name="connsiteX45" fmla="*/ 2777227 w 5741575"/>
              <a:gd name="connsiteY45" fmla="*/ 368972 h 955271"/>
              <a:gd name="connsiteX46" fmla="*/ 2824768 w 5741575"/>
              <a:gd name="connsiteY46" fmla="*/ 361652 h 955271"/>
              <a:gd name="connsiteX47" fmla="*/ 2885545 w 5741575"/>
              <a:gd name="connsiteY47" fmla="*/ 372818 h 955271"/>
              <a:gd name="connsiteX48" fmla="*/ 3009558 w 5741575"/>
              <a:gd name="connsiteY48" fmla="*/ 370573 h 955271"/>
              <a:gd name="connsiteX49" fmla="*/ 3095010 w 5741575"/>
              <a:gd name="connsiteY49" fmla="*/ 332454 h 955271"/>
              <a:gd name="connsiteX50" fmla="*/ 3148998 w 5741575"/>
              <a:gd name="connsiteY50" fmla="*/ 315286 h 955271"/>
              <a:gd name="connsiteX51" fmla="*/ 3195264 w 5741575"/>
              <a:gd name="connsiteY51" fmla="*/ 293158 h 955271"/>
              <a:gd name="connsiteX52" fmla="*/ 3373785 w 5741575"/>
              <a:gd name="connsiteY52" fmla="*/ 255680 h 955271"/>
              <a:gd name="connsiteX53" fmla="*/ 3493851 w 5741575"/>
              <a:gd name="connsiteY53" fmla="*/ 240255 h 955271"/>
              <a:gd name="connsiteX54" fmla="*/ 3537470 w 5741575"/>
              <a:gd name="connsiteY54" fmla="*/ 241867 h 955271"/>
              <a:gd name="connsiteX55" fmla="*/ 3610489 w 5741575"/>
              <a:gd name="connsiteY55" fmla="*/ 244128 h 955271"/>
              <a:gd name="connsiteX56" fmla="*/ 3667539 w 5741575"/>
              <a:gd name="connsiteY56" fmla="*/ 263271 h 955271"/>
              <a:gd name="connsiteX57" fmla="*/ 3727614 w 5741575"/>
              <a:gd name="connsiteY57" fmla="*/ 258245 h 955271"/>
              <a:gd name="connsiteX58" fmla="*/ 3738369 w 5741575"/>
              <a:gd name="connsiteY58" fmla="*/ 234506 h 955271"/>
              <a:gd name="connsiteX59" fmla="*/ 3803670 w 5741575"/>
              <a:gd name="connsiteY59" fmla="*/ 236457 h 955271"/>
              <a:gd name="connsiteX60" fmla="*/ 3903080 w 5741575"/>
              <a:gd name="connsiteY60" fmla="*/ 241890 h 955271"/>
              <a:gd name="connsiteX61" fmla="*/ 4114838 w 5741575"/>
              <a:gd name="connsiteY61" fmla="*/ 238165 h 955271"/>
              <a:gd name="connsiteX62" fmla="*/ 4271023 w 5741575"/>
              <a:gd name="connsiteY62" fmla="*/ 241959 h 955271"/>
              <a:gd name="connsiteX63" fmla="*/ 4367397 w 5741575"/>
              <a:gd name="connsiteY63" fmla="*/ 271442 h 955271"/>
              <a:gd name="connsiteX64" fmla="*/ 4495366 w 5741575"/>
              <a:gd name="connsiteY64" fmla="*/ 271618 h 955271"/>
              <a:gd name="connsiteX65" fmla="*/ 4517347 w 5741575"/>
              <a:gd name="connsiteY65" fmla="*/ 275639 h 955271"/>
              <a:gd name="connsiteX66" fmla="*/ 4546116 w 5741575"/>
              <a:gd name="connsiteY66" fmla="*/ 268568 h 955271"/>
              <a:gd name="connsiteX67" fmla="*/ 4661259 w 5741575"/>
              <a:gd name="connsiteY67" fmla="*/ 238966 h 955271"/>
              <a:gd name="connsiteX68" fmla="*/ 4750403 w 5741575"/>
              <a:gd name="connsiteY68" fmla="*/ 204364 h 955271"/>
              <a:gd name="connsiteX69" fmla="*/ 4867614 w 5741575"/>
              <a:gd name="connsiteY69" fmla="*/ 208668 h 955271"/>
              <a:gd name="connsiteX70" fmla="*/ 4937036 w 5741575"/>
              <a:gd name="connsiteY70" fmla="*/ 195446 h 955271"/>
              <a:gd name="connsiteX71" fmla="*/ 5067740 w 5741575"/>
              <a:gd name="connsiteY71" fmla="*/ 172293 h 955271"/>
              <a:gd name="connsiteX72" fmla="*/ 5200247 w 5741575"/>
              <a:gd name="connsiteY72" fmla="*/ 142695 h 955271"/>
              <a:gd name="connsiteX73" fmla="*/ 5291963 w 5741575"/>
              <a:gd name="connsiteY73" fmla="*/ 139446 h 955271"/>
              <a:gd name="connsiteX74" fmla="*/ 5418472 w 5741575"/>
              <a:gd name="connsiteY74" fmla="*/ 89163 h 955271"/>
              <a:gd name="connsiteX75" fmla="*/ 5482354 w 5741575"/>
              <a:gd name="connsiteY75" fmla="*/ 69470 h 955271"/>
              <a:gd name="connsiteX76" fmla="*/ 5583280 w 5741575"/>
              <a:gd name="connsiteY76" fmla="*/ 49787 h 955271"/>
              <a:gd name="connsiteX77" fmla="*/ 5613766 w 5741575"/>
              <a:gd name="connsiteY77" fmla="*/ 41855 h 955271"/>
              <a:gd name="connsiteX78" fmla="*/ 5684952 w 5741575"/>
              <a:gd name="connsiteY78" fmla="*/ 26088 h 955271"/>
              <a:gd name="connsiteX79" fmla="*/ 5741575 w 5741575"/>
              <a:gd name="connsiteY79" fmla="*/ 0 h 955271"/>
              <a:gd name="connsiteX0" fmla="*/ 5741575 w 5741575"/>
              <a:gd name="connsiteY0" fmla="*/ 0 h 955271"/>
              <a:gd name="connsiteX1" fmla="*/ 5741575 w 5741575"/>
              <a:gd name="connsiteY1" fmla="*/ 955271 h 955271"/>
              <a:gd name="connsiteX2" fmla="*/ 0 w 5741575"/>
              <a:gd name="connsiteY2" fmla="*/ 955271 h 955271"/>
              <a:gd name="connsiteX3" fmla="*/ 8558 w 5741575"/>
              <a:gd name="connsiteY3" fmla="*/ 953971 h 955271"/>
              <a:gd name="connsiteX4" fmla="*/ 16894 w 5741575"/>
              <a:gd name="connsiteY4" fmla="*/ 953847 h 955271"/>
              <a:gd name="connsiteX5" fmla="*/ 28156 w 5741575"/>
              <a:gd name="connsiteY5" fmla="*/ 951374 h 955271"/>
              <a:gd name="connsiteX6" fmla="*/ 28293 w 5741575"/>
              <a:gd name="connsiteY6" fmla="*/ 950971 h 955271"/>
              <a:gd name="connsiteX7" fmla="*/ 59229 w 5741575"/>
              <a:gd name="connsiteY7" fmla="*/ 903950 h 955271"/>
              <a:gd name="connsiteX8" fmla="*/ 148657 w 5741575"/>
              <a:gd name="connsiteY8" fmla="*/ 898134 h 955271"/>
              <a:gd name="connsiteX9" fmla="*/ 174554 w 5741575"/>
              <a:gd name="connsiteY9" fmla="*/ 886351 h 955271"/>
              <a:gd name="connsiteX10" fmla="*/ 187633 w 5741575"/>
              <a:gd name="connsiteY10" fmla="*/ 878226 h 955271"/>
              <a:gd name="connsiteX11" fmla="*/ 187961 w 5741575"/>
              <a:gd name="connsiteY11" fmla="*/ 876538 h 955271"/>
              <a:gd name="connsiteX12" fmla="*/ 240501 w 5741575"/>
              <a:gd name="connsiteY12" fmla="*/ 873150 h 955271"/>
              <a:gd name="connsiteX13" fmla="*/ 246345 w 5741575"/>
              <a:gd name="connsiteY13" fmla="*/ 869942 h 955271"/>
              <a:gd name="connsiteX14" fmla="*/ 306299 w 5741575"/>
              <a:gd name="connsiteY14" fmla="*/ 873609 h 955271"/>
              <a:gd name="connsiteX15" fmla="*/ 331571 w 5741575"/>
              <a:gd name="connsiteY15" fmla="*/ 869866 h 955271"/>
              <a:gd name="connsiteX16" fmla="*/ 384157 w 5741575"/>
              <a:gd name="connsiteY16" fmla="*/ 867971 h 955271"/>
              <a:gd name="connsiteX17" fmla="*/ 477637 w 5741575"/>
              <a:gd name="connsiteY17" fmla="*/ 870334 h 955271"/>
              <a:gd name="connsiteX18" fmla="*/ 570239 w 5741575"/>
              <a:gd name="connsiteY18" fmla="*/ 829596 h 955271"/>
              <a:gd name="connsiteX19" fmla="*/ 772070 w 5741575"/>
              <a:gd name="connsiteY19" fmla="*/ 820296 h 955271"/>
              <a:gd name="connsiteX20" fmla="*/ 948872 w 5741575"/>
              <a:gd name="connsiteY20" fmla="*/ 772201 h 955271"/>
              <a:gd name="connsiteX21" fmla="*/ 1127089 w 5741575"/>
              <a:gd name="connsiteY21" fmla="*/ 746926 h 955271"/>
              <a:gd name="connsiteX22" fmla="*/ 1226314 w 5741575"/>
              <a:gd name="connsiteY22" fmla="*/ 722473 h 955271"/>
              <a:gd name="connsiteX23" fmla="*/ 1278773 w 5741575"/>
              <a:gd name="connsiteY23" fmla="*/ 711503 h 955271"/>
              <a:gd name="connsiteX24" fmla="*/ 1317691 w 5741575"/>
              <a:gd name="connsiteY24" fmla="*/ 708529 h 955271"/>
              <a:gd name="connsiteX25" fmla="*/ 1360404 w 5741575"/>
              <a:gd name="connsiteY25" fmla="*/ 675922 h 955271"/>
              <a:gd name="connsiteX26" fmla="*/ 1412292 w 5741575"/>
              <a:gd name="connsiteY26" fmla="*/ 670793 h 955271"/>
              <a:gd name="connsiteX27" fmla="*/ 1494753 w 5741575"/>
              <a:gd name="connsiteY27" fmla="*/ 644686 h 955271"/>
              <a:gd name="connsiteX28" fmla="*/ 1616217 w 5741575"/>
              <a:gd name="connsiteY28" fmla="*/ 622107 h 955271"/>
              <a:gd name="connsiteX29" fmla="*/ 1710928 w 5741575"/>
              <a:gd name="connsiteY29" fmla="*/ 600666 h 955271"/>
              <a:gd name="connsiteX30" fmla="*/ 1743718 w 5741575"/>
              <a:gd name="connsiteY30" fmla="*/ 584327 h 955271"/>
              <a:gd name="connsiteX31" fmla="*/ 1873778 w 5741575"/>
              <a:gd name="connsiteY31" fmla="*/ 530130 h 955271"/>
              <a:gd name="connsiteX32" fmla="*/ 1988411 w 5741575"/>
              <a:gd name="connsiteY32" fmla="*/ 491599 h 955271"/>
              <a:gd name="connsiteX33" fmla="*/ 2085507 w 5741575"/>
              <a:gd name="connsiteY33" fmla="*/ 498527 h 955271"/>
              <a:gd name="connsiteX34" fmla="*/ 2090767 w 5741575"/>
              <a:gd name="connsiteY34" fmla="*/ 490616 h 955271"/>
              <a:gd name="connsiteX35" fmla="*/ 2151143 w 5741575"/>
              <a:gd name="connsiteY35" fmla="*/ 478332 h 955271"/>
              <a:gd name="connsiteX36" fmla="*/ 2378710 w 5741575"/>
              <a:gd name="connsiteY36" fmla="*/ 477570 h 955271"/>
              <a:gd name="connsiteX37" fmla="*/ 2496256 w 5741575"/>
              <a:gd name="connsiteY37" fmla="*/ 452396 h 955271"/>
              <a:gd name="connsiteX38" fmla="*/ 2535387 w 5741575"/>
              <a:gd name="connsiteY38" fmla="*/ 436645 h 955271"/>
              <a:gd name="connsiteX39" fmla="*/ 2601109 w 5741575"/>
              <a:gd name="connsiteY39" fmla="*/ 410678 h 955271"/>
              <a:gd name="connsiteX40" fmla="*/ 2643855 w 5741575"/>
              <a:gd name="connsiteY40" fmla="*/ 374482 h 955271"/>
              <a:gd name="connsiteX41" fmla="*/ 2657726 w 5741575"/>
              <a:gd name="connsiteY41" fmla="*/ 365841 h 955271"/>
              <a:gd name="connsiteX42" fmla="*/ 2687125 w 5741575"/>
              <a:gd name="connsiteY42" fmla="*/ 366820 h 955271"/>
              <a:gd name="connsiteX43" fmla="*/ 2697479 w 5741575"/>
              <a:gd name="connsiteY43" fmla="*/ 361430 h 955271"/>
              <a:gd name="connsiteX44" fmla="*/ 2777227 w 5741575"/>
              <a:gd name="connsiteY44" fmla="*/ 368972 h 955271"/>
              <a:gd name="connsiteX45" fmla="*/ 2824768 w 5741575"/>
              <a:gd name="connsiteY45" fmla="*/ 361652 h 955271"/>
              <a:gd name="connsiteX46" fmla="*/ 2885545 w 5741575"/>
              <a:gd name="connsiteY46" fmla="*/ 372818 h 955271"/>
              <a:gd name="connsiteX47" fmla="*/ 3009558 w 5741575"/>
              <a:gd name="connsiteY47" fmla="*/ 370573 h 955271"/>
              <a:gd name="connsiteX48" fmla="*/ 3095010 w 5741575"/>
              <a:gd name="connsiteY48" fmla="*/ 332454 h 955271"/>
              <a:gd name="connsiteX49" fmla="*/ 3148998 w 5741575"/>
              <a:gd name="connsiteY49" fmla="*/ 315286 h 955271"/>
              <a:gd name="connsiteX50" fmla="*/ 3195264 w 5741575"/>
              <a:gd name="connsiteY50" fmla="*/ 293158 h 955271"/>
              <a:gd name="connsiteX51" fmla="*/ 3373785 w 5741575"/>
              <a:gd name="connsiteY51" fmla="*/ 255680 h 955271"/>
              <a:gd name="connsiteX52" fmla="*/ 3493851 w 5741575"/>
              <a:gd name="connsiteY52" fmla="*/ 240255 h 955271"/>
              <a:gd name="connsiteX53" fmla="*/ 3537470 w 5741575"/>
              <a:gd name="connsiteY53" fmla="*/ 241867 h 955271"/>
              <a:gd name="connsiteX54" fmla="*/ 3610489 w 5741575"/>
              <a:gd name="connsiteY54" fmla="*/ 244128 h 955271"/>
              <a:gd name="connsiteX55" fmla="*/ 3667539 w 5741575"/>
              <a:gd name="connsiteY55" fmla="*/ 263271 h 955271"/>
              <a:gd name="connsiteX56" fmla="*/ 3727614 w 5741575"/>
              <a:gd name="connsiteY56" fmla="*/ 258245 h 955271"/>
              <a:gd name="connsiteX57" fmla="*/ 3738369 w 5741575"/>
              <a:gd name="connsiteY57" fmla="*/ 234506 h 955271"/>
              <a:gd name="connsiteX58" fmla="*/ 3803670 w 5741575"/>
              <a:gd name="connsiteY58" fmla="*/ 236457 h 955271"/>
              <a:gd name="connsiteX59" fmla="*/ 3903080 w 5741575"/>
              <a:gd name="connsiteY59" fmla="*/ 241890 h 955271"/>
              <a:gd name="connsiteX60" fmla="*/ 4114838 w 5741575"/>
              <a:gd name="connsiteY60" fmla="*/ 238165 h 955271"/>
              <a:gd name="connsiteX61" fmla="*/ 4271023 w 5741575"/>
              <a:gd name="connsiteY61" fmla="*/ 241959 h 955271"/>
              <a:gd name="connsiteX62" fmla="*/ 4367397 w 5741575"/>
              <a:gd name="connsiteY62" fmla="*/ 271442 h 955271"/>
              <a:gd name="connsiteX63" fmla="*/ 4495366 w 5741575"/>
              <a:gd name="connsiteY63" fmla="*/ 271618 h 955271"/>
              <a:gd name="connsiteX64" fmla="*/ 4517347 w 5741575"/>
              <a:gd name="connsiteY64" fmla="*/ 275639 h 955271"/>
              <a:gd name="connsiteX65" fmla="*/ 4546116 w 5741575"/>
              <a:gd name="connsiteY65" fmla="*/ 268568 h 955271"/>
              <a:gd name="connsiteX66" fmla="*/ 4661259 w 5741575"/>
              <a:gd name="connsiteY66" fmla="*/ 238966 h 955271"/>
              <a:gd name="connsiteX67" fmla="*/ 4750403 w 5741575"/>
              <a:gd name="connsiteY67" fmla="*/ 204364 h 955271"/>
              <a:gd name="connsiteX68" fmla="*/ 4867614 w 5741575"/>
              <a:gd name="connsiteY68" fmla="*/ 208668 h 955271"/>
              <a:gd name="connsiteX69" fmla="*/ 4937036 w 5741575"/>
              <a:gd name="connsiteY69" fmla="*/ 195446 h 955271"/>
              <a:gd name="connsiteX70" fmla="*/ 5067740 w 5741575"/>
              <a:gd name="connsiteY70" fmla="*/ 172293 h 955271"/>
              <a:gd name="connsiteX71" fmla="*/ 5200247 w 5741575"/>
              <a:gd name="connsiteY71" fmla="*/ 142695 h 955271"/>
              <a:gd name="connsiteX72" fmla="*/ 5291963 w 5741575"/>
              <a:gd name="connsiteY72" fmla="*/ 139446 h 955271"/>
              <a:gd name="connsiteX73" fmla="*/ 5418472 w 5741575"/>
              <a:gd name="connsiteY73" fmla="*/ 89163 h 955271"/>
              <a:gd name="connsiteX74" fmla="*/ 5482354 w 5741575"/>
              <a:gd name="connsiteY74" fmla="*/ 69470 h 955271"/>
              <a:gd name="connsiteX75" fmla="*/ 5583280 w 5741575"/>
              <a:gd name="connsiteY75" fmla="*/ 49787 h 955271"/>
              <a:gd name="connsiteX76" fmla="*/ 5613766 w 5741575"/>
              <a:gd name="connsiteY76" fmla="*/ 41855 h 955271"/>
              <a:gd name="connsiteX77" fmla="*/ 5684952 w 5741575"/>
              <a:gd name="connsiteY77" fmla="*/ 26088 h 955271"/>
              <a:gd name="connsiteX78" fmla="*/ 5741575 w 5741575"/>
              <a:gd name="connsiteY78" fmla="*/ 0 h 955271"/>
              <a:gd name="connsiteX0" fmla="*/ 5741575 w 5741575"/>
              <a:gd name="connsiteY0" fmla="*/ 0 h 955271"/>
              <a:gd name="connsiteX1" fmla="*/ 5741575 w 5741575"/>
              <a:gd name="connsiteY1" fmla="*/ 955271 h 955271"/>
              <a:gd name="connsiteX2" fmla="*/ 0 w 5741575"/>
              <a:gd name="connsiteY2" fmla="*/ 955271 h 955271"/>
              <a:gd name="connsiteX3" fmla="*/ 8558 w 5741575"/>
              <a:gd name="connsiteY3" fmla="*/ 953971 h 955271"/>
              <a:gd name="connsiteX4" fmla="*/ 16894 w 5741575"/>
              <a:gd name="connsiteY4" fmla="*/ 953847 h 955271"/>
              <a:gd name="connsiteX5" fmla="*/ 28156 w 5741575"/>
              <a:gd name="connsiteY5" fmla="*/ 951374 h 955271"/>
              <a:gd name="connsiteX6" fmla="*/ 28293 w 5741575"/>
              <a:gd name="connsiteY6" fmla="*/ 950971 h 955271"/>
              <a:gd name="connsiteX7" fmla="*/ 59229 w 5741575"/>
              <a:gd name="connsiteY7" fmla="*/ 903950 h 955271"/>
              <a:gd name="connsiteX8" fmla="*/ 148657 w 5741575"/>
              <a:gd name="connsiteY8" fmla="*/ 898134 h 955271"/>
              <a:gd name="connsiteX9" fmla="*/ 174554 w 5741575"/>
              <a:gd name="connsiteY9" fmla="*/ 886351 h 955271"/>
              <a:gd name="connsiteX10" fmla="*/ 187633 w 5741575"/>
              <a:gd name="connsiteY10" fmla="*/ 878226 h 955271"/>
              <a:gd name="connsiteX11" fmla="*/ 187961 w 5741575"/>
              <a:gd name="connsiteY11" fmla="*/ 876538 h 955271"/>
              <a:gd name="connsiteX12" fmla="*/ 240501 w 5741575"/>
              <a:gd name="connsiteY12" fmla="*/ 873150 h 955271"/>
              <a:gd name="connsiteX13" fmla="*/ 246345 w 5741575"/>
              <a:gd name="connsiteY13" fmla="*/ 869942 h 955271"/>
              <a:gd name="connsiteX14" fmla="*/ 306299 w 5741575"/>
              <a:gd name="connsiteY14" fmla="*/ 873609 h 955271"/>
              <a:gd name="connsiteX15" fmla="*/ 331571 w 5741575"/>
              <a:gd name="connsiteY15" fmla="*/ 869866 h 955271"/>
              <a:gd name="connsiteX16" fmla="*/ 384157 w 5741575"/>
              <a:gd name="connsiteY16" fmla="*/ 867971 h 955271"/>
              <a:gd name="connsiteX17" fmla="*/ 477637 w 5741575"/>
              <a:gd name="connsiteY17" fmla="*/ 870334 h 955271"/>
              <a:gd name="connsiteX18" fmla="*/ 570239 w 5741575"/>
              <a:gd name="connsiteY18" fmla="*/ 829596 h 955271"/>
              <a:gd name="connsiteX19" fmla="*/ 772070 w 5741575"/>
              <a:gd name="connsiteY19" fmla="*/ 820296 h 955271"/>
              <a:gd name="connsiteX20" fmla="*/ 948872 w 5741575"/>
              <a:gd name="connsiteY20" fmla="*/ 772201 h 955271"/>
              <a:gd name="connsiteX21" fmla="*/ 1127089 w 5741575"/>
              <a:gd name="connsiteY21" fmla="*/ 746926 h 955271"/>
              <a:gd name="connsiteX22" fmla="*/ 1226314 w 5741575"/>
              <a:gd name="connsiteY22" fmla="*/ 722473 h 955271"/>
              <a:gd name="connsiteX23" fmla="*/ 1278773 w 5741575"/>
              <a:gd name="connsiteY23" fmla="*/ 711503 h 955271"/>
              <a:gd name="connsiteX24" fmla="*/ 1317691 w 5741575"/>
              <a:gd name="connsiteY24" fmla="*/ 708529 h 955271"/>
              <a:gd name="connsiteX25" fmla="*/ 1360404 w 5741575"/>
              <a:gd name="connsiteY25" fmla="*/ 675922 h 955271"/>
              <a:gd name="connsiteX26" fmla="*/ 1412292 w 5741575"/>
              <a:gd name="connsiteY26" fmla="*/ 670793 h 955271"/>
              <a:gd name="connsiteX27" fmla="*/ 1494753 w 5741575"/>
              <a:gd name="connsiteY27" fmla="*/ 644686 h 955271"/>
              <a:gd name="connsiteX28" fmla="*/ 1616217 w 5741575"/>
              <a:gd name="connsiteY28" fmla="*/ 622107 h 955271"/>
              <a:gd name="connsiteX29" fmla="*/ 1710928 w 5741575"/>
              <a:gd name="connsiteY29" fmla="*/ 600666 h 955271"/>
              <a:gd name="connsiteX30" fmla="*/ 1743718 w 5741575"/>
              <a:gd name="connsiteY30" fmla="*/ 584327 h 955271"/>
              <a:gd name="connsiteX31" fmla="*/ 1873778 w 5741575"/>
              <a:gd name="connsiteY31" fmla="*/ 530130 h 955271"/>
              <a:gd name="connsiteX32" fmla="*/ 1988411 w 5741575"/>
              <a:gd name="connsiteY32" fmla="*/ 491599 h 955271"/>
              <a:gd name="connsiteX33" fmla="*/ 2085507 w 5741575"/>
              <a:gd name="connsiteY33" fmla="*/ 498527 h 955271"/>
              <a:gd name="connsiteX34" fmla="*/ 2090767 w 5741575"/>
              <a:gd name="connsiteY34" fmla="*/ 490616 h 955271"/>
              <a:gd name="connsiteX35" fmla="*/ 2151143 w 5741575"/>
              <a:gd name="connsiteY35" fmla="*/ 478332 h 955271"/>
              <a:gd name="connsiteX36" fmla="*/ 2378710 w 5741575"/>
              <a:gd name="connsiteY36" fmla="*/ 477570 h 955271"/>
              <a:gd name="connsiteX37" fmla="*/ 2496256 w 5741575"/>
              <a:gd name="connsiteY37" fmla="*/ 452396 h 955271"/>
              <a:gd name="connsiteX38" fmla="*/ 2535387 w 5741575"/>
              <a:gd name="connsiteY38" fmla="*/ 436645 h 955271"/>
              <a:gd name="connsiteX39" fmla="*/ 2601109 w 5741575"/>
              <a:gd name="connsiteY39" fmla="*/ 410678 h 955271"/>
              <a:gd name="connsiteX40" fmla="*/ 2643855 w 5741575"/>
              <a:gd name="connsiteY40" fmla="*/ 374482 h 955271"/>
              <a:gd name="connsiteX41" fmla="*/ 2657726 w 5741575"/>
              <a:gd name="connsiteY41" fmla="*/ 365841 h 955271"/>
              <a:gd name="connsiteX42" fmla="*/ 2687125 w 5741575"/>
              <a:gd name="connsiteY42" fmla="*/ 366820 h 955271"/>
              <a:gd name="connsiteX43" fmla="*/ 2777227 w 5741575"/>
              <a:gd name="connsiteY43" fmla="*/ 368972 h 955271"/>
              <a:gd name="connsiteX44" fmla="*/ 2824768 w 5741575"/>
              <a:gd name="connsiteY44" fmla="*/ 361652 h 955271"/>
              <a:gd name="connsiteX45" fmla="*/ 2885545 w 5741575"/>
              <a:gd name="connsiteY45" fmla="*/ 372818 h 955271"/>
              <a:gd name="connsiteX46" fmla="*/ 3009558 w 5741575"/>
              <a:gd name="connsiteY46" fmla="*/ 370573 h 955271"/>
              <a:gd name="connsiteX47" fmla="*/ 3095010 w 5741575"/>
              <a:gd name="connsiteY47" fmla="*/ 332454 h 955271"/>
              <a:gd name="connsiteX48" fmla="*/ 3148998 w 5741575"/>
              <a:gd name="connsiteY48" fmla="*/ 315286 h 955271"/>
              <a:gd name="connsiteX49" fmla="*/ 3195264 w 5741575"/>
              <a:gd name="connsiteY49" fmla="*/ 293158 h 955271"/>
              <a:gd name="connsiteX50" fmla="*/ 3373785 w 5741575"/>
              <a:gd name="connsiteY50" fmla="*/ 255680 h 955271"/>
              <a:gd name="connsiteX51" fmla="*/ 3493851 w 5741575"/>
              <a:gd name="connsiteY51" fmla="*/ 240255 h 955271"/>
              <a:gd name="connsiteX52" fmla="*/ 3537470 w 5741575"/>
              <a:gd name="connsiteY52" fmla="*/ 241867 h 955271"/>
              <a:gd name="connsiteX53" fmla="*/ 3610489 w 5741575"/>
              <a:gd name="connsiteY53" fmla="*/ 244128 h 955271"/>
              <a:gd name="connsiteX54" fmla="*/ 3667539 w 5741575"/>
              <a:gd name="connsiteY54" fmla="*/ 263271 h 955271"/>
              <a:gd name="connsiteX55" fmla="*/ 3727614 w 5741575"/>
              <a:gd name="connsiteY55" fmla="*/ 258245 h 955271"/>
              <a:gd name="connsiteX56" fmla="*/ 3738369 w 5741575"/>
              <a:gd name="connsiteY56" fmla="*/ 234506 h 955271"/>
              <a:gd name="connsiteX57" fmla="*/ 3803670 w 5741575"/>
              <a:gd name="connsiteY57" fmla="*/ 236457 h 955271"/>
              <a:gd name="connsiteX58" fmla="*/ 3903080 w 5741575"/>
              <a:gd name="connsiteY58" fmla="*/ 241890 h 955271"/>
              <a:gd name="connsiteX59" fmla="*/ 4114838 w 5741575"/>
              <a:gd name="connsiteY59" fmla="*/ 238165 h 955271"/>
              <a:gd name="connsiteX60" fmla="*/ 4271023 w 5741575"/>
              <a:gd name="connsiteY60" fmla="*/ 241959 h 955271"/>
              <a:gd name="connsiteX61" fmla="*/ 4367397 w 5741575"/>
              <a:gd name="connsiteY61" fmla="*/ 271442 h 955271"/>
              <a:gd name="connsiteX62" fmla="*/ 4495366 w 5741575"/>
              <a:gd name="connsiteY62" fmla="*/ 271618 h 955271"/>
              <a:gd name="connsiteX63" fmla="*/ 4517347 w 5741575"/>
              <a:gd name="connsiteY63" fmla="*/ 275639 h 955271"/>
              <a:gd name="connsiteX64" fmla="*/ 4546116 w 5741575"/>
              <a:gd name="connsiteY64" fmla="*/ 268568 h 955271"/>
              <a:gd name="connsiteX65" fmla="*/ 4661259 w 5741575"/>
              <a:gd name="connsiteY65" fmla="*/ 238966 h 955271"/>
              <a:gd name="connsiteX66" fmla="*/ 4750403 w 5741575"/>
              <a:gd name="connsiteY66" fmla="*/ 204364 h 955271"/>
              <a:gd name="connsiteX67" fmla="*/ 4867614 w 5741575"/>
              <a:gd name="connsiteY67" fmla="*/ 208668 h 955271"/>
              <a:gd name="connsiteX68" fmla="*/ 4937036 w 5741575"/>
              <a:gd name="connsiteY68" fmla="*/ 195446 h 955271"/>
              <a:gd name="connsiteX69" fmla="*/ 5067740 w 5741575"/>
              <a:gd name="connsiteY69" fmla="*/ 172293 h 955271"/>
              <a:gd name="connsiteX70" fmla="*/ 5200247 w 5741575"/>
              <a:gd name="connsiteY70" fmla="*/ 142695 h 955271"/>
              <a:gd name="connsiteX71" fmla="*/ 5291963 w 5741575"/>
              <a:gd name="connsiteY71" fmla="*/ 139446 h 955271"/>
              <a:gd name="connsiteX72" fmla="*/ 5418472 w 5741575"/>
              <a:gd name="connsiteY72" fmla="*/ 89163 h 955271"/>
              <a:gd name="connsiteX73" fmla="*/ 5482354 w 5741575"/>
              <a:gd name="connsiteY73" fmla="*/ 69470 h 955271"/>
              <a:gd name="connsiteX74" fmla="*/ 5583280 w 5741575"/>
              <a:gd name="connsiteY74" fmla="*/ 49787 h 955271"/>
              <a:gd name="connsiteX75" fmla="*/ 5613766 w 5741575"/>
              <a:gd name="connsiteY75" fmla="*/ 41855 h 955271"/>
              <a:gd name="connsiteX76" fmla="*/ 5684952 w 5741575"/>
              <a:gd name="connsiteY76" fmla="*/ 26088 h 955271"/>
              <a:gd name="connsiteX77" fmla="*/ 5741575 w 5741575"/>
              <a:gd name="connsiteY77" fmla="*/ 0 h 955271"/>
              <a:gd name="connsiteX0" fmla="*/ 5741575 w 5741575"/>
              <a:gd name="connsiteY0" fmla="*/ 0 h 955271"/>
              <a:gd name="connsiteX1" fmla="*/ 5741575 w 5741575"/>
              <a:gd name="connsiteY1" fmla="*/ 955271 h 955271"/>
              <a:gd name="connsiteX2" fmla="*/ 0 w 5741575"/>
              <a:gd name="connsiteY2" fmla="*/ 955271 h 955271"/>
              <a:gd name="connsiteX3" fmla="*/ 8558 w 5741575"/>
              <a:gd name="connsiteY3" fmla="*/ 953971 h 955271"/>
              <a:gd name="connsiteX4" fmla="*/ 16894 w 5741575"/>
              <a:gd name="connsiteY4" fmla="*/ 953847 h 955271"/>
              <a:gd name="connsiteX5" fmla="*/ 28156 w 5741575"/>
              <a:gd name="connsiteY5" fmla="*/ 951374 h 955271"/>
              <a:gd name="connsiteX6" fmla="*/ 28293 w 5741575"/>
              <a:gd name="connsiteY6" fmla="*/ 950971 h 955271"/>
              <a:gd name="connsiteX7" fmla="*/ 59229 w 5741575"/>
              <a:gd name="connsiteY7" fmla="*/ 903950 h 955271"/>
              <a:gd name="connsiteX8" fmla="*/ 148657 w 5741575"/>
              <a:gd name="connsiteY8" fmla="*/ 898134 h 955271"/>
              <a:gd name="connsiteX9" fmla="*/ 174554 w 5741575"/>
              <a:gd name="connsiteY9" fmla="*/ 886351 h 955271"/>
              <a:gd name="connsiteX10" fmla="*/ 187633 w 5741575"/>
              <a:gd name="connsiteY10" fmla="*/ 878226 h 955271"/>
              <a:gd name="connsiteX11" fmla="*/ 187961 w 5741575"/>
              <a:gd name="connsiteY11" fmla="*/ 876538 h 955271"/>
              <a:gd name="connsiteX12" fmla="*/ 240501 w 5741575"/>
              <a:gd name="connsiteY12" fmla="*/ 873150 h 955271"/>
              <a:gd name="connsiteX13" fmla="*/ 246345 w 5741575"/>
              <a:gd name="connsiteY13" fmla="*/ 869942 h 955271"/>
              <a:gd name="connsiteX14" fmla="*/ 306299 w 5741575"/>
              <a:gd name="connsiteY14" fmla="*/ 873609 h 955271"/>
              <a:gd name="connsiteX15" fmla="*/ 331571 w 5741575"/>
              <a:gd name="connsiteY15" fmla="*/ 869866 h 955271"/>
              <a:gd name="connsiteX16" fmla="*/ 384157 w 5741575"/>
              <a:gd name="connsiteY16" fmla="*/ 867971 h 955271"/>
              <a:gd name="connsiteX17" fmla="*/ 477637 w 5741575"/>
              <a:gd name="connsiteY17" fmla="*/ 870334 h 955271"/>
              <a:gd name="connsiteX18" fmla="*/ 570239 w 5741575"/>
              <a:gd name="connsiteY18" fmla="*/ 829596 h 955271"/>
              <a:gd name="connsiteX19" fmla="*/ 772070 w 5741575"/>
              <a:gd name="connsiteY19" fmla="*/ 820296 h 955271"/>
              <a:gd name="connsiteX20" fmla="*/ 948872 w 5741575"/>
              <a:gd name="connsiteY20" fmla="*/ 772201 h 955271"/>
              <a:gd name="connsiteX21" fmla="*/ 1127089 w 5741575"/>
              <a:gd name="connsiteY21" fmla="*/ 746926 h 955271"/>
              <a:gd name="connsiteX22" fmla="*/ 1226314 w 5741575"/>
              <a:gd name="connsiteY22" fmla="*/ 722473 h 955271"/>
              <a:gd name="connsiteX23" fmla="*/ 1278773 w 5741575"/>
              <a:gd name="connsiteY23" fmla="*/ 711503 h 955271"/>
              <a:gd name="connsiteX24" fmla="*/ 1317691 w 5741575"/>
              <a:gd name="connsiteY24" fmla="*/ 708529 h 955271"/>
              <a:gd name="connsiteX25" fmla="*/ 1360404 w 5741575"/>
              <a:gd name="connsiteY25" fmla="*/ 675922 h 955271"/>
              <a:gd name="connsiteX26" fmla="*/ 1412292 w 5741575"/>
              <a:gd name="connsiteY26" fmla="*/ 670793 h 955271"/>
              <a:gd name="connsiteX27" fmla="*/ 1494753 w 5741575"/>
              <a:gd name="connsiteY27" fmla="*/ 644686 h 955271"/>
              <a:gd name="connsiteX28" fmla="*/ 1616217 w 5741575"/>
              <a:gd name="connsiteY28" fmla="*/ 622107 h 955271"/>
              <a:gd name="connsiteX29" fmla="*/ 1710928 w 5741575"/>
              <a:gd name="connsiteY29" fmla="*/ 600666 h 955271"/>
              <a:gd name="connsiteX30" fmla="*/ 1743718 w 5741575"/>
              <a:gd name="connsiteY30" fmla="*/ 584327 h 955271"/>
              <a:gd name="connsiteX31" fmla="*/ 1873778 w 5741575"/>
              <a:gd name="connsiteY31" fmla="*/ 530130 h 955271"/>
              <a:gd name="connsiteX32" fmla="*/ 1988411 w 5741575"/>
              <a:gd name="connsiteY32" fmla="*/ 491599 h 955271"/>
              <a:gd name="connsiteX33" fmla="*/ 2085507 w 5741575"/>
              <a:gd name="connsiteY33" fmla="*/ 498527 h 955271"/>
              <a:gd name="connsiteX34" fmla="*/ 2090767 w 5741575"/>
              <a:gd name="connsiteY34" fmla="*/ 490616 h 955271"/>
              <a:gd name="connsiteX35" fmla="*/ 2151143 w 5741575"/>
              <a:gd name="connsiteY35" fmla="*/ 478332 h 955271"/>
              <a:gd name="connsiteX36" fmla="*/ 2378710 w 5741575"/>
              <a:gd name="connsiteY36" fmla="*/ 477570 h 955271"/>
              <a:gd name="connsiteX37" fmla="*/ 2496256 w 5741575"/>
              <a:gd name="connsiteY37" fmla="*/ 452396 h 955271"/>
              <a:gd name="connsiteX38" fmla="*/ 2535387 w 5741575"/>
              <a:gd name="connsiteY38" fmla="*/ 436645 h 955271"/>
              <a:gd name="connsiteX39" fmla="*/ 2601109 w 5741575"/>
              <a:gd name="connsiteY39" fmla="*/ 410678 h 955271"/>
              <a:gd name="connsiteX40" fmla="*/ 2643855 w 5741575"/>
              <a:gd name="connsiteY40" fmla="*/ 374482 h 955271"/>
              <a:gd name="connsiteX41" fmla="*/ 2657726 w 5741575"/>
              <a:gd name="connsiteY41" fmla="*/ 365841 h 955271"/>
              <a:gd name="connsiteX42" fmla="*/ 2717296 w 5741575"/>
              <a:gd name="connsiteY42" fmla="*/ 362282 h 955271"/>
              <a:gd name="connsiteX43" fmla="*/ 2777227 w 5741575"/>
              <a:gd name="connsiteY43" fmla="*/ 368972 h 955271"/>
              <a:gd name="connsiteX44" fmla="*/ 2824768 w 5741575"/>
              <a:gd name="connsiteY44" fmla="*/ 361652 h 955271"/>
              <a:gd name="connsiteX45" fmla="*/ 2885545 w 5741575"/>
              <a:gd name="connsiteY45" fmla="*/ 372818 h 955271"/>
              <a:gd name="connsiteX46" fmla="*/ 3009558 w 5741575"/>
              <a:gd name="connsiteY46" fmla="*/ 370573 h 955271"/>
              <a:gd name="connsiteX47" fmla="*/ 3095010 w 5741575"/>
              <a:gd name="connsiteY47" fmla="*/ 332454 h 955271"/>
              <a:gd name="connsiteX48" fmla="*/ 3148998 w 5741575"/>
              <a:gd name="connsiteY48" fmla="*/ 315286 h 955271"/>
              <a:gd name="connsiteX49" fmla="*/ 3195264 w 5741575"/>
              <a:gd name="connsiteY49" fmla="*/ 293158 h 955271"/>
              <a:gd name="connsiteX50" fmla="*/ 3373785 w 5741575"/>
              <a:gd name="connsiteY50" fmla="*/ 255680 h 955271"/>
              <a:gd name="connsiteX51" fmla="*/ 3493851 w 5741575"/>
              <a:gd name="connsiteY51" fmla="*/ 240255 h 955271"/>
              <a:gd name="connsiteX52" fmla="*/ 3537470 w 5741575"/>
              <a:gd name="connsiteY52" fmla="*/ 241867 h 955271"/>
              <a:gd name="connsiteX53" fmla="*/ 3610489 w 5741575"/>
              <a:gd name="connsiteY53" fmla="*/ 244128 h 955271"/>
              <a:gd name="connsiteX54" fmla="*/ 3667539 w 5741575"/>
              <a:gd name="connsiteY54" fmla="*/ 263271 h 955271"/>
              <a:gd name="connsiteX55" fmla="*/ 3727614 w 5741575"/>
              <a:gd name="connsiteY55" fmla="*/ 258245 h 955271"/>
              <a:gd name="connsiteX56" fmla="*/ 3738369 w 5741575"/>
              <a:gd name="connsiteY56" fmla="*/ 234506 h 955271"/>
              <a:gd name="connsiteX57" fmla="*/ 3803670 w 5741575"/>
              <a:gd name="connsiteY57" fmla="*/ 236457 h 955271"/>
              <a:gd name="connsiteX58" fmla="*/ 3903080 w 5741575"/>
              <a:gd name="connsiteY58" fmla="*/ 241890 h 955271"/>
              <a:gd name="connsiteX59" fmla="*/ 4114838 w 5741575"/>
              <a:gd name="connsiteY59" fmla="*/ 238165 h 955271"/>
              <a:gd name="connsiteX60" fmla="*/ 4271023 w 5741575"/>
              <a:gd name="connsiteY60" fmla="*/ 241959 h 955271"/>
              <a:gd name="connsiteX61" fmla="*/ 4367397 w 5741575"/>
              <a:gd name="connsiteY61" fmla="*/ 271442 h 955271"/>
              <a:gd name="connsiteX62" fmla="*/ 4495366 w 5741575"/>
              <a:gd name="connsiteY62" fmla="*/ 271618 h 955271"/>
              <a:gd name="connsiteX63" fmla="*/ 4517347 w 5741575"/>
              <a:gd name="connsiteY63" fmla="*/ 275639 h 955271"/>
              <a:gd name="connsiteX64" fmla="*/ 4546116 w 5741575"/>
              <a:gd name="connsiteY64" fmla="*/ 268568 h 955271"/>
              <a:gd name="connsiteX65" fmla="*/ 4661259 w 5741575"/>
              <a:gd name="connsiteY65" fmla="*/ 238966 h 955271"/>
              <a:gd name="connsiteX66" fmla="*/ 4750403 w 5741575"/>
              <a:gd name="connsiteY66" fmla="*/ 204364 h 955271"/>
              <a:gd name="connsiteX67" fmla="*/ 4867614 w 5741575"/>
              <a:gd name="connsiteY67" fmla="*/ 208668 h 955271"/>
              <a:gd name="connsiteX68" fmla="*/ 4937036 w 5741575"/>
              <a:gd name="connsiteY68" fmla="*/ 195446 h 955271"/>
              <a:gd name="connsiteX69" fmla="*/ 5067740 w 5741575"/>
              <a:gd name="connsiteY69" fmla="*/ 172293 h 955271"/>
              <a:gd name="connsiteX70" fmla="*/ 5200247 w 5741575"/>
              <a:gd name="connsiteY70" fmla="*/ 142695 h 955271"/>
              <a:gd name="connsiteX71" fmla="*/ 5291963 w 5741575"/>
              <a:gd name="connsiteY71" fmla="*/ 139446 h 955271"/>
              <a:gd name="connsiteX72" fmla="*/ 5418472 w 5741575"/>
              <a:gd name="connsiteY72" fmla="*/ 89163 h 955271"/>
              <a:gd name="connsiteX73" fmla="*/ 5482354 w 5741575"/>
              <a:gd name="connsiteY73" fmla="*/ 69470 h 955271"/>
              <a:gd name="connsiteX74" fmla="*/ 5583280 w 5741575"/>
              <a:gd name="connsiteY74" fmla="*/ 49787 h 955271"/>
              <a:gd name="connsiteX75" fmla="*/ 5613766 w 5741575"/>
              <a:gd name="connsiteY75" fmla="*/ 41855 h 955271"/>
              <a:gd name="connsiteX76" fmla="*/ 5684952 w 5741575"/>
              <a:gd name="connsiteY76" fmla="*/ 26088 h 955271"/>
              <a:gd name="connsiteX77" fmla="*/ 5741575 w 5741575"/>
              <a:gd name="connsiteY77" fmla="*/ 0 h 955271"/>
              <a:gd name="connsiteX0" fmla="*/ 5741575 w 5741575"/>
              <a:gd name="connsiteY0" fmla="*/ 0 h 955271"/>
              <a:gd name="connsiteX1" fmla="*/ 5741575 w 5741575"/>
              <a:gd name="connsiteY1" fmla="*/ 955271 h 955271"/>
              <a:gd name="connsiteX2" fmla="*/ 0 w 5741575"/>
              <a:gd name="connsiteY2" fmla="*/ 955271 h 955271"/>
              <a:gd name="connsiteX3" fmla="*/ 8558 w 5741575"/>
              <a:gd name="connsiteY3" fmla="*/ 953971 h 955271"/>
              <a:gd name="connsiteX4" fmla="*/ 16894 w 5741575"/>
              <a:gd name="connsiteY4" fmla="*/ 953847 h 955271"/>
              <a:gd name="connsiteX5" fmla="*/ 28156 w 5741575"/>
              <a:gd name="connsiteY5" fmla="*/ 951374 h 955271"/>
              <a:gd name="connsiteX6" fmla="*/ 28293 w 5741575"/>
              <a:gd name="connsiteY6" fmla="*/ 950971 h 955271"/>
              <a:gd name="connsiteX7" fmla="*/ 59229 w 5741575"/>
              <a:gd name="connsiteY7" fmla="*/ 903950 h 955271"/>
              <a:gd name="connsiteX8" fmla="*/ 148657 w 5741575"/>
              <a:gd name="connsiteY8" fmla="*/ 898134 h 955271"/>
              <a:gd name="connsiteX9" fmla="*/ 174554 w 5741575"/>
              <a:gd name="connsiteY9" fmla="*/ 886351 h 955271"/>
              <a:gd name="connsiteX10" fmla="*/ 187633 w 5741575"/>
              <a:gd name="connsiteY10" fmla="*/ 878226 h 955271"/>
              <a:gd name="connsiteX11" fmla="*/ 187961 w 5741575"/>
              <a:gd name="connsiteY11" fmla="*/ 876538 h 955271"/>
              <a:gd name="connsiteX12" fmla="*/ 240501 w 5741575"/>
              <a:gd name="connsiteY12" fmla="*/ 873150 h 955271"/>
              <a:gd name="connsiteX13" fmla="*/ 246345 w 5741575"/>
              <a:gd name="connsiteY13" fmla="*/ 869942 h 955271"/>
              <a:gd name="connsiteX14" fmla="*/ 306299 w 5741575"/>
              <a:gd name="connsiteY14" fmla="*/ 873609 h 955271"/>
              <a:gd name="connsiteX15" fmla="*/ 331571 w 5741575"/>
              <a:gd name="connsiteY15" fmla="*/ 869866 h 955271"/>
              <a:gd name="connsiteX16" fmla="*/ 384157 w 5741575"/>
              <a:gd name="connsiteY16" fmla="*/ 867971 h 955271"/>
              <a:gd name="connsiteX17" fmla="*/ 477637 w 5741575"/>
              <a:gd name="connsiteY17" fmla="*/ 870334 h 955271"/>
              <a:gd name="connsiteX18" fmla="*/ 570239 w 5741575"/>
              <a:gd name="connsiteY18" fmla="*/ 829596 h 955271"/>
              <a:gd name="connsiteX19" fmla="*/ 772070 w 5741575"/>
              <a:gd name="connsiteY19" fmla="*/ 820296 h 955271"/>
              <a:gd name="connsiteX20" fmla="*/ 948872 w 5741575"/>
              <a:gd name="connsiteY20" fmla="*/ 772201 h 955271"/>
              <a:gd name="connsiteX21" fmla="*/ 1127089 w 5741575"/>
              <a:gd name="connsiteY21" fmla="*/ 746926 h 955271"/>
              <a:gd name="connsiteX22" fmla="*/ 1226314 w 5741575"/>
              <a:gd name="connsiteY22" fmla="*/ 722473 h 955271"/>
              <a:gd name="connsiteX23" fmla="*/ 1278773 w 5741575"/>
              <a:gd name="connsiteY23" fmla="*/ 711503 h 955271"/>
              <a:gd name="connsiteX24" fmla="*/ 1317691 w 5741575"/>
              <a:gd name="connsiteY24" fmla="*/ 708529 h 955271"/>
              <a:gd name="connsiteX25" fmla="*/ 1360404 w 5741575"/>
              <a:gd name="connsiteY25" fmla="*/ 675922 h 955271"/>
              <a:gd name="connsiteX26" fmla="*/ 1412292 w 5741575"/>
              <a:gd name="connsiteY26" fmla="*/ 670793 h 955271"/>
              <a:gd name="connsiteX27" fmla="*/ 1494753 w 5741575"/>
              <a:gd name="connsiteY27" fmla="*/ 644686 h 955271"/>
              <a:gd name="connsiteX28" fmla="*/ 1616217 w 5741575"/>
              <a:gd name="connsiteY28" fmla="*/ 622107 h 955271"/>
              <a:gd name="connsiteX29" fmla="*/ 1710928 w 5741575"/>
              <a:gd name="connsiteY29" fmla="*/ 600666 h 955271"/>
              <a:gd name="connsiteX30" fmla="*/ 1743718 w 5741575"/>
              <a:gd name="connsiteY30" fmla="*/ 584327 h 955271"/>
              <a:gd name="connsiteX31" fmla="*/ 1873778 w 5741575"/>
              <a:gd name="connsiteY31" fmla="*/ 530130 h 955271"/>
              <a:gd name="connsiteX32" fmla="*/ 1988411 w 5741575"/>
              <a:gd name="connsiteY32" fmla="*/ 491599 h 955271"/>
              <a:gd name="connsiteX33" fmla="*/ 2085507 w 5741575"/>
              <a:gd name="connsiteY33" fmla="*/ 498527 h 955271"/>
              <a:gd name="connsiteX34" fmla="*/ 2090767 w 5741575"/>
              <a:gd name="connsiteY34" fmla="*/ 490616 h 955271"/>
              <a:gd name="connsiteX35" fmla="*/ 2151143 w 5741575"/>
              <a:gd name="connsiteY35" fmla="*/ 478332 h 955271"/>
              <a:gd name="connsiteX36" fmla="*/ 2378710 w 5741575"/>
              <a:gd name="connsiteY36" fmla="*/ 477570 h 955271"/>
              <a:gd name="connsiteX37" fmla="*/ 2496256 w 5741575"/>
              <a:gd name="connsiteY37" fmla="*/ 452396 h 955271"/>
              <a:gd name="connsiteX38" fmla="*/ 2535387 w 5741575"/>
              <a:gd name="connsiteY38" fmla="*/ 436645 h 955271"/>
              <a:gd name="connsiteX39" fmla="*/ 2601109 w 5741575"/>
              <a:gd name="connsiteY39" fmla="*/ 410678 h 955271"/>
              <a:gd name="connsiteX40" fmla="*/ 2643855 w 5741575"/>
              <a:gd name="connsiteY40" fmla="*/ 374482 h 955271"/>
              <a:gd name="connsiteX41" fmla="*/ 2657726 w 5741575"/>
              <a:gd name="connsiteY41" fmla="*/ 365841 h 955271"/>
              <a:gd name="connsiteX42" fmla="*/ 2717296 w 5741575"/>
              <a:gd name="connsiteY42" fmla="*/ 362282 h 955271"/>
              <a:gd name="connsiteX43" fmla="*/ 2777227 w 5741575"/>
              <a:gd name="connsiteY43" fmla="*/ 368972 h 955271"/>
              <a:gd name="connsiteX44" fmla="*/ 2824768 w 5741575"/>
              <a:gd name="connsiteY44" fmla="*/ 361652 h 955271"/>
              <a:gd name="connsiteX45" fmla="*/ 2885545 w 5741575"/>
              <a:gd name="connsiteY45" fmla="*/ 372818 h 955271"/>
              <a:gd name="connsiteX46" fmla="*/ 3009558 w 5741575"/>
              <a:gd name="connsiteY46" fmla="*/ 370573 h 955271"/>
              <a:gd name="connsiteX47" fmla="*/ 3095010 w 5741575"/>
              <a:gd name="connsiteY47" fmla="*/ 332454 h 955271"/>
              <a:gd name="connsiteX48" fmla="*/ 3148998 w 5741575"/>
              <a:gd name="connsiteY48" fmla="*/ 315286 h 955271"/>
              <a:gd name="connsiteX49" fmla="*/ 3195264 w 5741575"/>
              <a:gd name="connsiteY49" fmla="*/ 293158 h 955271"/>
              <a:gd name="connsiteX50" fmla="*/ 3373785 w 5741575"/>
              <a:gd name="connsiteY50" fmla="*/ 255680 h 955271"/>
              <a:gd name="connsiteX51" fmla="*/ 3493851 w 5741575"/>
              <a:gd name="connsiteY51" fmla="*/ 240255 h 955271"/>
              <a:gd name="connsiteX52" fmla="*/ 3537470 w 5741575"/>
              <a:gd name="connsiteY52" fmla="*/ 241867 h 955271"/>
              <a:gd name="connsiteX53" fmla="*/ 3610489 w 5741575"/>
              <a:gd name="connsiteY53" fmla="*/ 244128 h 955271"/>
              <a:gd name="connsiteX54" fmla="*/ 3667539 w 5741575"/>
              <a:gd name="connsiteY54" fmla="*/ 263271 h 955271"/>
              <a:gd name="connsiteX55" fmla="*/ 3727614 w 5741575"/>
              <a:gd name="connsiteY55" fmla="*/ 258245 h 955271"/>
              <a:gd name="connsiteX56" fmla="*/ 3738369 w 5741575"/>
              <a:gd name="connsiteY56" fmla="*/ 234506 h 955271"/>
              <a:gd name="connsiteX57" fmla="*/ 3803670 w 5741575"/>
              <a:gd name="connsiteY57" fmla="*/ 236457 h 955271"/>
              <a:gd name="connsiteX58" fmla="*/ 3903080 w 5741575"/>
              <a:gd name="connsiteY58" fmla="*/ 241890 h 955271"/>
              <a:gd name="connsiteX59" fmla="*/ 4114838 w 5741575"/>
              <a:gd name="connsiteY59" fmla="*/ 238165 h 955271"/>
              <a:gd name="connsiteX60" fmla="*/ 4271023 w 5741575"/>
              <a:gd name="connsiteY60" fmla="*/ 241959 h 955271"/>
              <a:gd name="connsiteX61" fmla="*/ 4367397 w 5741575"/>
              <a:gd name="connsiteY61" fmla="*/ 271442 h 955271"/>
              <a:gd name="connsiteX62" fmla="*/ 4495366 w 5741575"/>
              <a:gd name="connsiteY62" fmla="*/ 271618 h 955271"/>
              <a:gd name="connsiteX63" fmla="*/ 4517347 w 5741575"/>
              <a:gd name="connsiteY63" fmla="*/ 275639 h 955271"/>
              <a:gd name="connsiteX64" fmla="*/ 4546116 w 5741575"/>
              <a:gd name="connsiteY64" fmla="*/ 268568 h 955271"/>
              <a:gd name="connsiteX65" fmla="*/ 4661259 w 5741575"/>
              <a:gd name="connsiteY65" fmla="*/ 238966 h 955271"/>
              <a:gd name="connsiteX66" fmla="*/ 4750403 w 5741575"/>
              <a:gd name="connsiteY66" fmla="*/ 204364 h 955271"/>
              <a:gd name="connsiteX67" fmla="*/ 4867614 w 5741575"/>
              <a:gd name="connsiteY67" fmla="*/ 208668 h 955271"/>
              <a:gd name="connsiteX68" fmla="*/ 4937036 w 5741575"/>
              <a:gd name="connsiteY68" fmla="*/ 195446 h 955271"/>
              <a:gd name="connsiteX69" fmla="*/ 5067740 w 5741575"/>
              <a:gd name="connsiteY69" fmla="*/ 172293 h 955271"/>
              <a:gd name="connsiteX70" fmla="*/ 5200247 w 5741575"/>
              <a:gd name="connsiteY70" fmla="*/ 142695 h 955271"/>
              <a:gd name="connsiteX71" fmla="*/ 5276878 w 5741575"/>
              <a:gd name="connsiteY71" fmla="*/ 125833 h 955271"/>
              <a:gd name="connsiteX72" fmla="*/ 5418472 w 5741575"/>
              <a:gd name="connsiteY72" fmla="*/ 89163 h 955271"/>
              <a:gd name="connsiteX73" fmla="*/ 5482354 w 5741575"/>
              <a:gd name="connsiteY73" fmla="*/ 69470 h 955271"/>
              <a:gd name="connsiteX74" fmla="*/ 5583280 w 5741575"/>
              <a:gd name="connsiteY74" fmla="*/ 49787 h 955271"/>
              <a:gd name="connsiteX75" fmla="*/ 5613766 w 5741575"/>
              <a:gd name="connsiteY75" fmla="*/ 41855 h 955271"/>
              <a:gd name="connsiteX76" fmla="*/ 5684952 w 5741575"/>
              <a:gd name="connsiteY76" fmla="*/ 26088 h 955271"/>
              <a:gd name="connsiteX77" fmla="*/ 5741575 w 5741575"/>
              <a:gd name="connsiteY77" fmla="*/ 0 h 955271"/>
              <a:gd name="connsiteX0" fmla="*/ 5741575 w 5741575"/>
              <a:gd name="connsiteY0" fmla="*/ 0 h 955271"/>
              <a:gd name="connsiteX1" fmla="*/ 5741575 w 5741575"/>
              <a:gd name="connsiteY1" fmla="*/ 955271 h 955271"/>
              <a:gd name="connsiteX2" fmla="*/ 0 w 5741575"/>
              <a:gd name="connsiteY2" fmla="*/ 955271 h 955271"/>
              <a:gd name="connsiteX3" fmla="*/ 8558 w 5741575"/>
              <a:gd name="connsiteY3" fmla="*/ 953971 h 955271"/>
              <a:gd name="connsiteX4" fmla="*/ 16894 w 5741575"/>
              <a:gd name="connsiteY4" fmla="*/ 953847 h 955271"/>
              <a:gd name="connsiteX5" fmla="*/ 28156 w 5741575"/>
              <a:gd name="connsiteY5" fmla="*/ 951374 h 955271"/>
              <a:gd name="connsiteX6" fmla="*/ 28293 w 5741575"/>
              <a:gd name="connsiteY6" fmla="*/ 950971 h 955271"/>
              <a:gd name="connsiteX7" fmla="*/ 59229 w 5741575"/>
              <a:gd name="connsiteY7" fmla="*/ 903950 h 955271"/>
              <a:gd name="connsiteX8" fmla="*/ 148657 w 5741575"/>
              <a:gd name="connsiteY8" fmla="*/ 898134 h 955271"/>
              <a:gd name="connsiteX9" fmla="*/ 174554 w 5741575"/>
              <a:gd name="connsiteY9" fmla="*/ 886351 h 955271"/>
              <a:gd name="connsiteX10" fmla="*/ 187633 w 5741575"/>
              <a:gd name="connsiteY10" fmla="*/ 878226 h 955271"/>
              <a:gd name="connsiteX11" fmla="*/ 187961 w 5741575"/>
              <a:gd name="connsiteY11" fmla="*/ 876538 h 955271"/>
              <a:gd name="connsiteX12" fmla="*/ 240501 w 5741575"/>
              <a:gd name="connsiteY12" fmla="*/ 873150 h 955271"/>
              <a:gd name="connsiteX13" fmla="*/ 246345 w 5741575"/>
              <a:gd name="connsiteY13" fmla="*/ 869942 h 955271"/>
              <a:gd name="connsiteX14" fmla="*/ 306299 w 5741575"/>
              <a:gd name="connsiteY14" fmla="*/ 873609 h 955271"/>
              <a:gd name="connsiteX15" fmla="*/ 331571 w 5741575"/>
              <a:gd name="connsiteY15" fmla="*/ 869866 h 955271"/>
              <a:gd name="connsiteX16" fmla="*/ 384157 w 5741575"/>
              <a:gd name="connsiteY16" fmla="*/ 867971 h 955271"/>
              <a:gd name="connsiteX17" fmla="*/ 477637 w 5741575"/>
              <a:gd name="connsiteY17" fmla="*/ 870334 h 955271"/>
              <a:gd name="connsiteX18" fmla="*/ 570239 w 5741575"/>
              <a:gd name="connsiteY18" fmla="*/ 829596 h 955271"/>
              <a:gd name="connsiteX19" fmla="*/ 772070 w 5741575"/>
              <a:gd name="connsiteY19" fmla="*/ 820296 h 955271"/>
              <a:gd name="connsiteX20" fmla="*/ 948872 w 5741575"/>
              <a:gd name="connsiteY20" fmla="*/ 772201 h 955271"/>
              <a:gd name="connsiteX21" fmla="*/ 1127089 w 5741575"/>
              <a:gd name="connsiteY21" fmla="*/ 746926 h 955271"/>
              <a:gd name="connsiteX22" fmla="*/ 1226314 w 5741575"/>
              <a:gd name="connsiteY22" fmla="*/ 722473 h 955271"/>
              <a:gd name="connsiteX23" fmla="*/ 1278773 w 5741575"/>
              <a:gd name="connsiteY23" fmla="*/ 711503 h 955271"/>
              <a:gd name="connsiteX24" fmla="*/ 1317691 w 5741575"/>
              <a:gd name="connsiteY24" fmla="*/ 708529 h 955271"/>
              <a:gd name="connsiteX25" fmla="*/ 1360404 w 5741575"/>
              <a:gd name="connsiteY25" fmla="*/ 675922 h 955271"/>
              <a:gd name="connsiteX26" fmla="*/ 1412292 w 5741575"/>
              <a:gd name="connsiteY26" fmla="*/ 670793 h 955271"/>
              <a:gd name="connsiteX27" fmla="*/ 1494753 w 5741575"/>
              <a:gd name="connsiteY27" fmla="*/ 644686 h 955271"/>
              <a:gd name="connsiteX28" fmla="*/ 1616217 w 5741575"/>
              <a:gd name="connsiteY28" fmla="*/ 622107 h 955271"/>
              <a:gd name="connsiteX29" fmla="*/ 1710928 w 5741575"/>
              <a:gd name="connsiteY29" fmla="*/ 600666 h 955271"/>
              <a:gd name="connsiteX30" fmla="*/ 1743718 w 5741575"/>
              <a:gd name="connsiteY30" fmla="*/ 584327 h 955271"/>
              <a:gd name="connsiteX31" fmla="*/ 1873778 w 5741575"/>
              <a:gd name="connsiteY31" fmla="*/ 530130 h 955271"/>
              <a:gd name="connsiteX32" fmla="*/ 1988411 w 5741575"/>
              <a:gd name="connsiteY32" fmla="*/ 491599 h 955271"/>
              <a:gd name="connsiteX33" fmla="*/ 2085507 w 5741575"/>
              <a:gd name="connsiteY33" fmla="*/ 498527 h 955271"/>
              <a:gd name="connsiteX34" fmla="*/ 2090767 w 5741575"/>
              <a:gd name="connsiteY34" fmla="*/ 490616 h 955271"/>
              <a:gd name="connsiteX35" fmla="*/ 2151143 w 5741575"/>
              <a:gd name="connsiteY35" fmla="*/ 478332 h 955271"/>
              <a:gd name="connsiteX36" fmla="*/ 2378710 w 5741575"/>
              <a:gd name="connsiteY36" fmla="*/ 477570 h 955271"/>
              <a:gd name="connsiteX37" fmla="*/ 2496256 w 5741575"/>
              <a:gd name="connsiteY37" fmla="*/ 452396 h 955271"/>
              <a:gd name="connsiteX38" fmla="*/ 2535387 w 5741575"/>
              <a:gd name="connsiteY38" fmla="*/ 436645 h 955271"/>
              <a:gd name="connsiteX39" fmla="*/ 2601109 w 5741575"/>
              <a:gd name="connsiteY39" fmla="*/ 410678 h 955271"/>
              <a:gd name="connsiteX40" fmla="*/ 2643855 w 5741575"/>
              <a:gd name="connsiteY40" fmla="*/ 374482 h 955271"/>
              <a:gd name="connsiteX41" fmla="*/ 2657726 w 5741575"/>
              <a:gd name="connsiteY41" fmla="*/ 365841 h 955271"/>
              <a:gd name="connsiteX42" fmla="*/ 2717296 w 5741575"/>
              <a:gd name="connsiteY42" fmla="*/ 362282 h 955271"/>
              <a:gd name="connsiteX43" fmla="*/ 2777227 w 5741575"/>
              <a:gd name="connsiteY43" fmla="*/ 368972 h 955271"/>
              <a:gd name="connsiteX44" fmla="*/ 2824768 w 5741575"/>
              <a:gd name="connsiteY44" fmla="*/ 361652 h 955271"/>
              <a:gd name="connsiteX45" fmla="*/ 2885545 w 5741575"/>
              <a:gd name="connsiteY45" fmla="*/ 372818 h 955271"/>
              <a:gd name="connsiteX46" fmla="*/ 3009558 w 5741575"/>
              <a:gd name="connsiteY46" fmla="*/ 370573 h 955271"/>
              <a:gd name="connsiteX47" fmla="*/ 3095010 w 5741575"/>
              <a:gd name="connsiteY47" fmla="*/ 332454 h 955271"/>
              <a:gd name="connsiteX48" fmla="*/ 3148998 w 5741575"/>
              <a:gd name="connsiteY48" fmla="*/ 315286 h 955271"/>
              <a:gd name="connsiteX49" fmla="*/ 3195264 w 5741575"/>
              <a:gd name="connsiteY49" fmla="*/ 293158 h 955271"/>
              <a:gd name="connsiteX50" fmla="*/ 3373785 w 5741575"/>
              <a:gd name="connsiteY50" fmla="*/ 255680 h 955271"/>
              <a:gd name="connsiteX51" fmla="*/ 3493851 w 5741575"/>
              <a:gd name="connsiteY51" fmla="*/ 240255 h 955271"/>
              <a:gd name="connsiteX52" fmla="*/ 3537470 w 5741575"/>
              <a:gd name="connsiteY52" fmla="*/ 241867 h 955271"/>
              <a:gd name="connsiteX53" fmla="*/ 3610489 w 5741575"/>
              <a:gd name="connsiteY53" fmla="*/ 244128 h 955271"/>
              <a:gd name="connsiteX54" fmla="*/ 3667539 w 5741575"/>
              <a:gd name="connsiteY54" fmla="*/ 263271 h 955271"/>
              <a:gd name="connsiteX55" fmla="*/ 3727614 w 5741575"/>
              <a:gd name="connsiteY55" fmla="*/ 258245 h 955271"/>
              <a:gd name="connsiteX56" fmla="*/ 3738369 w 5741575"/>
              <a:gd name="connsiteY56" fmla="*/ 234506 h 955271"/>
              <a:gd name="connsiteX57" fmla="*/ 3803670 w 5741575"/>
              <a:gd name="connsiteY57" fmla="*/ 236457 h 955271"/>
              <a:gd name="connsiteX58" fmla="*/ 3903080 w 5741575"/>
              <a:gd name="connsiteY58" fmla="*/ 241890 h 955271"/>
              <a:gd name="connsiteX59" fmla="*/ 4114838 w 5741575"/>
              <a:gd name="connsiteY59" fmla="*/ 238165 h 955271"/>
              <a:gd name="connsiteX60" fmla="*/ 4271023 w 5741575"/>
              <a:gd name="connsiteY60" fmla="*/ 241959 h 955271"/>
              <a:gd name="connsiteX61" fmla="*/ 4367397 w 5741575"/>
              <a:gd name="connsiteY61" fmla="*/ 271442 h 955271"/>
              <a:gd name="connsiteX62" fmla="*/ 4495366 w 5741575"/>
              <a:gd name="connsiteY62" fmla="*/ 271618 h 955271"/>
              <a:gd name="connsiteX63" fmla="*/ 4517347 w 5741575"/>
              <a:gd name="connsiteY63" fmla="*/ 275639 h 955271"/>
              <a:gd name="connsiteX64" fmla="*/ 4546116 w 5741575"/>
              <a:gd name="connsiteY64" fmla="*/ 268568 h 955271"/>
              <a:gd name="connsiteX65" fmla="*/ 4661259 w 5741575"/>
              <a:gd name="connsiteY65" fmla="*/ 238966 h 955271"/>
              <a:gd name="connsiteX66" fmla="*/ 4750403 w 5741575"/>
              <a:gd name="connsiteY66" fmla="*/ 204364 h 955271"/>
              <a:gd name="connsiteX67" fmla="*/ 4867614 w 5741575"/>
              <a:gd name="connsiteY67" fmla="*/ 208668 h 955271"/>
              <a:gd name="connsiteX68" fmla="*/ 4937036 w 5741575"/>
              <a:gd name="connsiteY68" fmla="*/ 195446 h 955271"/>
              <a:gd name="connsiteX69" fmla="*/ 5067740 w 5741575"/>
              <a:gd name="connsiteY69" fmla="*/ 172293 h 955271"/>
              <a:gd name="connsiteX70" fmla="*/ 5200247 w 5741575"/>
              <a:gd name="connsiteY70" fmla="*/ 142695 h 955271"/>
              <a:gd name="connsiteX71" fmla="*/ 5276878 w 5741575"/>
              <a:gd name="connsiteY71" fmla="*/ 125833 h 955271"/>
              <a:gd name="connsiteX72" fmla="*/ 5418472 w 5741575"/>
              <a:gd name="connsiteY72" fmla="*/ 89163 h 955271"/>
              <a:gd name="connsiteX73" fmla="*/ 5482354 w 5741575"/>
              <a:gd name="connsiteY73" fmla="*/ 69470 h 955271"/>
              <a:gd name="connsiteX74" fmla="*/ 5583280 w 5741575"/>
              <a:gd name="connsiteY74" fmla="*/ 49787 h 955271"/>
              <a:gd name="connsiteX75" fmla="*/ 5613766 w 5741575"/>
              <a:gd name="connsiteY75" fmla="*/ 41855 h 955271"/>
              <a:gd name="connsiteX76" fmla="*/ 5684952 w 5741575"/>
              <a:gd name="connsiteY76" fmla="*/ 26088 h 955271"/>
              <a:gd name="connsiteX77" fmla="*/ 5741575 w 5741575"/>
              <a:gd name="connsiteY77" fmla="*/ 0 h 955271"/>
              <a:gd name="connsiteX0" fmla="*/ 5741575 w 5741575"/>
              <a:gd name="connsiteY0" fmla="*/ 0 h 955271"/>
              <a:gd name="connsiteX1" fmla="*/ 5741575 w 5741575"/>
              <a:gd name="connsiteY1" fmla="*/ 955271 h 955271"/>
              <a:gd name="connsiteX2" fmla="*/ 0 w 5741575"/>
              <a:gd name="connsiteY2" fmla="*/ 955271 h 955271"/>
              <a:gd name="connsiteX3" fmla="*/ 8558 w 5741575"/>
              <a:gd name="connsiteY3" fmla="*/ 953971 h 955271"/>
              <a:gd name="connsiteX4" fmla="*/ 16894 w 5741575"/>
              <a:gd name="connsiteY4" fmla="*/ 953847 h 955271"/>
              <a:gd name="connsiteX5" fmla="*/ 28156 w 5741575"/>
              <a:gd name="connsiteY5" fmla="*/ 951374 h 955271"/>
              <a:gd name="connsiteX6" fmla="*/ 28293 w 5741575"/>
              <a:gd name="connsiteY6" fmla="*/ 950971 h 955271"/>
              <a:gd name="connsiteX7" fmla="*/ 59229 w 5741575"/>
              <a:gd name="connsiteY7" fmla="*/ 903950 h 955271"/>
              <a:gd name="connsiteX8" fmla="*/ 148657 w 5741575"/>
              <a:gd name="connsiteY8" fmla="*/ 898134 h 955271"/>
              <a:gd name="connsiteX9" fmla="*/ 174554 w 5741575"/>
              <a:gd name="connsiteY9" fmla="*/ 886351 h 955271"/>
              <a:gd name="connsiteX10" fmla="*/ 187633 w 5741575"/>
              <a:gd name="connsiteY10" fmla="*/ 878226 h 955271"/>
              <a:gd name="connsiteX11" fmla="*/ 187961 w 5741575"/>
              <a:gd name="connsiteY11" fmla="*/ 876538 h 955271"/>
              <a:gd name="connsiteX12" fmla="*/ 240501 w 5741575"/>
              <a:gd name="connsiteY12" fmla="*/ 873150 h 955271"/>
              <a:gd name="connsiteX13" fmla="*/ 246345 w 5741575"/>
              <a:gd name="connsiteY13" fmla="*/ 869942 h 955271"/>
              <a:gd name="connsiteX14" fmla="*/ 306299 w 5741575"/>
              <a:gd name="connsiteY14" fmla="*/ 873609 h 955271"/>
              <a:gd name="connsiteX15" fmla="*/ 331571 w 5741575"/>
              <a:gd name="connsiteY15" fmla="*/ 869866 h 955271"/>
              <a:gd name="connsiteX16" fmla="*/ 384157 w 5741575"/>
              <a:gd name="connsiteY16" fmla="*/ 867971 h 955271"/>
              <a:gd name="connsiteX17" fmla="*/ 477637 w 5741575"/>
              <a:gd name="connsiteY17" fmla="*/ 870334 h 955271"/>
              <a:gd name="connsiteX18" fmla="*/ 570239 w 5741575"/>
              <a:gd name="connsiteY18" fmla="*/ 829596 h 955271"/>
              <a:gd name="connsiteX19" fmla="*/ 772070 w 5741575"/>
              <a:gd name="connsiteY19" fmla="*/ 820296 h 955271"/>
              <a:gd name="connsiteX20" fmla="*/ 948872 w 5741575"/>
              <a:gd name="connsiteY20" fmla="*/ 772201 h 955271"/>
              <a:gd name="connsiteX21" fmla="*/ 1127089 w 5741575"/>
              <a:gd name="connsiteY21" fmla="*/ 746926 h 955271"/>
              <a:gd name="connsiteX22" fmla="*/ 1226314 w 5741575"/>
              <a:gd name="connsiteY22" fmla="*/ 722473 h 955271"/>
              <a:gd name="connsiteX23" fmla="*/ 1278773 w 5741575"/>
              <a:gd name="connsiteY23" fmla="*/ 711503 h 955271"/>
              <a:gd name="connsiteX24" fmla="*/ 1317691 w 5741575"/>
              <a:gd name="connsiteY24" fmla="*/ 708529 h 955271"/>
              <a:gd name="connsiteX25" fmla="*/ 1360404 w 5741575"/>
              <a:gd name="connsiteY25" fmla="*/ 675922 h 955271"/>
              <a:gd name="connsiteX26" fmla="*/ 1412292 w 5741575"/>
              <a:gd name="connsiteY26" fmla="*/ 670793 h 955271"/>
              <a:gd name="connsiteX27" fmla="*/ 1494753 w 5741575"/>
              <a:gd name="connsiteY27" fmla="*/ 644686 h 955271"/>
              <a:gd name="connsiteX28" fmla="*/ 1616217 w 5741575"/>
              <a:gd name="connsiteY28" fmla="*/ 622107 h 955271"/>
              <a:gd name="connsiteX29" fmla="*/ 1710928 w 5741575"/>
              <a:gd name="connsiteY29" fmla="*/ 600666 h 955271"/>
              <a:gd name="connsiteX30" fmla="*/ 1743718 w 5741575"/>
              <a:gd name="connsiteY30" fmla="*/ 584327 h 955271"/>
              <a:gd name="connsiteX31" fmla="*/ 1873778 w 5741575"/>
              <a:gd name="connsiteY31" fmla="*/ 530130 h 955271"/>
              <a:gd name="connsiteX32" fmla="*/ 1988411 w 5741575"/>
              <a:gd name="connsiteY32" fmla="*/ 491599 h 955271"/>
              <a:gd name="connsiteX33" fmla="*/ 2085507 w 5741575"/>
              <a:gd name="connsiteY33" fmla="*/ 498527 h 955271"/>
              <a:gd name="connsiteX34" fmla="*/ 2090767 w 5741575"/>
              <a:gd name="connsiteY34" fmla="*/ 490616 h 955271"/>
              <a:gd name="connsiteX35" fmla="*/ 2151143 w 5741575"/>
              <a:gd name="connsiteY35" fmla="*/ 478332 h 955271"/>
              <a:gd name="connsiteX36" fmla="*/ 2378710 w 5741575"/>
              <a:gd name="connsiteY36" fmla="*/ 477570 h 955271"/>
              <a:gd name="connsiteX37" fmla="*/ 2496256 w 5741575"/>
              <a:gd name="connsiteY37" fmla="*/ 452396 h 955271"/>
              <a:gd name="connsiteX38" fmla="*/ 2535387 w 5741575"/>
              <a:gd name="connsiteY38" fmla="*/ 436645 h 955271"/>
              <a:gd name="connsiteX39" fmla="*/ 2601109 w 5741575"/>
              <a:gd name="connsiteY39" fmla="*/ 410678 h 955271"/>
              <a:gd name="connsiteX40" fmla="*/ 2643855 w 5741575"/>
              <a:gd name="connsiteY40" fmla="*/ 374482 h 955271"/>
              <a:gd name="connsiteX41" fmla="*/ 2657726 w 5741575"/>
              <a:gd name="connsiteY41" fmla="*/ 365841 h 955271"/>
              <a:gd name="connsiteX42" fmla="*/ 2717296 w 5741575"/>
              <a:gd name="connsiteY42" fmla="*/ 362282 h 955271"/>
              <a:gd name="connsiteX43" fmla="*/ 2777227 w 5741575"/>
              <a:gd name="connsiteY43" fmla="*/ 368972 h 955271"/>
              <a:gd name="connsiteX44" fmla="*/ 2824768 w 5741575"/>
              <a:gd name="connsiteY44" fmla="*/ 361652 h 955271"/>
              <a:gd name="connsiteX45" fmla="*/ 2885545 w 5741575"/>
              <a:gd name="connsiteY45" fmla="*/ 372818 h 955271"/>
              <a:gd name="connsiteX46" fmla="*/ 3009558 w 5741575"/>
              <a:gd name="connsiteY46" fmla="*/ 370573 h 955271"/>
              <a:gd name="connsiteX47" fmla="*/ 3095010 w 5741575"/>
              <a:gd name="connsiteY47" fmla="*/ 332454 h 955271"/>
              <a:gd name="connsiteX48" fmla="*/ 3148998 w 5741575"/>
              <a:gd name="connsiteY48" fmla="*/ 315286 h 955271"/>
              <a:gd name="connsiteX49" fmla="*/ 3195264 w 5741575"/>
              <a:gd name="connsiteY49" fmla="*/ 293158 h 955271"/>
              <a:gd name="connsiteX50" fmla="*/ 3373785 w 5741575"/>
              <a:gd name="connsiteY50" fmla="*/ 255680 h 955271"/>
              <a:gd name="connsiteX51" fmla="*/ 3493851 w 5741575"/>
              <a:gd name="connsiteY51" fmla="*/ 240255 h 955271"/>
              <a:gd name="connsiteX52" fmla="*/ 3537470 w 5741575"/>
              <a:gd name="connsiteY52" fmla="*/ 241867 h 955271"/>
              <a:gd name="connsiteX53" fmla="*/ 3610489 w 5741575"/>
              <a:gd name="connsiteY53" fmla="*/ 244128 h 955271"/>
              <a:gd name="connsiteX54" fmla="*/ 3667539 w 5741575"/>
              <a:gd name="connsiteY54" fmla="*/ 263271 h 955271"/>
              <a:gd name="connsiteX55" fmla="*/ 3727614 w 5741575"/>
              <a:gd name="connsiteY55" fmla="*/ 258245 h 955271"/>
              <a:gd name="connsiteX56" fmla="*/ 3738369 w 5741575"/>
              <a:gd name="connsiteY56" fmla="*/ 234506 h 955271"/>
              <a:gd name="connsiteX57" fmla="*/ 3803670 w 5741575"/>
              <a:gd name="connsiteY57" fmla="*/ 236457 h 955271"/>
              <a:gd name="connsiteX58" fmla="*/ 3903080 w 5741575"/>
              <a:gd name="connsiteY58" fmla="*/ 241890 h 955271"/>
              <a:gd name="connsiteX59" fmla="*/ 4114838 w 5741575"/>
              <a:gd name="connsiteY59" fmla="*/ 238165 h 955271"/>
              <a:gd name="connsiteX60" fmla="*/ 4271023 w 5741575"/>
              <a:gd name="connsiteY60" fmla="*/ 241959 h 955271"/>
              <a:gd name="connsiteX61" fmla="*/ 4367397 w 5741575"/>
              <a:gd name="connsiteY61" fmla="*/ 271442 h 955271"/>
              <a:gd name="connsiteX62" fmla="*/ 4495366 w 5741575"/>
              <a:gd name="connsiteY62" fmla="*/ 271618 h 955271"/>
              <a:gd name="connsiteX63" fmla="*/ 4517347 w 5741575"/>
              <a:gd name="connsiteY63" fmla="*/ 275639 h 955271"/>
              <a:gd name="connsiteX64" fmla="*/ 4546116 w 5741575"/>
              <a:gd name="connsiteY64" fmla="*/ 268568 h 955271"/>
              <a:gd name="connsiteX65" fmla="*/ 4661259 w 5741575"/>
              <a:gd name="connsiteY65" fmla="*/ 238966 h 955271"/>
              <a:gd name="connsiteX66" fmla="*/ 4750403 w 5741575"/>
              <a:gd name="connsiteY66" fmla="*/ 204364 h 955271"/>
              <a:gd name="connsiteX67" fmla="*/ 4867614 w 5741575"/>
              <a:gd name="connsiteY67" fmla="*/ 208668 h 955271"/>
              <a:gd name="connsiteX68" fmla="*/ 4937036 w 5741575"/>
              <a:gd name="connsiteY68" fmla="*/ 195446 h 955271"/>
              <a:gd name="connsiteX69" fmla="*/ 5067740 w 5741575"/>
              <a:gd name="connsiteY69" fmla="*/ 172293 h 955271"/>
              <a:gd name="connsiteX70" fmla="*/ 5200247 w 5741575"/>
              <a:gd name="connsiteY70" fmla="*/ 142695 h 955271"/>
              <a:gd name="connsiteX71" fmla="*/ 5276878 w 5741575"/>
              <a:gd name="connsiteY71" fmla="*/ 125833 h 955271"/>
              <a:gd name="connsiteX72" fmla="*/ 5373216 w 5741575"/>
              <a:gd name="connsiteY72" fmla="*/ 102777 h 955271"/>
              <a:gd name="connsiteX73" fmla="*/ 5482354 w 5741575"/>
              <a:gd name="connsiteY73" fmla="*/ 69470 h 955271"/>
              <a:gd name="connsiteX74" fmla="*/ 5583280 w 5741575"/>
              <a:gd name="connsiteY74" fmla="*/ 49787 h 955271"/>
              <a:gd name="connsiteX75" fmla="*/ 5613766 w 5741575"/>
              <a:gd name="connsiteY75" fmla="*/ 41855 h 955271"/>
              <a:gd name="connsiteX76" fmla="*/ 5684952 w 5741575"/>
              <a:gd name="connsiteY76" fmla="*/ 26088 h 955271"/>
              <a:gd name="connsiteX77" fmla="*/ 5741575 w 5741575"/>
              <a:gd name="connsiteY77" fmla="*/ 0 h 955271"/>
              <a:gd name="connsiteX0" fmla="*/ 5741575 w 5741575"/>
              <a:gd name="connsiteY0" fmla="*/ 0 h 955271"/>
              <a:gd name="connsiteX1" fmla="*/ 5741575 w 5741575"/>
              <a:gd name="connsiteY1" fmla="*/ 955271 h 955271"/>
              <a:gd name="connsiteX2" fmla="*/ 0 w 5741575"/>
              <a:gd name="connsiteY2" fmla="*/ 955271 h 955271"/>
              <a:gd name="connsiteX3" fmla="*/ 8558 w 5741575"/>
              <a:gd name="connsiteY3" fmla="*/ 953971 h 955271"/>
              <a:gd name="connsiteX4" fmla="*/ 16894 w 5741575"/>
              <a:gd name="connsiteY4" fmla="*/ 953847 h 955271"/>
              <a:gd name="connsiteX5" fmla="*/ 28156 w 5741575"/>
              <a:gd name="connsiteY5" fmla="*/ 951374 h 955271"/>
              <a:gd name="connsiteX6" fmla="*/ 28293 w 5741575"/>
              <a:gd name="connsiteY6" fmla="*/ 950971 h 955271"/>
              <a:gd name="connsiteX7" fmla="*/ 59229 w 5741575"/>
              <a:gd name="connsiteY7" fmla="*/ 903950 h 955271"/>
              <a:gd name="connsiteX8" fmla="*/ 148657 w 5741575"/>
              <a:gd name="connsiteY8" fmla="*/ 898134 h 955271"/>
              <a:gd name="connsiteX9" fmla="*/ 174554 w 5741575"/>
              <a:gd name="connsiteY9" fmla="*/ 886351 h 955271"/>
              <a:gd name="connsiteX10" fmla="*/ 187633 w 5741575"/>
              <a:gd name="connsiteY10" fmla="*/ 878226 h 955271"/>
              <a:gd name="connsiteX11" fmla="*/ 187961 w 5741575"/>
              <a:gd name="connsiteY11" fmla="*/ 876538 h 955271"/>
              <a:gd name="connsiteX12" fmla="*/ 240501 w 5741575"/>
              <a:gd name="connsiteY12" fmla="*/ 873150 h 955271"/>
              <a:gd name="connsiteX13" fmla="*/ 246345 w 5741575"/>
              <a:gd name="connsiteY13" fmla="*/ 869942 h 955271"/>
              <a:gd name="connsiteX14" fmla="*/ 306299 w 5741575"/>
              <a:gd name="connsiteY14" fmla="*/ 873609 h 955271"/>
              <a:gd name="connsiteX15" fmla="*/ 331571 w 5741575"/>
              <a:gd name="connsiteY15" fmla="*/ 869866 h 955271"/>
              <a:gd name="connsiteX16" fmla="*/ 384157 w 5741575"/>
              <a:gd name="connsiteY16" fmla="*/ 867971 h 955271"/>
              <a:gd name="connsiteX17" fmla="*/ 477637 w 5741575"/>
              <a:gd name="connsiteY17" fmla="*/ 870334 h 955271"/>
              <a:gd name="connsiteX18" fmla="*/ 570239 w 5741575"/>
              <a:gd name="connsiteY18" fmla="*/ 829596 h 955271"/>
              <a:gd name="connsiteX19" fmla="*/ 772070 w 5741575"/>
              <a:gd name="connsiteY19" fmla="*/ 820296 h 955271"/>
              <a:gd name="connsiteX20" fmla="*/ 948872 w 5741575"/>
              <a:gd name="connsiteY20" fmla="*/ 772201 h 955271"/>
              <a:gd name="connsiteX21" fmla="*/ 1127089 w 5741575"/>
              <a:gd name="connsiteY21" fmla="*/ 746926 h 955271"/>
              <a:gd name="connsiteX22" fmla="*/ 1226314 w 5741575"/>
              <a:gd name="connsiteY22" fmla="*/ 722473 h 955271"/>
              <a:gd name="connsiteX23" fmla="*/ 1278773 w 5741575"/>
              <a:gd name="connsiteY23" fmla="*/ 711503 h 955271"/>
              <a:gd name="connsiteX24" fmla="*/ 1317691 w 5741575"/>
              <a:gd name="connsiteY24" fmla="*/ 708529 h 955271"/>
              <a:gd name="connsiteX25" fmla="*/ 1360404 w 5741575"/>
              <a:gd name="connsiteY25" fmla="*/ 675922 h 955271"/>
              <a:gd name="connsiteX26" fmla="*/ 1412292 w 5741575"/>
              <a:gd name="connsiteY26" fmla="*/ 670793 h 955271"/>
              <a:gd name="connsiteX27" fmla="*/ 1494753 w 5741575"/>
              <a:gd name="connsiteY27" fmla="*/ 644686 h 955271"/>
              <a:gd name="connsiteX28" fmla="*/ 1616217 w 5741575"/>
              <a:gd name="connsiteY28" fmla="*/ 622107 h 955271"/>
              <a:gd name="connsiteX29" fmla="*/ 1710928 w 5741575"/>
              <a:gd name="connsiteY29" fmla="*/ 600666 h 955271"/>
              <a:gd name="connsiteX30" fmla="*/ 1743718 w 5741575"/>
              <a:gd name="connsiteY30" fmla="*/ 584327 h 955271"/>
              <a:gd name="connsiteX31" fmla="*/ 1873778 w 5741575"/>
              <a:gd name="connsiteY31" fmla="*/ 530130 h 955271"/>
              <a:gd name="connsiteX32" fmla="*/ 1988411 w 5741575"/>
              <a:gd name="connsiteY32" fmla="*/ 491599 h 955271"/>
              <a:gd name="connsiteX33" fmla="*/ 2085507 w 5741575"/>
              <a:gd name="connsiteY33" fmla="*/ 498527 h 955271"/>
              <a:gd name="connsiteX34" fmla="*/ 2090767 w 5741575"/>
              <a:gd name="connsiteY34" fmla="*/ 490616 h 955271"/>
              <a:gd name="connsiteX35" fmla="*/ 2151143 w 5741575"/>
              <a:gd name="connsiteY35" fmla="*/ 478332 h 955271"/>
              <a:gd name="connsiteX36" fmla="*/ 2378710 w 5741575"/>
              <a:gd name="connsiteY36" fmla="*/ 477570 h 955271"/>
              <a:gd name="connsiteX37" fmla="*/ 2496256 w 5741575"/>
              <a:gd name="connsiteY37" fmla="*/ 452396 h 955271"/>
              <a:gd name="connsiteX38" fmla="*/ 2535387 w 5741575"/>
              <a:gd name="connsiteY38" fmla="*/ 436645 h 955271"/>
              <a:gd name="connsiteX39" fmla="*/ 2601109 w 5741575"/>
              <a:gd name="connsiteY39" fmla="*/ 410678 h 955271"/>
              <a:gd name="connsiteX40" fmla="*/ 2643855 w 5741575"/>
              <a:gd name="connsiteY40" fmla="*/ 374482 h 955271"/>
              <a:gd name="connsiteX41" fmla="*/ 2657726 w 5741575"/>
              <a:gd name="connsiteY41" fmla="*/ 365841 h 955271"/>
              <a:gd name="connsiteX42" fmla="*/ 2717296 w 5741575"/>
              <a:gd name="connsiteY42" fmla="*/ 362282 h 955271"/>
              <a:gd name="connsiteX43" fmla="*/ 2777227 w 5741575"/>
              <a:gd name="connsiteY43" fmla="*/ 368972 h 955271"/>
              <a:gd name="connsiteX44" fmla="*/ 2824768 w 5741575"/>
              <a:gd name="connsiteY44" fmla="*/ 361652 h 955271"/>
              <a:gd name="connsiteX45" fmla="*/ 2885545 w 5741575"/>
              <a:gd name="connsiteY45" fmla="*/ 372818 h 955271"/>
              <a:gd name="connsiteX46" fmla="*/ 3009558 w 5741575"/>
              <a:gd name="connsiteY46" fmla="*/ 370573 h 955271"/>
              <a:gd name="connsiteX47" fmla="*/ 3095010 w 5741575"/>
              <a:gd name="connsiteY47" fmla="*/ 332454 h 955271"/>
              <a:gd name="connsiteX48" fmla="*/ 3148998 w 5741575"/>
              <a:gd name="connsiteY48" fmla="*/ 315286 h 955271"/>
              <a:gd name="connsiteX49" fmla="*/ 3195264 w 5741575"/>
              <a:gd name="connsiteY49" fmla="*/ 293158 h 955271"/>
              <a:gd name="connsiteX50" fmla="*/ 3373785 w 5741575"/>
              <a:gd name="connsiteY50" fmla="*/ 255680 h 955271"/>
              <a:gd name="connsiteX51" fmla="*/ 3493851 w 5741575"/>
              <a:gd name="connsiteY51" fmla="*/ 240255 h 955271"/>
              <a:gd name="connsiteX52" fmla="*/ 3537470 w 5741575"/>
              <a:gd name="connsiteY52" fmla="*/ 241867 h 955271"/>
              <a:gd name="connsiteX53" fmla="*/ 3610489 w 5741575"/>
              <a:gd name="connsiteY53" fmla="*/ 244128 h 955271"/>
              <a:gd name="connsiteX54" fmla="*/ 3667539 w 5741575"/>
              <a:gd name="connsiteY54" fmla="*/ 263271 h 955271"/>
              <a:gd name="connsiteX55" fmla="*/ 3727614 w 5741575"/>
              <a:gd name="connsiteY55" fmla="*/ 258245 h 955271"/>
              <a:gd name="connsiteX56" fmla="*/ 3738369 w 5741575"/>
              <a:gd name="connsiteY56" fmla="*/ 234506 h 955271"/>
              <a:gd name="connsiteX57" fmla="*/ 3803670 w 5741575"/>
              <a:gd name="connsiteY57" fmla="*/ 236457 h 955271"/>
              <a:gd name="connsiteX58" fmla="*/ 3903080 w 5741575"/>
              <a:gd name="connsiteY58" fmla="*/ 241890 h 955271"/>
              <a:gd name="connsiteX59" fmla="*/ 4114838 w 5741575"/>
              <a:gd name="connsiteY59" fmla="*/ 238165 h 955271"/>
              <a:gd name="connsiteX60" fmla="*/ 4271023 w 5741575"/>
              <a:gd name="connsiteY60" fmla="*/ 241959 h 955271"/>
              <a:gd name="connsiteX61" fmla="*/ 4367397 w 5741575"/>
              <a:gd name="connsiteY61" fmla="*/ 271442 h 955271"/>
              <a:gd name="connsiteX62" fmla="*/ 4495366 w 5741575"/>
              <a:gd name="connsiteY62" fmla="*/ 271618 h 955271"/>
              <a:gd name="connsiteX63" fmla="*/ 4517347 w 5741575"/>
              <a:gd name="connsiteY63" fmla="*/ 275639 h 955271"/>
              <a:gd name="connsiteX64" fmla="*/ 4546116 w 5741575"/>
              <a:gd name="connsiteY64" fmla="*/ 268568 h 955271"/>
              <a:gd name="connsiteX65" fmla="*/ 4661259 w 5741575"/>
              <a:gd name="connsiteY65" fmla="*/ 238966 h 955271"/>
              <a:gd name="connsiteX66" fmla="*/ 4750403 w 5741575"/>
              <a:gd name="connsiteY66" fmla="*/ 204364 h 955271"/>
              <a:gd name="connsiteX67" fmla="*/ 4867614 w 5741575"/>
              <a:gd name="connsiteY67" fmla="*/ 208668 h 955271"/>
              <a:gd name="connsiteX68" fmla="*/ 4937036 w 5741575"/>
              <a:gd name="connsiteY68" fmla="*/ 195446 h 955271"/>
              <a:gd name="connsiteX69" fmla="*/ 5067740 w 5741575"/>
              <a:gd name="connsiteY69" fmla="*/ 172293 h 955271"/>
              <a:gd name="connsiteX70" fmla="*/ 5200247 w 5741575"/>
              <a:gd name="connsiteY70" fmla="*/ 142695 h 955271"/>
              <a:gd name="connsiteX71" fmla="*/ 5276878 w 5741575"/>
              <a:gd name="connsiteY71" fmla="*/ 125833 h 955271"/>
              <a:gd name="connsiteX72" fmla="*/ 5373216 w 5741575"/>
              <a:gd name="connsiteY72" fmla="*/ 111851 h 955271"/>
              <a:gd name="connsiteX73" fmla="*/ 5482354 w 5741575"/>
              <a:gd name="connsiteY73" fmla="*/ 69470 h 955271"/>
              <a:gd name="connsiteX74" fmla="*/ 5583280 w 5741575"/>
              <a:gd name="connsiteY74" fmla="*/ 49787 h 955271"/>
              <a:gd name="connsiteX75" fmla="*/ 5613766 w 5741575"/>
              <a:gd name="connsiteY75" fmla="*/ 41855 h 955271"/>
              <a:gd name="connsiteX76" fmla="*/ 5684952 w 5741575"/>
              <a:gd name="connsiteY76" fmla="*/ 26088 h 955271"/>
              <a:gd name="connsiteX77" fmla="*/ 5741575 w 5741575"/>
              <a:gd name="connsiteY77" fmla="*/ 0 h 955271"/>
              <a:gd name="connsiteX0" fmla="*/ 5741575 w 5741575"/>
              <a:gd name="connsiteY0" fmla="*/ 0 h 955271"/>
              <a:gd name="connsiteX1" fmla="*/ 5741575 w 5741575"/>
              <a:gd name="connsiteY1" fmla="*/ 955271 h 955271"/>
              <a:gd name="connsiteX2" fmla="*/ 0 w 5741575"/>
              <a:gd name="connsiteY2" fmla="*/ 955271 h 955271"/>
              <a:gd name="connsiteX3" fmla="*/ 8558 w 5741575"/>
              <a:gd name="connsiteY3" fmla="*/ 953971 h 955271"/>
              <a:gd name="connsiteX4" fmla="*/ 16894 w 5741575"/>
              <a:gd name="connsiteY4" fmla="*/ 953847 h 955271"/>
              <a:gd name="connsiteX5" fmla="*/ 28156 w 5741575"/>
              <a:gd name="connsiteY5" fmla="*/ 951374 h 955271"/>
              <a:gd name="connsiteX6" fmla="*/ 28293 w 5741575"/>
              <a:gd name="connsiteY6" fmla="*/ 950971 h 955271"/>
              <a:gd name="connsiteX7" fmla="*/ 59229 w 5741575"/>
              <a:gd name="connsiteY7" fmla="*/ 903950 h 955271"/>
              <a:gd name="connsiteX8" fmla="*/ 148657 w 5741575"/>
              <a:gd name="connsiteY8" fmla="*/ 898134 h 955271"/>
              <a:gd name="connsiteX9" fmla="*/ 174554 w 5741575"/>
              <a:gd name="connsiteY9" fmla="*/ 886351 h 955271"/>
              <a:gd name="connsiteX10" fmla="*/ 187633 w 5741575"/>
              <a:gd name="connsiteY10" fmla="*/ 878226 h 955271"/>
              <a:gd name="connsiteX11" fmla="*/ 187961 w 5741575"/>
              <a:gd name="connsiteY11" fmla="*/ 876538 h 955271"/>
              <a:gd name="connsiteX12" fmla="*/ 240501 w 5741575"/>
              <a:gd name="connsiteY12" fmla="*/ 873150 h 955271"/>
              <a:gd name="connsiteX13" fmla="*/ 246345 w 5741575"/>
              <a:gd name="connsiteY13" fmla="*/ 869942 h 955271"/>
              <a:gd name="connsiteX14" fmla="*/ 306299 w 5741575"/>
              <a:gd name="connsiteY14" fmla="*/ 873609 h 955271"/>
              <a:gd name="connsiteX15" fmla="*/ 331571 w 5741575"/>
              <a:gd name="connsiteY15" fmla="*/ 869866 h 955271"/>
              <a:gd name="connsiteX16" fmla="*/ 384157 w 5741575"/>
              <a:gd name="connsiteY16" fmla="*/ 867971 h 955271"/>
              <a:gd name="connsiteX17" fmla="*/ 477637 w 5741575"/>
              <a:gd name="connsiteY17" fmla="*/ 870334 h 955271"/>
              <a:gd name="connsiteX18" fmla="*/ 570239 w 5741575"/>
              <a:gd name="connsiteY18" fmla="*/ 829596 h 955271"/>
              <a:gd name="connsiteX19" fmla="*/ 772070 w 5741575"/>
              <a:gd name="connsiteY19" fmla="*/ 820296 h 955271"/>
              <a:gd name="connsiteX20" fmla="*/ 948872 w 5741575"/>
              <a:gd name="connsiteY20" fmla="*/ 772201 h 955271"/>
              <a:gd name="connsiteX21" fmla="*/ 1127089 w 5741575"/>
              <a:gd name="connsiteY21" fmla="*/ 746926 h 955271"/>
              <a:gd name="connsiteX22" fmla="*/ 1226314 w 5741575"/>
              <a:gd name="connsiteY22" fmla="*/ 722473 h 955271"/>
              <a:gd name="connsiteX23" fmla="*/ 1278773 w 5741575"/>
              <a:gd name="connsiteY23" fmla="*/ 711503 h 955271"/>
              <a:gd name="connsiteX24" fmla="*/ 1317691 w 5741575"/>
              <a:gd name="connsiteY24" fmla="*/ 708529 h 955271"/>
              <a:gd name="connsiteX25" fmla="*/ 1360404 w 5741575"/>
              <a:gd name="connsiteY25" fmla="*/ 675922 h 955271"/>
              <a:gd name="connsiteX26" fmla="*/ 1412292 w 5741575"/>
              <a:gd name="connsiteY26" fmla="*/ 670793 h 955271"/>
              <a:gd name="connsiteX27" fmla="*/ 1494753 w 5741575"/>
              <a:gd name="connsiteY27" fmla="*/ 644686 h 955271"/>
              <a:gd name="connsiteX28" fmla="*/ 1616217 w 5741575"/>
              <a:gd name="connsiteY28" fmla="*/ 622107 h 955271"/>
              <a:gd name="connsiteX29" fmla="*/ 1710928 w 5741575"/>
              <a:gd name="connsiteY29" fmla="*/ 600666 h 955271"/>
              <a:gd name="connsiteX30" fmla="*/ 1743718 w 5741575"/>
              <a:gd name="connsiteY30" fmla="*/ 584327 h 955271"/>
              <a:gd name="connsiteX31" fmla="*/ 1873778 w 5741575"/>
              <a:gd name="connsiteY31" fmla="*/ 530130 h 955271"/>
              <a:gd name="connsiteX32" fmla="*/ 1988411 w 5741575"/>
              <a:gd name="connsiteY32" fmla="*/ 491599 h 955271"/>
              <a:gd name="connsiteX33" fmla="*/ 2085507 w 5741575"/>
              <a:gd name="connsiteY33" fmla="*/ 498527 h 955271"/>
              <a:gd name="connsiteX34" fmla="*/ 2090767 w 5741575"/>
              <a:gd name="connsiteY34" fmla="*/ 490616 h 955271"/>
              <a:gd name="connsiteX35" fmla="*/ 2151143 w 5741575"/>
              <a:gd name="connsiteY35" fmla="*/ 478332 h 955271"/>
              <a:gd name="connsiteX36" fmla="*/ 2378710 w 5741575"/>
              <a:gd name="connsiteY36" fmla="*/ 477570 h 955271"/>
              <a:gd name="connsiteX37" fmla="*/ 2496256 w 5741575"/>
              <a:gd name="connsiteY37" fmla="*/ 452396 h 955271"/>
              <a:gd name="connsiteX38" fmla="*/ 2535387 w 5741575"/>
              <a:gd name="connsiteY38" fmla="*/ 436645 h 955271"/>
              <a:gd name="connsiteX39" fmla="*/ 2601109 w 5741575"/>
              <a:gd name="connsiteY39" fmla="*/ 410678 h 955271"/>
              <a:gd name="connsiteX40" fmla="*/ 2643855 w 5741575"/>
              <a:gd name="connsiteY40" fmla="*/ 374482 h 955271"/>
              <a:gd name="connsiteX41" fmla="*/ 2657726 w 5741575"/>
              <a:gd name="connsiteY41" fmla="*/ 365841 h 955271"/>
              <a:gd name="connsiteX42" fmla="*/ 2717296 w 5741575"/>
              <a:gd name="connsiteY42" fmla="*/ 362282 h 955271"/>
              <a:gd name="connsiteX43" fmla="*/ 2777227 w 5741575"/>
              <a:gd name="connsiteY43" fmla="*/ 368972 h 955271"/>
              <a:gd name="connsiteX44" fmla="*/ 2824768 w 5741575"/>
              <a:gd name="connsiteY44" fmla="*/ 361652 h 955271"/>
              <a:gd name="connsiteX45" fmla="*/ 2885545 w 5741575"/>
              <a:gd name="connsiteY45" fmla="*/ 372818 h 955271"/>
              <a:gd name="connsiteX46" fmla="*/ 3009558 w 5741575"/>
              <a:gd name="connsiteY46" fmla="*/ 370573 h 955271"/>
              <a:gd name="connsiteX47" fmla="*/ 3095010 w 5741575"/>
              <a:gd name="connsiteY47" fmla="*/ 332454 h 955271"/>
              <a:gd name="connsiteX48" fmla="*/ 3148998 w 5741575"/>
              <a:gd name="connsiteY48" fmla="*/ 315286 h 955271"/>
              <a:gd name="connsiteX49" fmla="*/ 3195264 w 5741575"/>
              <a:gd name="connsiteY49" fmla="*/ 293158 h 955271"/>
              <a:gd name="connsiteX50" fmla="*/ 3373785 w 5741575"/>
              <a:gd name="connsiteY50" fmla="*/ 255680 h 955271"/>
              <a:gd name="connsiteX51" fmla="*/ 3493851 w 5741575"/>
              <a:gd name="connsiteY51" fmla="*/ 240255 h 955271"/>
              <a:gd name="connsiteX52" fmla="*/ 3537470 w 5741575"/>
              <a:gd name="connsiteY52" fmla="*/ 241867 h 955271"/>
              <a:gd name="connsiteX53" fmla="*/ 3610489 w 5741575"/>
              <a:gd name="connsiteY53" fmla="*/ 244128 h 955271"/>
              <a:gd name="connsiteX54" fmla="*/ 3667539 w 5741575"/>
              <a:gd name="connsiteY54" fmla="*/ 263271 h 955271"/>
              <a:gd name="connsiteX55" fmla="*/ 3727614 w 5741575"/>
              <a:gd name="connsiteY55" fmla="*/ 258245 h 955271"/>
              <a:gd name="connsiteX56" fmla="*/ 3738369 w 5741575"/>
              <a:gd name="connsiteY56" fmla="*/ 234506 h 955271"/>
              <a:gd name="connsiteX57" fmla="*/ 3803670 w 5741575"/>
              <a:gd name="connsiteY57" fmla="*/ 236457 h 955271"/>
              <a:gd name="connsiteX58" fmla="*/ 3903080 w 5741575"/>
              <a:gd name="connsiteY58" fmla="*/ 241890 h 955271"/>
              <a:gd name="connsiteX59" fmla="*/ 4114838 w 5741575"/>
              <a:gd name="connsiteY59" fmla="*/ 238165 h 955271"/>
              <a:gd name="connsiteX60" fmla="*/ 4271023 w 5741575"/>
              <a:gd name="connsiteY60" fmla="*/ 241959 h 955271"/>
              <a:gd name="connsiteX61" fmla="*/ 4367397 w 5741575"/>
              <a:gd name="connsiteY61" fmla="*/ 271442 h 955271"/>
              <a:gd name="connsiteX62" fmla="*/ 4495366 w 5741575"/>
              <a:gd name="connsiteY62" fmla="*/ 271618 h 955271"/>
              <a:gd name="connsiteX63" fmla="*/ 4517347 w 5741575"/>
              <a:gd name="connsiteY63" fmla="*/ 275639 h 955271"/>
              <a:gd name="connsiteX64" fmla="*/ 4546116 w 5741575"/>
              <a:gd name="connsiteY64" fmla="*/ 268568 h 955271"/>
              <a:gd name="connsiteX65" fmla="*/ 4661259 w 5741575"/>
              <a:gd name="connsiteY65" fmla="*/ 238966 h 955271"/>
              <a:gd name="connsiteX66" fmla="*/ 4750403 w 5741575"/>
              <a:gd name="connsiteY66" fmla="*/ 204364 h 955271"/>
              <a:gd name="connsiteX67" fmla="*/ 4867614 w 5741575"/>
              <a:gd name="connsiteY67" fmla="*/ 208668 h 955271"/>
              <a:gd name="connsiteX68" fmla="*/ 4937036 w 5741575"/>
              <a:gd name="connsiteY68" fmla="*/ 195446 h 955271"/>
              <a:gd name="connsiteX69" fmla="*/ 5067740 w 5741575"/>
              <a:gd name="connsiteY69" fmla="*/ 172293 h 955271"/>
              <a:gd name="connsiteX70" fmla="*/ 5200247 w 5741575"/>
              <a:gd name="connsiteY70" fmla="*/ 142695 h 955271"/>
              <a:gd name="connsiteX71" fmla="*/ 5276878 w 5741575"/>
              <a:gd name="connsiteY71" fmla="*/ 125833 h 955271"/>
              <a:gd name="connsiteX72" fmla="*/ 5373216 w 5741575"/>
              <a:gd name="connsiteY72" fmla="*/ 111851 h 955271"/>
              <a:gd name="connsiteX73" fmla="*/ 5482354 w 5741575"/>
              <a:gd name="connsiteY73" fmla="*/ 69470 h 955271"/>
              <a:gd name="connsiteX74" fmla="*/ 5583280 w 5741575"/>
              <a:gd name="connsiteY74" fmla="*/ 49787 h 955271"/>
              <a:gd name="connsiteX75" fmla="*/ 5613766 w 5741575"/>
              <a:gd name="connsiteY75" fmla="*/ 41855 h 955271"/>
              <a:gd name="connsiteX76" fmla="*/ 5684952 w 5741575"/>
              <a:gd name="connsiteY76" fmla="*/ 26088 h 955271"/>
              <a:gd name="connsiteX77" fmla="*/ 5741575 w 5741575"/>
              <a:gd name="connsiteY77" fmla="*/ 0 h 9552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Lst>
            <a:rect l="l" t="t" r="r" b="b"/>
            <a:pathLst>
              <a:path w="5741575" h="955271">
                <a:moveTo>
                  <a:pt x="5741575" y="0"/>
                </a:moveTo>
                <a:lnTo>
                  <a:pt x="5741575" y="955271"/>
                </a:lnTo>
                <a:lnTo>
                  <a:pt x="0" y="955271"/>
                </a:lnTo>
                <a:lnTo>
                  <a:pt x="8558" y="953971"/>
                </a:lnTo>
                <a:lnTo>
                  <a:pt x="16894" y="953847"/>
                </a:lnTo>
                <a:cubicBezTo>
                  <a:pt x="22474" y="953361"/>
                  <a:pt x="25973" y="952524"/>
                  <a:pt x="28156" y="951374"/>
                </a:cubicBezTo>
                <a:cubicBezTo>
                  <a:pt x="28201" y="951240"/>
                  <a:pt x="28247" y="951105"/>
                  <a:pt x="28293" y="950971"/>
                </a:cubicBezTo>
                <a:lnTo>
                  <a:pt x="59229" y="903950"/>
                </a:lnTo>
                <a:cubicBezTo>
                  <a:pt x="79290" y="895144"/>
                  <a:pt x="126084" y="908630"/>
                  <a:pt x="148657" y="898134"/>
                </a:cubicBezTo>
                <a:cubicBezTo>
                  <a:pt x="172173" y="896348"/>
                  <a:pt x="191809" y="908449"/>
                  <a:pt x="174554" y="886351"/>
                </a:cubicBezTo>
                <a:cubicBezTo>
                  <a:pt x="182014" y="885083"/>
                  <a:pt x="185699" y="882087"/>
                  <a:pt x="187633" y="878226"/>
                </a:cubicBezTo>
                <a:cubicBezTo>
                  <a:pt x="187742" y="877663"/>
                  <a:pt x="187852" y="877101"/>
                  <a:pt x="187961" y="876538"/>
                </a:cubicBezTo>
                <a:lnTo>
                  <a:pt x="240501" y="873150"/>
                </a:lnTo>
                <a:lnTo>
                  <a:pt x="246345" y="869942"/>
                </a:lnTo>
                <a:lnTo>
                  <a:pt x="306299" y="873609"/>
                </a:lnTo>
                <a:cubicBezTo>
                  <a:pt x="312531" y="875279"/>
                  <a:pt x="320316" y="874896"/>
                  <a:pt x="331571" y="869866"/>
                </a:cubicBezTo>
                <a:lnTo>
                  <a:pt x="384157" y="867971"/>
                </a:lnTo>
                <a:lnTo>
                  <a:pt x="477637" y="870334"/>
                </a:lnTo>
                <a:cubicBezTo>
                  <a:pt x="485456" y="872042"/>
                  <a:pt x="563433" y="825458"/>
                  <a:pt x="570239" y="829596"/>
                </a:cubicBezTo>
                <a:cubicBezTo>
                  <a:pt x="641939" y="824282"/>
                  <a:pt x="685473" y="832029"/>
                  <a:pt x="772070" y="820296"/>
                </a:cubicBezTo>
                <a:cubicBezTo>
                  <a:pt x="833120" y="817018"/>
                  <a:pt x="871984" y="794388"/>
                  <a:pt x="948872" y="772201"/>
                </a:cubicBezTo>
                <a:cubicBezTo>
                  <a:pt x="1011630" y="801590"/>
                  <a:pt x="1039188" y="762914"/>
                  <a:pt x="1127089" y="746926"/>
                </a:cubicBezTo>
                <a:cubicBezTo>
                  <a:pt x="1186739" y="737882"/>
                  <a:pt x="1185110" y="732158"/>
                  <a:pt x="1226314" y="722473"/>
                </a:cubicBezTo>
                <a:cubicBezTo>
                  <a:pt x="1234331" y="718091"/>
                  <a:pt x="1271693" y="717214"/>
                  <a:pt x="1278773" y="711503"/>
                </a:cubicBezTo>
                <a:lnTo>
                  <a:pt x="1317691" y="708529"/>
                </a:lnTo>
                <a:lnTo>
                  <a:pt x="1360404" y="675922"/>
                </a:lnTo>
                <a:lnTo>
                  <a:pt x="1412292" y="670793"/>
                </a:lnTo>
                <a:lnTo>
                  <a:pt x="1494753" y="644686"/>
                </a:lnTo>
                <a:cubicBezTo>
                  <a:pt x="1542884" y="655944"/>
                  <a:pt x="1556151" y="606226"/>
                  <a:pt x="1616217" y="622107"/>
                </a:cubicBezTo>
                <a:cubicBezTo>
                  <a:pt x="1637755" y="624837"/>
                  <a:pt x="1701030" y="614257"/>
                  <a:pt x="1710928" y="600666"/>
                </a:cubicBezTo>
                <a:cubicBezTo>
                  <a:pt x="1723693" y="596072"/>
                  <a:pt x="1739861" y="597834"/>
                  <a:pt x="1743718" y="584327"/>
                </a:cubicBezTo>
                <a:cubicBezTo>
                  <a:pt x="1770860" y="572571"/>
                  <a:pt x="1832996" y="545585"/>
                  <a:pt x="1873778" y="530130"/>
                </a:cubicBezTo>
                <a:cubicBezTo>
                  <a:pt x="1902425" y="541995"/>
                  <a:pt x="1929013" y="504913"/>
                  <a:pt x="1988411" y="491599"/>
                </a:cubicBezTo>
                <a:cubicBezTo>
                  <a:pt x="2020077" y="505546"/>
                  <a:pt x="2028363" y="482381"/>
                  <a:pt x="2085507" y="498527"/>
                </a:cubicBezTo>
                <a:cubicBezTo>
                  <a:pt x="2086719" y="495769"/>
                  <a:pt x="2088490" y="493104"/>
                  <a:pt x="2090767" y="490616"/>
                </a:cubicBezTo>
                <a:cubicBezTo>
                  <a:pt x="2103992" y="476161"/>
                  <a:pt x="2131025" y="470659"/>
                  <a:pt x="2151143" y="478332"/>
                </a:cubicBezTo>
                <a:cubicBezTo>
                  <a:pt x="2240088" y="497642"/>
                  <a:pt x="2310118" y="483043"/>
                  <a:pt x="2378710" y="477570"/>
                </a:cubicBezTo>
                <a:cubicBezTo>
                  <a:pt x="2454975" y="467585"/>
                  <a:pt x="2391576" y="437831"/>
                  <a:pt x="2496256" y="452396"/>
                </a:cubicBezTo>
                <a:cubicBezTo>
                  <a:pt x="2501503" y="436899"/>
                  <a:pt x="2513119" y="433980"/>
                  <a:pt x="2535387" y="436645"/>
                </a:cubicBezTo>
                <a:cubicBezTo>
                  <a:pt x="2572084" y="430778"/>
                  <a:pt x="2557124" y="397207"/>
                  <a:pt x="2601109" y="410678"/>
                </a:cubicBezTo>
                <a:cubicBezTo>
                  <a:pt x="2588000" y="393616"/>
                  <a:pt x="2667428" y="390302"/>
                  <a:pt x="2643855" y="374482"/>
                </a:cubicBezTo>
                <a:cubicBezTo>
                  <a:pt x="2648277" y="369169"/>
                  <a:pt x="2645486" y="367874"/>
                  <a:pt x="2657726" y="365841"/>
                </a:cubicBezTo>
                <a:cubicBezTo>
                  <a:pt x="2669966" y="363808"/>
                  <a:pt x="2707566" y="363569"/>
                  <a:pt x="2717296" y="362282"/>
                </a:cubicBezTo>
                <a:lnTo>
                  <a:pt x="2777227" y="368972"/>
                </a:lnTo>
                <a:lnTo>
                  <a:pt x="2824768" y="361652"/>
                </a:lnTo>
                <a:lnTo>
                  <a:pt x="2885545" y="372818"/>
                </a:lnTo>
                <a:cubicBezTo>
                  <a:pt x="2905895" y="352581"/>
                  <a:pt x="2948591" y="377825"/>
                  <a:pt x="3009558" y="370573"/>
                </a:cubicBezTo>
                <a:cubicBezTo>
                  <a:pt x="3031640" y="347442"/>
                  <a:pt x="3050695" y="365935"/>
                  <a:pt x="3095010" y="332454"/>
                </a:cubicBezTo>
                <a:cubicBezTo>
                  <a:pt x="3097485" y="334582"/>
                  <a:pt x="3132289" y="321835"/>
                  <a:pt x="3148998" y="315286"/>
                </a:cubicBezTo>
                <a:cubicBezTo>
                  <a:pt x="3165707" y="308737"/>
                  <a:pt x="3180646" y="306766"/>
                  <a:pt x="3195264" y="293158"/>
                </a:cubicBezTo>
                <a:cubicBezTo>
                  <a:pt x="3267122" y="246372"/>
                  <a:pt x="3308286" y="273118"/>
                  <a:pt x="3373785" y="255680"/>
                </a:cubicBezTo>
                <a:cubicBezTo>
                  <a:pt x="3448540" y="239861"/>
                  <a:pt x="3405238" y="287846"/>
                  <a:pt x="3493851" y="240255"/>
                </a:cubicBezTo>
                <a:cubicBezTo>
                  <a:pt x="3506326" y="252723"/>
                  <a:pt x="3518405" y="251593"/>
                  <a:pt x="3537470" y="241867"/>
                </a:cubicBezTo>
                <a:cubicBezTo>
                  <a:pt x="3573967" y="235226"/>
                  <a:pt x="3576893" y="270855"/>
                  <a:pt x="3610489" y="244128"/>
                </a:cubicBezTo>
                <a:cubicBezTo>
                  <a:pt x="3606935" y="264036"/>
                  <a:pt x="3681284" y="241075"/>
                  <a:pt x="3667539" y="263271"/>
                </a:cubicBezTo>
                <a:cubicBezTo>
                  <a:pt x="3694251" y="276940"/>
                  <a:pt x="3701441" y="246803"/>
                  <a:pt x="3727614" y="258245"/>
                </a:cubicBezTo>
                <a:cubicBezTo>
                  <a:pt x="3754952" y="257751"/>
                  <a:pt x="3708960" y="240314"/>
                  <a:pt x="3738369" y="234506"/>
                </a:cubicBezTo>
                <a:cubicBezTo>
                  <a:pt x="3774580" y="230879"/>
                  <a:pt x="3768868" y="196201"/>
                  <a:pt x="3803670" y="236457"/>
                </a:cubicBezTo>
                <a:cubicBezTo>
                  <a:pt x="3839567" y="220301"/>
                  <a:pt x="3850064" y="239151"/>
                  <a:pt x="3903080" y="241890"/>
                </a:cubicBezTo>
                <a:cubicBezTo>
                  <a:pt x="3954941" y="242175"/>
                  <a:pt x="4053514" y="238154"/>
                  <a:pt x="4114838" y="238165"/>
                </a:cubicBezTo>
                <a:cubicBezTo>
                  <a:pt x="4173784" y="217210"/>
                  <a:pt x="4209756" y="243378"/>
                  <a:pt x="4271023" y="241959"/>
                </a:cubicBezTo>
                <a:cubicBezTo>
                  <a:pt x="4326191" y="205535"/>
                  <a:pt x="4316856" y="279258"/>
                  <a:pt x="4367397" y="271442"/>
                </a:cubicBezTo>
                <a:cubicBezTo>
                  <a:pt x="4420874" y="271391"/>
                  <a:pt x="4369000" y="295343"/>
                  <a:pt x="4495366" y="271618"/>
                </a:cubicBezTo>
                <a:cubicBezTo>
                  <a:pt x="4501905" y="266287"/>
                  <a:pt x="4518077" y="269240"/>
                  <a:pt x="4517347" y="275639"/>
                </a:cubicBezTo>
                <a:cubicBezTo>
                  <a:pt x="4525170" y="272832"/>
                  <a:pt x="4542809" y="258800"/>
                  <a:pt x="4546116" y="268568"/>
                </a:cubicBezTo>
                <a:cubicBezTo>
                  <a:pt x="4586961" y="265354"/>
                  <a:pt x="4626617" y="255160"/>
                  <a:pt x="4661259" y="238966"/>
                </a:cubicBezTo>
                <a:cubicBezTo>
                  <a:pt x="4741966" y="247639"/>
                  <a:pt x="4693066" y="205693"/>
                  <a:pt x="4750403" y="204364"/>
                </a:cubicBezTo>
                <a:cubicBezTo>
                  <a:pt x="4798501" y="219113"/>
                  <a:pt x="4813319" y="201253"/>
                  <a:pt x="4867614" y="208668"/>
                </a:cubicBezTo>
                <a:cubicBezTo>
                  <a:pt x="4881621" y="174373"/>
                  <a:pt x="4917566" y="206761"/>
                  <a:pt x="4937036" y="195446"/>
                </a:cubicBezTo>
                <a:cubicBezTo>
                  <a:pt x="4974214" y="229763"/>
                  <a:pt x="5033435" y="175163"/>
                  <a:pt x="5067740" y="172293"/>
                </a:cubicBezTo>
                <a:cubicBezTo>
                  <a:pt x="5126160" y="173265"/>
                  <a:pt x="5172786" y="183138"/>
                  <a:pt x="5200247" y="142695"/>
                </a:cubicBezTo>
                <a:cubicBezTo>
                  <a:pt x="5240970" y="141002"/>
                  <a:pt x="5240507" y="134755"/>
                  <a:pt x="5276878" y="125833"/>
                </a:cubicBezTo>
                <a:cubicBezTo>
                  <a:pt x="5316470" y="106736"/>
                  <a:pt x="5327221" y="110178"/>
                  <a:pt x="5373216" y="111851"/>
                </a:cubicBezTo>
                <a:cubicBezTo>
                  <a:pt x="5382801" y="84741"/>
                  <a:pt x="5419294" y="93078"/>
                  <a:pt x="5482354" y="69470"/>
                </a:cubicBezTo>
                <a:cubicBezTo>
                  <a:pt x="5507119" y="85574"/>
                  <a:pt x="5545363" y="52240"/>
                  <a:pt x="5583280" y="49787"/>
                </a:cubicBezTo>
                <a:cubicBezTo>
                  <a:pt x="5589344" y="36484"/>
                  <a:pt x="5598103" y="36349"/>
                  <a:pt x="5613766" y="41855"/>
                </a:cubicBezTo>
                <a:cubicBezTo>
                  <a:pt x="5636621" y="41086"/>
                  <a:pt x="5660728" y="35034"/>
                  <a:pt x="5684952" y="26088"/>
                </a:cubicBezTo>
                <a:lnTo>
                  <a:pt x="5741575" y="0"/>
                </a:lnTo>
                <a:close/>
              </a:path>
            </a:pathLst>
          </a:custGeom>
          <a:solidFill>
            <a:srgbClr val="82766A">
              <a:alpha val="15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6">
            <a:extLst>
              <a:ext uri="{FF2B5EF4-FFF2-40B4-BE49-F238E27FC236}">
                <a16:creationId xmlns:a16="http://schemas.microsoft.com/office/drawing/2014/main" id="{8D91DE60-2C2D-4D7E-A6B4-C9499017DE4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082623" y="6128773"/>
            <a:ext cx="1201506" cy="365125"/>
          </a:xfrm>
          <a:custGeom>
            <a:avLst/>
            <a:gdLst>
              <a:gd name="connsiteX0" fmla="*/ 0 w 2142503"/>
              <a:gd name="connsiteY0" fmla="*/ 0 h 571500"/>
              <a:gd name="connsiteX1" fmla="*/ 2142503 w 2142503"/>
              <a:gd name="connsiteY1" fmla="*/ 0 h 571500"/>
              <a:gd name="connsiteX2" fmla="*/ 2142503 w 2142503"/>
              <a:gd name="connsiteY2" fmla="*/ 571500 h 571500"/>
              <a:gd name="connsiteX3" fmla="*/ 0 w 2142503"/>
              <a:gd name="connsiteY3" fmla="*/ 571500 h 571500"/>
              <a:gd name="connsiteX4" fmla="*/ 0 w 2142503"/>
              <a:gd name="connsiteY4" fmla="*/ 0 h 571500"/>
              <a:gd name="connsiteX0" fmla="*/ 0 w 2142503"/>
              <a:gd name="connsiteY0" fmla="*/ 0 h 582145"/>
              <a:gd name="connsiteX1" fmla="*/ 2142503 w 2142503"/>
              <a:gd name="connsiteY1" fmla="*/ 0 h 582145"/>
              <a:gd name="connsiteX2" fmla="*/ 2142503 w 2142503"/>
              <a:gd name="connsiteY2" fmla="*/ 571500 h 582145"/>
              <a:gd name="connsiteX3" fmla="*/ 2050917 w 2142503"/>
              <a:gd name="connsiteY3" fmla="*/ 582088 h 582145"/>
              <a:gd name="connsiteX4" fmla="*/ 0 w 2142503"/>
              <a:gd name="connsiteY4" fmla="*/ 571500 h 582145"/>
              <a:gd name="connsiteX5" fmla="*/ 0 w 2142503"/>
              <a:gd name="connsiteY5" fmla="*/ 0 h 582145"/>
              <a:gd name="connsiteX0" fmla="*/ 0 w 2159832"/>
              <a:gd name="connsiteY0" fmla="*/ 0 h 582145"/>
              <a:gd name="connsiteX1" fmla="*/ 2142503 w 2159832"/>
              <a:gd name="connsiteY1" fmla="*/ 0 h 582145"/>
              <a:gd name="connsiteX2" fmla="*/ 2159829 w 2159832"/>
              <a:gd name="connsiteY2" fmla="*/ 96526 h 582145"/>
              <a:gd name="connsiteX3" fmla="*/ 2142503 w 2159832"/>
              <a:gd name="connsiteY3" fmla="*/ 571500 h 582145"/>
              <a:gd name="connsiteX4" fmla="*/ 2050917 w 2159832"/>
              <a:gd name="connsiteY4" fmla="*/ 582088 h 582145"/>
              <a:gd name="connsiteX5" fmla="*/ 0 w 2159832"/>
              <a:gd name="connsiteY5" fmla="*/ 571500 h 582145"/>
              <a:gd name="connsiteX6" fmla="*/ 0 w 2159832"/>
              <a:gd name="connsiteY6" fmla="*/ 0 h 582145"/>
              <a:gd name="connsiteX0" fmla="*/ 0 w 2159832"/>
              <a:gd name="connsiteY0" fmla="*/ 12386 h 594531"/>
              <a:gd name="connsiteX1" fmla="*/ 67826 w 2159832"/>
              <a:gd name="connsiteY1" fmla="*/ 0 h 594531"/>
              <a:gd name="connsiteX2" fmla="*/ 2142503 w 2159832"/>
              <a:gd name="connsiteY2" fmla="*/ 12386 h 594531"/>
              <a:gd name="connsiteX3" fmla="*/ 2159829 w 2159832"/>
              <a:gd name="connsiteY3" fmla="*/ 108912 h 594531"/>
              <a:gd name="connsiteX4" fmla="*/ 2142503 w 2159832"/>
              <a:gd name="connsiteY4" fmla="*/ 583886 h 594531"/>
              <a:gd name="connsiteX5" fmla="*/ 2050917 w 2159832"/>
              <a:gd name="connsiteY5" fmla="*/ 594474 h 594531"/>
              <a:gd name="connsiteX6" fmla="*/ 0 w 2159832"/>
              <a:gd name="connsiteY6" fmla="*/ 583886 h 594531"/>
              <a:gd name="connsiteX7" fmla="*/ 0 w 2159832"/>
              <a:gd name="connsiteY7" fmla="*/ 12386 h 594531"/>
              <a:gd name="connsiteX0" fmla="*/ 0 w 2168908"/>
              <a:gd name="connsiteY0" fmla="*/ 26000 h 594531"/>
              <a:gd name="connsiteX1" fmla="*/ 76902 w 2168908"/>
              <a:gd name="connsiteY1" fmla="*/ 0 h 594531"/>
              <a:gd name="connsiteX2" fmla="*/ 2151579 w 2168908"/>
              <a:gd name="connsiteY2" fmla="*/ 12386 h 594531"/>
              <a:gd name="connsiteX3" fmla="*/ 2168905 w 2168908"/>
              <a:gd name="connsiteY3" fmla="*/ 108912 h 594531"/>
              <a:gd name="connsiteX4" fmla="*/ 2151579 w 2168908"/>
              <a:gd name="connsiteY4" fmla="*/ 583886 h 594531"/>
              <a:gd name="connsiteX5" fmla="*/ 2059993 w 2168908"/>
              <a:gd name="connsiteY5" fmla="*/ 594474 h 594531"/>
              <a:gd name="connsiteX6" fmla="*/ 9076 w 2168908"/>
              <a:gd name="connsiteY6" fmla="*/ 583886 h 594531"/>
              <a:gd name="connsiteX7" fmla="*/ 0 w 2168908"/>
              <a:gd name="connsiteY7" fmla="*/ 26000 h 594531"/>
              <a:gd name="connsiteX0" fmla="*/ 5393 w 2174301"/>
              <a:gd name="connsiteY0" fmla="*/ 26000 h 594531"/>
              <a:gd name="connsiteX1" fmla="*/ 82295 w 2174301"/>
              <a:gd name="connsiteY1" fmla="*/ 0 h 594531"/>
              <a:gd name="connsiteX2" fmla="*/ 2156972 w 2174301"/>
              <a:gd name="connsiteY2" fmla="*/ 12386 h 594531"/>
              <a:gd name="connsiteX3" fmla="*/ 2174298 w 2174301"/>
              <a:gd name="connsiteY3" fmla="*/ 108912 h 594531"/>
              <a:gd name="connsiteX4" fmla="*/ 2156972 w 2174301"/>
              <a:gd name="connsiteY4" fmla="*/ 583886 h 594531"/>
              <a:gd name="connsiteX5" fmla="*/ 2065386 w 2174301"/>
              <a:gd name="connsiteY5" fmla="*/ 594474 h 594531"/>
              <a:gd name="connsiteX6" fmla="*/ 14469 w 2174301"/>
              <a:gd name="connsiteY6" fmla="*/ 583886 h 594531"/>
              <a:gd name="connsiteX7" fmla="*/ 5393 w 2174301"/>
              <a:gd name="connsiteY7" fmla="*/ 26000 h 594531"/>
              <a:gd name="connsiteX0" fmla="*/ 5393 w 2174301"/>
              <a:gd name="connsiteY0" fmla="*/ 26000 h 594531"/>
              <a:gd name="connsiteX1" fmla="*/ 82295 w 2174301"/>
              <a:gd name="connsiteY1" fmla="*/ 0 h 594531"/>
              <a:gd name="connsiteX2" fmla="*/ 2156972 w 2174301"/>
              <a:gd name="connsiteY2" fmla="*/ 12386 h 594531"/>
              <a:gd name="connsiteX3" fmla="*/ 2174298 w 2174301"/>
              <a:gd name="connsiteY3" fmla="*/ 108912 h 594531"/>
              <a:gd name="connsiteX4" fmla="*/ 2156972 w 2174301"/>
              <a:gd name="connsiteY4" fmla="*/ 583886 h 594531"/>
              <a:gd name="connsiteX5" fmla="*/ 2065386 w 2174301"/>
              <a:gd name="connsiteY5" fmla="*/ 594474 h 594531"/>
              <a:gd name="connsiteX6" fmla="*/ 14469 w 2174301"/>
              <a:gd name="connsiteY6" fmla="*/ 583886 h 594531"/>
              <a:gd name="connsiteX7" fmla="*/ 5393 w 2174301"/>
              <a:gd name="connsiteY7" fmla="*/ 26000 h 594531"/>
              <a:gd name="connsiteX0" fmla="*/ 5393 w 2174301"/>
              <a:gd name="connsiteY0" fmla="*/ 26000 h 594531"/>
              <a:gd name="connsiteX1" fmla="*/ 82295 w 2174301"/>
              <a:gd name="connsiteY1" fmla="*/ 0 h 594531"/>
              <a:gd name="connsiteX2" fmla="*/ 2156972 w 2174301"/>
              <a:gd name="connsiteY2" fmla="*/ 12386 h 594531"/>
              <a:gd name="connsiteX3" fmla="*/ 2174298 w 2174301"/>
              <a:gd name="connsiteY3" fmla="*/ 108912 h 594531"/>
              <a:gd name="connsiteX4" fmla="*/ 2156972 w 2174301"/>
              <a:gd name="connsiteY4" fmla="*/ 583886 h 594531"/>
              <a:gd name="connsiteX5" fmla="*/ 2065386 w 2174301"/>
              <a:gd name="connsiteY5" fmla="*/ 594474 h 594531"/>
              <a:gd name="connsiteX6" fmla="*/ 14469 w 2174301"/>
              <a:gd name="connsiteY6" fmla="*/ 583886 h 594531"/>
              <a:gd name="connsiteX7" fmla="*/ 5393 w 2174301"/>
              <a:gd name="connsiteY7" fmla="*/ 26000 h 594531"/>
              <a:gd name="connsiteX0" fmla="*/ 5393 w 2174301"/>
              <a:gd name="connsiteY0" fmla="*/ 26000 h 594531"/>
              <a:gd name="connsiteX1" fmla="*/ 82295 w 2174301"/>
              <a:gd name="connsiteY1" fmla="*/ 0 h 594531"/>
              <a:gd name="connsiteX2" fmla="*/ 2156972 w 2174301"/>
              <a:gd name="connsiteY2" fmla="*/ 12386 h 594531"/>
              <a:gd name="connsiteX3" fmla="*/ 2174298 w 2174301"/>
              <a:gd name="connsiteY3" fmla="*/ 108912 h 594531"/>
              <a:gd name="connsiteX4" fmla="*/ 2156972 w 2174301"/>
              <a:gd name="connsiteY4" fmla="*/ 583886 h 594531"/>
              <a:gd name="connsiteX5" fmla="*/ 2065386 w 2174301"/>
              <a:gd name="connsiteY5" fmla="*/ 594474 h 594531"/>
              <a:gd name="connsiteX6" fmla="*/ 14469 w 2174301"/>
              <a:gd name="connsiteY6" fmla="*/ 583886 h 594531"/>
              <a:gd name="connsiteX7" fmla="*/ 5393 w 2174301"/>
              <a:gd name="connsiteY7" fmla="*/ 26000 h 594531"/>
              <a:gd name="connsiteX0" fmla="*/ 147197 w 2316105"/>
              <a:gd name="connsiteY0" fmla="*/ 26000 h 594531"/>
              <a:gd name="connsiteX1" fmla="*/ 224099 w 2316105"/>
              <a:gd name="connsiteY1" fmla="*/ 0 h 594531"/>
              <a:gd name="connsiteX2" fmla="*/ 2298776 w 2316105"/>
              <a:gd name="connsiteY2" fmla="*/ 12386 h 594531"/>
              <a:gd name="connsiteX3" fmla="*/ 2316102 w 2316105"/>
              <a:gd name="connsiteY3" fmla="*/ 108912 h 594531"/>
              <a:gd name="connsiteX4" fmla="*/ 2298776 w 2316105"/>
              <a:gd name="connsiteY4" fmla="*/ 583886 h 594531"/>
              <a:gd name="connsiteX5" fmla="*/ 2207190 w 2316105"/>
              <a:gd name="connsiteY5" fmla="*/ 594474 h 594531"/>
              <a:gd name="connsiteX6" fmla="*/ 156273 w 2316105"/>
              <a:gd name="connsiteY6" fmla="*/ 583886 h 594531"/>
              <a:gd name="connsiteX7" fmla="*/ 142416 w 2316105"/>
              <a:gd name="connsiteY7" fmla="*/ 235975 h 594531"/>
              <a:gd name="connsiteX8" fmla="*/ 147197 w 2316105"/>
              <a:gd name="connsiteY8" fmla="*/ 26000 h 594531"/>
              <a:gd name="connsiteX0" fmla="*/ 154684 w 2323592"/>
              <a:gd name="connsiteY0" fmla="*/ 26000 h 594531"/>
              <a:gd name="connsiteX1" fmla="*/ 231586 w 2323592"/>
              <a:gd name="connsiteY1" fmla="*/ 0 h 594531"/>
              <a:gd name="connsiteX2" fmla="*/ 2306263 w 2323592"/>
              <a:gd name="connsiteY2" fmla="*/ 12386 h 594531"/>
              <a:gd name="connsiteX3" fmla="*/ 2323589 w 2323592"/>
              <a:gd name="connsiteY3" fmla="*/ 108912 h 594531"/>
              <a:gd name="connsiteX4" fmla="*/ 2306263 w 2323592"/>
              <a:gd name="connsiteY4" fmla="*/ 583886 h 594531"/>
              <a:gd name="connsiteX5" fmla="*/ 2214677 w 2323592"/>
              <a:gd name="connsiteY5" fmla="*/ 594474 h 594531"/>
              <a:gd name="connsiteX6" fmla="*/ 163760 w 2323592"/>
              <a:gd name="connsiteY6" fmla="*/ 583886 h 594531"/>
              <a:gd name="connsiteX7" fmla="*/ 158979 w 2323592"/>
              <a:gd name="connsiteY7" fmla="*/ 403879 h 594531"/>
              <a:gd name="connsiteX8" fmla="*/ 149903 w 2323592"/>
              <a:gd name="connsiteY8" fmla="*/ 235975 h 594531"/>
              <a:gd name="connsiteX9" fmla="*/ 154684 w 2323592"/>
              <a:gd name="connsiteY9" fmla="*/ 26000 h 594531"/>
              <a:gd name="connsiteX0" fmla="*/ 13665 w 2182573"/>
              <a:gd name="connsiteY0" fmla="*/ 26000 h 594531"/>
              <a:gd name="connsiteX1" fmla="*/ 90567 w 2182573"/>
              <a:gd name="connsiteY1" fmla="*/ 0 h 594531"/>
              <a:gd name="connsiteX2" fmla="*/ 2165244 w 2182573"/>
              <a:gd name="connsiteY2" fmla="*/ 12386 h 594531"/>
              <a:gd name="connsiteX3" fmla="*/ 2182570 w 2182573"/>
              <a:gd name="connsiteY3" fmla="*/ 108912 h 594531"/>
              <a:gd name="connsiteX4" fmla="*/ 2165244 w 2182573"/>
              <a:gd name="connsiteY4" fmla="*/ 583886 h 594531"/>
              <a:gd name="connsiteX5" fmla="*/ 2073658 w 2182573"/>
              <a:gd name="connsiteY5" fmla="*/ 594474 h 594531"/>
              <a:gd name="connsiteX6" fmla="*/ 22741 w 2182573"/>
              <a:gd name="connsiteY6" fmla="*/ 583886 h 594531"/>
              <a:gd name="connsiteX7" fmla="*/ 17960 w 2182573"/>
              <a:gd name="connsiteY7" fmla="*/ 403879 h 594531"/>
              <a:gd name="connsiteX8" fmla="*/ 8884 w 2182573"/>
              <a:gd name="connsiteY8" fmla="*/ 235975 h 594531"/>
              <a:gd name="connsiteX9" fmla="*/ 13665 w 2182573"/>
              <a:gd name="connsiteY9" fmla="*/ 26000 h 594531"/>
              <a:gd name="connsiteX0" fmla="*/ 13665 w 2202120"/>
              <a:gd name="connsiteY0" fmla="*/ 26000 h 594531"/>
              <a:gd name="connsiteX1" fmla="*/ 90567 w 2202120"/>
              <a:gd name="connsiteY1" fmla="*/ 0 h 594531"/>
              <a:gd name="connsiteX2" fmla="*/ 2165244 w 2202120"/>
              <a:gd name="connsiteY2" fmla="*/ 12386 h 594531"/>
              <a:gd name="connsiteX3" fmla="*/ 2182570 w 2202120"/>
              <a:gd name="connsiteY3" fmla="*/ 108912 h 594531"/>
              <a:gd name="connsiteX4" fmla="*/ 2192471 w 2202120"/>
              <a:gd name="connsiteY4" fmla="*/ 583886 h 594531"/>
              <a:gd name="connsiteX5" fmla="*/ 2073658 w 2202120"/>
              <a:gd name="connsiteY5" fmla="*/ 594474 h 594531"/>
              <a:gd name="connsiteX6" fmla="*/ 22741 w 2202120"/>
              <a:gd name="connsiteY6" fmla="*/ 583886 h 594531"/>
              <a:gd name="connsiteX7" fmla="*/ 17960 w 2202120"/>
              <a:gd name="connsiteY7" fmla="*/ 403879 h 594531"/>
              <a:gd name="connsiteX8" fmla="*/ 8884 w 2202120"/>
              <a:gd name="connsiteY8" fmla="*/ 235975 h 594531"/>
              <a:gd name="connsiteX9" fmla="*/ 13665 w 2202120"/>
              <a:gd name="connsiteY9" fmla="*/ 26000 h 594531"/>
              <a:gd name="connsiteX0" fmla="*/ 13665 w 2202036"/>
              <a:gd name="connsiteY0" fmla="*/ 26000 h 594531"/>
              <a:gd name="connsiteX1" fmla="*/ 90567 w 2202036"/>
              <a:gd name="connsiteY1" fmla="*/ 0 h 594531"/>
              <a:gd name="connsiteX2" fmla="*/ 2165244 w 2202036"/>
              <a:gd name="connsiteY2" fmla="*/ 12386 h 594531"/>
              <a:gd name="connsiteX3" fmla="*/ 2182570 w 2202036"/>
              <a:gd name="connsiteY3" fmla="*/ 108912 h 594531"/>
              <a:gd name="connsiteX4" fmla="*/ 2191645 w 2202036"/>
              <a:gd name="connsiteY4" fmla="*/ 422031 h 594531"/>
              <a:gd name="connsiteX5" fmla="*/ 2192471 w 2202036"/>
              <a:gd name="connsiteY5" fmla="*/ 583886 h 594531"/>
              <a:gd name="connsiteX6" fmla="*/ 2073658 w 2202036"/>
              <a:gd name="connsiteY6" fmla="*/ 594474 h 594531"/>
              <a:gd name="connsiteX7" fmla="*/ 22741 w 2202036"/>
              <a:gd name="connsiteY7" fmla="*/ 583886 h 594531"/>
              <a:gd name="connsiteX8" fmla="*/ 17960 w 2202036"/>
              <a:gd name="connsiteY8" fmla="*/ 403879 h 594531"/>
              <a:gd name="connsiteX9" fmla="*/ 8884 w 2202036"/>
              <a:gd name="connsiteY9" fmla="*/ 235975 h 594531"/>
              <a:gd name="connsiteX10" fmla="*/ 13665 w 2202036"/>
              <a:gd name="connsiteY10" fmla="*/ 26000 h 594531"/>
              <a:gd name="connsiteX0" fmla="*/ 142254 w 2330625"/>
              <a:gd name="connsiteY0" fmla="*/ 26000 h 594531"/>
              <a:gd name="connsiteX1" fmla="*/ 219156 w 2330625"/>
              <a:gd name="connsiteY1" fmla="*/ 0 h 594531"/>
              <a:gd name="connsiteX2" fmla="*/ 2293833 w 2330625"/>
              <a:gd name="connsiteY2" fmla="*/ 12386 h 594531"/>
              <a:gd name="connsiteX3" fmla="*/ 2311159 w 2330625"/>
              <a:gd name="connsiteY3" fmla="*/ 108912 h 594531"/>
              <a:gd name="connsiteX4" fmla="*/ 2320234 w 2330625"/>
              <a:gd name="connsiteY4" fmla="*/ 422031 h 594531"/>
              <a:gd name="connsiteX5" fmla="*/ 2321060 w 2330625"/>
              <a:gd name="connsiteY5" fmla="*/ 583886 h 594531"/>
              <a:gd name="connsiteX6" fmla="*/ 2202247 w 2330625"/>
              <a:gd name="connsiteY6" fmla="*/ 594474 h 594531"/>
              <a:gd name="connsiteX7" fmla="*/ 151330 w 2330625"/>
              <a:gd name="connsiteY7" fmla="*/ 583886 h 594531"/>
              <a:gd name="connsiteX8" fmla="*/ 155624 w 2330625"/>
              <a:gd name="connsiteY8" fmla="*/ 512790 h 594531"/>
              <a:gd name="connsiteX9" fmla="*/ 146549 w 2330625"/>
              <a:gd name="connsiteY9" fmla="*/ 403879 h 594531"/>
              <a:gd name="connsiteX10" fmla="*/ 137473 w 2330625"/>
              <a:gd name="connsiteY10" fmla="*/ 235975 h 594531"/>
              <a:gd name="connsiteX11" fmla="*/ 142254 w 2330625"/>
              <a:gd name="connsiteY11" fmla="*/ 26000 h 594531"/>
              <a:gd name="connsiteX0" fmla="*/ 13413 w 2201784"/>
              <a:gd name="connsiteY0" fmla="*/ 26000 h 594531"/>
              <a:gd name="connsiteX1" fmla="*/ 90315 w 2201784"/>
              <a:gd name="connsiteY1" fmla="*/ 0 h 594531"/>
              <a:gd name="connsiteX2" fmla="*/ 2164992 w 2201784"/>
              <a:gd name="connsiteY2" fmla="*/ 12386 h 594531"/>
              <a:gd name="connsiteX3" fmla="*/ 2182318 w 2201784"/>
              <a:gd name="connsiteY3" fmla="*/ 108912 h 594531"/>
              <a:gd name="connsiteX4" fmla="*/ 2191393 w 2201784"/>
              <a:gd name="connsiteY4" fmla="*/ 422031 h 594531"/>
              <a:gd name="connsiteX5" fmla="*/ 2192219 w 2201784"/>
              <a:gd name="connsiteY5" fmla="*/ 583886 h 594531"/>
              <a:gd name="connsiteX6" fmla="*/ 2073406 w 2201784"/>
              <a:gd name="connsiteY6" fmla="*/ 594474 h 594531"/>
              <a:gd name="connsiteX7" fmla="*/ 22489 w 2201784"/>
              <a:gd name="connsiteY7" fmla="*/ 583886 h 594531"/>
              <a:gd name="connsiteX8" fmla="*/ 26783 w 2201784"/>
              <a:gd name="connsiteY8" fmla="*/ 512790 h 594531"/>
              <a:gd name="connsiteX9" fmla="*/ 17708 w 2201784"/>
              <a:gd name="connsiteY9" fmla="*/ 403879 h 594531"/>
              <a:gd name="connsiteX10" fmla="*/ 8632 w 2201784"/>
              <a:gd name="connsiteY10" fmla="*/ 235975 h 594531"/>
              <a:gd name="connsiteX11" fmla="*/ 13413 w 2201784"/>
              <a:gd name="connsiteY11" fmla="*/ 26000 h 5945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201784" h="594531">
                <a:moveTo>
                  <a:pt x="13413" y="26000"/>
                </a:moveTo>
                <a:cubicBezTo>
                  <a:pt x="37534" y="24897"/>
                  <a:pt x="66194" y="1103"/>
                  <a:pt x="90315" y="0"/>
                </a:cubicBezTo>
                <a:lnTo>
                  <a:pt x="2164992" y="12386"/>
                </a:lnTo>
                <a:cubicBezTo>
                  <a:pt x="2164717" y="43049"/>
                  <a:pt x="2182593" y="78249"/>
                  <a:pt x="2182318" y="108912"/>
                </a:cubicBezTo>
                <a:cubicBezTo>
                  <a:pt x="2188231" y="177186"/>
                  <a:pt x="2189743" y="342869"/>
                  <a:pt x="2191393" y="422031"/>
                </a:cubicBezTo>
                <a:cubicBezTo>
                  <a:pt x="2193043" y="501193"/>
                  <a:pt x="2213396" y="555146"/>
                  <a:pt x="2192219" y="583886"/>
                </a:cubicBezTo>
                <a:cubicBezTo>
                  <a:pt x="2172279" y="582877"/>
                  <a:pt x="2093346" y="595483"/>
                  <a:pt x="2073406" y="594474"/>
                </a:cubicBezTo>
                <a:lnTo>
                  <a:pt x="22489" y="583886"/>
                </a:lnTo>
                <a:cubicBezTo>
                  <a:pt x="5849" y="592962"/>
                  <a:pt x="27580" y="542791"/>
                  <a:pt x="26783" y="512790"/>
                </a:cubicBezTo>
                <a:cubicBezTo>
                  <a:pt x="25986" y="482789"/>
                  <a:pt x="18464" y="450015"/>
                  <a:pt x="17708" y="403879"/>
                </a:cubicBezTo>
                <a:cubicBezTo>
                  <a:pt x="16952" y="357743"/>
                  <a:pt x="-14855" y="308787"/>
                  <a:pt x="8632" y="235975"/>
                </a:cubicBezTo>
                <a:cubicBezTo>
                  <a:pt x="7119" y="142994"/>
                  <a:pt x="-201" y="65329"/>
                  <a:pt x="13413" y="26000"/>
                </a:cubicBezTo>
                <a:close/>
              </a:path>
            </a:pathLst>
          </a:custGeom>
          <a:solidFill>
            <a:srgbClr val="D9D4D0">
              <a:alpha val="50000"/>
            </a:srgbClr>
          </a:solidFill>
          <a:ln>
            <a:noFill/>
          </a:ln>
          <a:effectLst>
            <a:softEdge rad="635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Content Placeholder 2">
            <a:extLst>
              <a:ext uri="{FF2B5EF4-FFF2-40B4-BE49-F238E27FC236}">
                <a16:creationId xmlns:a16="http://schemas.microsoft.com/office/drawing/2014/main" id="{2C08A36C-9C2A-C3E6-28BC-84D1B056F91F}"/>
              </a:ext>
            </a:extLst>
          </p:cNvPr>
          <p:cNvSpPr txBox="1">
            <a:spLocks/>
          </p:cNvSpPr>
          <p:nvPr>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4176837" y="2251390"/>
            <a:ext cx="3264645" cy="3851297"/>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Bef>
                <a:spcPts val="2500"/>
              </a:spcBef>
              <a:buNone/>
            </a:pPr>
            <a:r>
              <a:rPr lang="en-US" sz="2000" b="1" dirty="0">
                <a:solidFill>
                  <a:schemeClr val="tx1">
                    <a:lumMod val="65000"/>
                    <a:lumOff val="35000"/>
                  </a:schemeClr>
                </a:solidFill>
              </a:rPr>
              <a:t>Fire Safety</a:t>
            </a:r>
          </a:p>
          <a:p>
            <a:pPr marL="0" lvl="1" indent="0">
              <a:buNone/>
            </a:pPr>
            <a:r>
              <a:rPr lang="en-US" sz="1800" dirty="0"/>
              <a:t>Protecting people and property from fire risk. Preparation and plans.</a:t>
            </a:r>
          </a:p>
          <a:p>
            <a:pPr marL="0" indent="0">
              <a:spcBef>
                <a:spcPts val="2500"/>
              </a:spcBef>
              <a:buFont typeface="Arial" panose="020B0604020202020204" pitchFamily="34" charset="0"/>
              <a:buNone/>
            </a:pPr>
            <a:r>
              <a:rPr lang="en-US" sz="2000" b="1" dirty="0">
                <a:solidFill>
                  <a:schemeClr val="tx1">
                    <a:lumMod val="65000"/>
                    <a:lumOff val="35000"/>
                  </a:schemeClr>
                </a:solidFill>
              </a:rPr>
              <a:t>Economic Development</a:t>
            </a:r>
          </a:p>
          <a:p>
            <a:pPr marL="0" lvl="1" indent="0">
              <a:buNone/>
            </a:pPr>
            <a:r>
              <a:rPr lang="en-US" sz="1800" dirty="0"/>
              <a:t>How can we improve tourism, encourage new businesses, and address the workforce's needs?</a:t>
            </a:r>
          </a:p>
          <a:p>
            <a:pPr marL="0" indent="0">
              <a:spcBef>
                <a:spcPts val="2500"/>
              </a:spcBef>
              <a:buFont typeface="Arial" panose="020B0604020202020204" pitchFamily="34" charset="0"/>
              <a:buNone/>
            </a:pPr>
            <a:r>
              <a:rPr lang="en-US" sz="2000" b="1" dirty="0">
                <a:solidFill>
                  <a:schemeClr val="tx1">
                    <a:lumMod val="65000"/>
                    <a:lumOff val="35000"/>
                  </a:schemeClr>
                </a:solidFill>
              </a:rPr>
              <a:t>Healthcare</a:t>
            </a:r>
          </a:p>
          <a:p>
            <a:pPr marL="0" lvl="1" indent="0">
              <a:buFont typeface="Arial" panose="020B0604020202020204" pitchFamily="34" charset="0"/>
              <a:buNone/>
            </a:pPr>
            <a:r>
              <a:rPr lang="en-US" sz="1800" dirty="0"/>
              <a:t>Challenges of getting quality, timely care in the region.</a:t>
            </a:r>
          </a:p>
        </p:txBody>
      </p:sp>
      <p:pic>
        <p:nvPicPr>
          <p:cNvPr id="10" name="Picture 9" descr="A cartoon of a bear wearing a firefighter uniform&#10;&#10;AI-generated content may be incorrect.">
            <a:extLst>
              <a:ext uri="{FF2B5EF4-FFF2-40B4-BE49-F238E27FC236}">
                <a16:creationId xmlns:a16="http://schemas.microsoft.com/office/drawing/2014/main" id="{F4BE6AA8-53D6-B277-EA3B-F1F3BCBE2531}"/>
              </a:ext>
            </a:extLst>
          </p:cNvPr>
          <p:cNvPicPr>
            <a:picLocks noChangeAspect="1"/>
          </p:cNvPicPr>
          <p:nvPr/>
        </p:nvPicPr>
        <p:blipFill>
          <a:blip r:embed="rId4"/>
          <a:stretch>
            <a:fillRect/>
          </a:stretch>
        </p:blipFill>
        <p:spPr>
          <a:xfrm rot="20761073">
            <a:off x="10098005" y="4949898"/>
            <a:ext cx="1694645" cy="1694645"/>
          </a:xfrm>
          <a:prstGeom prst="rect">
            <a:avLst/>
          </a:prstGeom>
        </p:spPr>
      </p:pic>
    </p:spTree>
    <p:extLst>
      <p:ext uri="{BB962C8B-B14F-4D97-AF65-F5344CB8AC3E}">
        <p14:creationId xmlns:p14="http://schemas.microsoft.com/office/powerpoint/2010/main" val="1597990884"/>
      </p:ext>
    </p:extLst>
  </p:cSld>
  <p:clrMapOvr>
    <a:masterClrMapping/>
  </p:clrMapOvr>
  <p:transition>
    <p:fade/>
  </p:transition>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4" name="Rectangle 23">
            <a:extLst>
              <a:ext uri="{FF2B5EF4-FFF2-40B4-BE49-F238E27FC236}">
                <a16:creationId xmlns:a16="http://schemas.microsoft.com/office/drawing/2014/main" id="{10EB215C-7839-4CEA-AA02-B8F7755F9CE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Freeform: Shape 25">
            <a:extLst>
              <a:ext uri="{FF2B5EF4-FFF2-40B4-BE49-F238E27FC236}">
                <a16:creationId xmlns:a16="http://schemas.microsoft.com/office/drawing/2014/main" id="{91011C6D-05BE-4D99-8C11-A0E478B1299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0915134" cy="2251389"/>
          </a:xfrm>
          <a:custGeom>
            <a:avLst/>
            <a:gdLst>
              <a:gd name="connsiteX0" fmla="*/ 0 w 10915134"/>
              <a:gd name="connsiteY0" fmla="*/ 0 h 2251389"/>
              <a:gd name="connsiteX1" fmla="*/ 10915134 w 10915134"/>
              <a:gd name="connsiteY1" fmla="*/ 0 h 2251389"/>
              <a:gd name="connsiteX2" fmla="*/ 10882980 w 10915134"/>
              <a:gd name="connsiteY2" fmla="*/ 49990 h 2251389"/>
              <a:gd name="connsiteX3" fmla="*/ 10834795 w 10915134"/>
              <a:gd name="connsiteY3" fmla="*/ 110024 h 2251389"/>
              <a:gd name="connsiteX4" fmla="*/ 10738392 w 10915134"/>
              <a:gd name="connsiteY4" fmla="*/ 165813 h 2251389"/>
              <a:gd name="connsiteX5" fmla="*/ 10633692 w 10915134"/>
              <a:gd name="connsiteY5" fmla="*/ 209264 h 2251389"/>
              <a:gd name="connsiteX6" fmla="*/ 10586800 w 10915134"/>
              <a:gd name="connsiteY6" fmla="*/ 239716 h 2251389"/>
              <a:gd name="connsiteX7" fmla="*/ 10501658 w 10915134"/>
              <a:gd name="connsiteY7" fmla="*/ 307174 h 2251389"/>
              <a:gd name="connsiteX8" fmla="*/ 10404067 w 10915134"/>
              <a:gd name="connsiteY8" fmla="*/ 412395 h 2251389"/>
              <a:gd name="connsiteX9" fmla="*/ 10380953 w 10915134"/>
              <a:gd name="connsiteY9" fmla="*/ 472334 h 2251389"/>
              <a:gd name="connsiteX10" fmla="*/ 10341416 w 10915134"/>
              <a:gd name="connsiteY10" fmla="*/ 504774 h 2251389"/>
              <a:gd name="connsiteX11" fmla="*/ 10326329 w 10915134"/>
              <a:gd name="connsiteY11" fmla="*/ 523459 h 2251389"/>
              <a:gd name="connsiteX12" fmla="*/ 10298289 w 10915134"/>
              <a:gd name="connsiteY12" fmla="*/ 532173 h 2251389"/>
              <a:gd name="connsiteX13" fmla="*/ 10243127 w 10915134"/>
              <a:gd name="connsiteY13" fmla="*/ 540715 h 2251389"/>
              <a:gd name="connsiteX14" fmla="*/ 10141243 w 10915134"/>
              <a:gd name="connsiteY14" fmla="*/ 592343 h 2251389"/>
              <a:gd name="connsiteX15" fmla="*/ 9940352 w 10915134"/>
              <a:gd name="connsiteY15" fmla="*/ 631518 h 2251389"/>
              <a:gd name="connsiteX16" fmla="*/ 9836226 w 10915134"/>
              <a:gd name="connsiteY16" fmla="*/ 660496 h 2251389"/>
              <a:gd name="connsiteX17" fmla="*/ 9686899 w 10915134"/>
              <a:gd name="connsiteY17" fmla="*/ 683782 h 2251389"/>
              <a:gd name="connsiteX18" fmla="*/ 9578209 w 10915134"/>
              <a:gd name="connsiteY18" fmla="*/ 709781 h 2251389"/>
              <a:gd name="connsiteX19" fmla="*/ 9437298 w 10915134"/>
              <a:gd name="connsiteY19" fmla="*/ 757337 h 2251389"/>
              <a:gd name="connsiteX20" fmla="*/ 9435498 w 10915134"/>
              <a:gd name="connsiteY20" fmla="*/ 759689 h 2251389"/>
              <a:gd name="connsiteX21" fmla="*/ 9413910 w 10915134"/>
              <a:gd name="connsiteY21" fmla="*/ 764531 h 2251389"/>
              <a:gd name="connsiteX22" fmla="*/ 9361370 w 10915134"/>
              <a:gd name="connsiteY22" fmla="*/ 760593 h 2251389"/>
              <a:gd name="connsiteX23" fmla="*/ 9356626 w 10915134"/>
              <a:gd name="connsiteY23" fmla="*/ 764594 h 2251389"/>
              <a:gd name="connsiteX24" fmla="*/ 9311281 w 10915134"/>
              <a:gd name="connsiteY24" fmla="*/ 769260 h 2251389"/>
              <a:gd name="connsiteX25" fmla="*/ 9311173 w 10915134"/>
              <a:gd name="connsiteY25" fmla="*/ 771337 h 2251389"/>
              <a:gd name="connsiteX26" fmla="*/ 9300658 w 10915134"/>
              <a:gd name="connsiteY26" fmla="*/ 781452 h 2251389"/>
              <a:gd name="connsiteX27" fmla="*/ 9279376 w 10915134"/>
              <a:gd name="connsiteY27" fmla="*/ 796188 h 2251389"/>
              <a:gd name="connsiteX28" fmla="*/ 9189502 w 10915134"/>
              <a:gd name="connsiteY28" fmla="*/ 860175 h 2251389"/>
              <a:gd name="connsiteX29" fmla="*/ 9180260 w 10915134"/>
              <a:gd name="connsiteY29" fmla="*/ 862300 h 2251389"/>
              <a:gd name="connsiteX30" fmla="*/ 9180186 w 10915134"/>
              <a:gd name="connsiteY30" fmla="*/ 862799 h 2251389"/>
              <a:gd name="connsiteX31" fmla="*/ 9170652 w 10915134"/>
              <a:gd name="connsiteY31" fmla="*/ 865945 h 2251389"/>
              <a:gd name="connsiteX32" fmla="*/ 9145484 w 10915134"/>
              <a:gd name="connsiteY32" fmla="*/ 870300 h 2251389"/>
              <a:gd name="connsiteX33" fmla="*/ 9140031 w 10915134"/>
              <a:gd name="connsiteY33" fmla="*/ 874741 h 2251389"/>
              <a:gd name="connsiteX34" fmla="*/ 9138892 w 10915134"/>
              <a:gd name="connsiteY34" fmla="*/ 880860 h 2251389"/>
              <a:gd name="connsiteX35" fmla="*/ 9107257 w 10915134"/>
              <a:gd name="connsiteY35" fmla="*/ 903704 h 2251389"/>
              <a:gd name="connsiteX36" fmla="*/ 9034880 w 10915134"/>
              <a:gd name="connsiteY36" fmla="*/ 948837 h 2251389"/>
              <a:gd name="connsiteX37" fmla="*/ 8950600 w 10915134"/>
              <a:gd name="connsiteY37" fmla="*/ 994853 h 2251389"/>
              <a:gd name="connsiteX38" fmla="*/ 8753014 w 10915134"/>
              <a:gd name="connsiteY38" fmla="*/ 1118658 h 2251389"/>
              <a:gd name="connsiteX39" fmla="*/ 8581094 w 10915134"/>
              <a:gd name="connsiteY39" fmla="*/ 1153261 h 2251389"/>
              <a:gd name="connsiteX40" fmla="*/ 8498175 w 10915134"/>
              <a:gd name="connsiteY40" fmla="*/ 1187969 h 2251389"/>
              <a:gd name="connsiteX41" fmla="*/ 8448788 w 10915134"/>
              <a:gd name="connsiteY41" fmla="*/ 1206463 h 2251389"/>
              <a:gd name="connsiteX42" fmla="*/ 8367996 w 10915134"/>
              <a:gd name="connsiteY42" fmla="*/ 1232783 h 2251389"/>
              <a:gd name="connsiteX43" fmla="*/ 8367423 w 10915134"/>
              <a:gd name="connsiteY43" fmla="*/ 1238278 h 2251389"/>
              <a:gd name="connsiteX44" fmla="*/ 8359640 w 10915134"/>
              <a:gd name="connsiteY44" fmla="*/ 1246782 h 2251389"/>
              <a:gd name="connsiteX45" fmla="*/ 8346100 w 10915134"/>
              <a:gd name="connsiteY45" fmla="*/ 1266142 h 2251389"/>
              <a:gd name="connsiteX46" fmla="*/ 8318833 w 10915134"/>
              <a:gd name="connsiteY46" fmla="*/ 1292714 h 2251389"/>
              <a:gd name="connsiteX47" fmla="*/ 8317719 w 10915134"/>
              <a:gd name="connsiteY47" fmla="*/ 1291904 h 2251389"/>
              <a:gd name="connsiteX48" fmla="*/ 8307730 w 10915134"/>
              <a:gd name="connsiteY48" fmla="*/ 1293984 h 2251389"/>
              <a:gd name="connsiteX49" fmla="*/ 8240756 w 10915134"/>
              <a:gd name="connsiteY49" fmla="*/ 1301537 h 2251389"/>
              <a:gd name="connsiteX50" fmla="*/ 8216639 w 10915134"/>
              <a:gd name="connsiteY50" fmla="*/ 1327887 h 2251389"/>
              <a:gd name="connsiteX51" fmla="*/ 8211337 w 10915134"/>
              <a:gd name="connsiteY51" fmla="*/ 1332570 h 2251389"/>
              <a:gd name="connsiteX52" fmla="*/ 8211048 w 10915134"/>
              <a:gd name="connsiteY52" fmla="*/ 1332403 h 2251389"/>
              <a:gd name="connsiteX53" fmla="*/ 8205085 w 10915134"/>
              <a:gd name="connsiteY53" fmla="*/ 1336831 h 2251389"/>
              <a:gd name="connsiteX54" fmla="*/ 8137554 w 10915134"/>
              <a:gd name="connsiteY54" fmla="*/ 1342145 h 2251389"/>
              <a:gd name="connsiteX55" fmla="*/ 8054564 w 10915134"/>
              <a:gd name="connsiteY55" fmla="*/ 1367911 h 2251389"/>
              <a:gd name="connsiteX56" fmla="*/ 7973237 w 10915134"/>
              <a:gd name="connsiteY56" fmla="*/ 1397544 h 2251389"/>
              <a:gd name="connsiteX57" fmla="*/ 7944198 w 10915134"/>
              <a:gd name="connsiteY57" fmla="*/ 1410276 h 2251389"/>
              <a:gd name="connsiteX58" fmla="*/ 7890643 w 10915134"/>
              <a:gd name="connsiteY58" fmla="*/ 1424144 h 2251389"/>
              <a:gd name="connsiteX59" fmla="*/ 7864997 w 10915134"/>
              <a:gd name="connsiteY59" fmla="*/ 1425023 h 2251389"/>
              <a:gd name="connsiteX60" fmla="*/ 7864067 w 10915134"/>
              <a:gd name="connsiteY60" fmla="*/ 1426002 h 2251389"/>
              <a:gd name="connsiteX61" fmla="*/ 7861153 w 10915134"/>
              <a:gd name="connsiteY61" fmla="*/ 1423038 h 2251389"/>
              <a:gd name="connsiteX62" fmla="*/ 7844586 w 10915134"/>
              <a:gd name="connsiteY62" fmla="*/ 1429169 h 2251389"/>
              <a:gd name="connsiteX63" fmla="*/ 7840350 w 10915134"/>
              <a:gd name="connsiteY63" fmla="*/ 1432451 h 2251389"/>
              <a:gd name="connsiteX64" fmla="*/ 7833722 w 10915134"/>
              <a:gd name="connsiteY64" fmla="*/ 1435148 h 2251389"/>
              <a:gd name="connsiteX65" fmla="*/ 7833492 w 10915134"/>
              <a:gd name="connsiteY65" fmla="*/ 1434901 h 2251389"/>
              <a:gd name="connsiteX66" fmla="*/ 7827413 w 10915134"/>
              <a:gd name="connsiteY66" fmla="*/ 1438043 h 2251389"/>
              <a:gd name="connsiteX67" fmla="*/ 7798463 w 10915134"/>
              <a:gd name="connsiteY67" fmla="*/ 1457407 h 2251389"/>
              <a:gd name="connsiteX68" fmla="*/ 7759015 w 10915134"/>
              <a:gd name="connsiteY68" fmla="*/ 1458666 h 2251389"/>
              <a:gd name="connsiteX69" fmla="*/ 7752684 w 10915134"/>
              <a:gd name="connsiteY69" fmla="*/ 1444792 h 2251389"/>
              <a:gd name="connsiteX70" fmla="*/ 7747867 w 10915134"/>
              <a:gd name="connsiteY70" fmla="*/ 1447976 h 2251389"/>
              <a:gd name="connsiteX71" fmla="*/ 7738750 w 10915134"/>
              <a:gd name="connsiteY71" fmla="*/ 1456574 h 2251389"/>
              <a:gd name="connsiteX72" fmla="*/ 7735619 w 10915134"/>
              <a:gd name="connsiteY72" fmla="*/ 1456320 h 2251389"/>
              <a:gd name="connsiteX73" fmla="*/ 7705072 w 10915134"/>
              <a:gd name="connsiteY73" fmla="*/ 1465768 h 2251389"/>
              <a:gd name="connsiteX74" fmla="*/ 7696073 w 10915134"/>
              <a:gd name="connsiteY74" fmla="*/ 1462212 h 2251389"/>
              <a:gd name="connsiteX75" fmla="*/ 7692096 w 10915134"/>
              <a:gd name="connsiteY75" fmla="*/ 1462163 h 2251389"/>
              <a:gd name="connsiteX76" fmla="*/ 7674689 w 10915134"/>
              <a:gd name="connsiteY76" fmla="*/ 1477613 h 2251389"/>
              <a:gd name="connsiteX77" fmla="*/ 7665348 w 10915134"/>
              <a:gd name="connsiteY77" fmla="*/ 1483862 h 2251389"/>
              <a:gd name="connsiteX78" fmla="*/ 7606276 w 10915134"/>
              <a:gd name="connsiteY78" fmla="*/ 1538521 h 2251389"/>
              <a:gd name="connsiteX79" fmla="*/ 7504695 w 10915134"/>
              <a:gd name="connsiteY79" fmla="*/ 1566686 h 2251389"/>
              <a:gd name="connsiteX80" fmla="*/ 7401270 w 10915134"/>
              <a:gd name="connsiteY80" fmla="*/ 1597361 h 2251389"/>
              <a:gd name="connsiteX81" fmla="*/ 7320321 w 10915134"/>
              <a:gd name="connsiteY81" fmla="*/ 1619535 h 2251389"/>
              <a:gd name="connsiteX82" fmla="*/ 7149526 w 10915134"/>
              <a:gd name="connsiteY82" fmla="*/ 1743630 h 2251389"/>
              <a:gd name="connsiteX83" fmla="*/ 7105391 w 10915134"/>
              <a:gd name="connsiteY83" fmla="*/ 1752328 h 2251389"/>
              <a:gd name="connsiteX84" fmla="*/ 7071654 w 10915134"/>
              <a:gd name="connsiteY84" fmla="*/ 1785091 h 2251389"/>
              <a:gd name="connsiteX85" fmla="*/ 7054359 w 10915134"/>
              <a:gd name="connsiteY85" fmla="*/ 1782439 h 2251389"/>
              <a:gd name="connsiteX86" fmla="*/ 7051319 w 10915134"/>
              <a:gd name="connsiteY86" fmla="*/ 1781706 h 2251389"/>
              <a:gd name="connsiteX87" fmla="*/ 7040377 w 10915134"/>
              <a:gd name="connsiteY87" fmla="*/ 1784767 h 2251389"/>
              <a:gd name="connsiteX88" fmla="*/ 7035771 w 10915134"/>
              <a:gd name="connsiteY88" fmla="*/ 1778137 h 2251389"/>
              <a:gd name="connsiteX89" fmla="*/ 7018208 w 10915134"/>
              <a:gd name="connsiteY89" fmla="*/ 1777373 h 2251389"/>
              <a:gd name="connsiteX90" fmla="*/ 6998493 w 10915134"/>
              <a:gd name="connsiteY90" fmla="*/ 1785098 h 2251389"/>
              <a:gd name="connsiteX91" fmla="*/ 6928288 w 10915134"/>
              <a:gd name="connsiteY91" fmla="*/ 1811732 h 2251389"/>
              <a:gd name="connsiteX92" fmla="*/ 6917773 w 10915134"/>
              <a:gd name="connsiteY92" fmla="*/ 1820666 h 2251389"/>
              <a:gd name="connsiteX93" fmla="*/ 6881789 w 10915134"/>
              <a:gd name="connsiteY93" fmla="*/ 1828309 h 2251389"/>
              <a:gd name="connsiteX94" fmla="*/ 6879926 w 10915134"/>
              <a:gd name="connsiteY94" fmla="*/ 1830591 h 2251389"/>
              <a:gd name="connsiteX95" fmla="*/ 6845508 w 10915134"/>
              <a:gd name="connsiteY95" fmla="*/ 1841035 h 2251389"/>
              <a:gd name="connsiteX96" fmla="*/ 6786683 w 10915134"/>
              <a:gd name="connsiteY96" fmla="*/ 1868367 h 2251389"/>
              <a:gd name="connsiteX97" fmla="*/ 6773874 w 10915134"/>
              <a:gd name="connsiteY97" fmla="*/ 1863267 h 2251389"/>
              <a:gd name="connsiteX98" fmla="*/ 6771241 w 10915134"/>
              <a:gd name="connsiteY98" fmla="*/ 1859449 h 2251389"/>
              <a:gd name="connsiteX99" fmla="*/ 6755065 w 10915134"/>
              <a:gd name="connsiteY99" fmla="*/ 1866822 h 2251389"/>
              <a:gd name="connsiteX100" fmla="*/ 6740854 w 10915134"/>
              <a:gd name="connsiteY100" fmla="*/ 1865352 h 2251389"/>
              <a:gd name="connsiteX101" fmla="*/ 6730997 w 10915134"/>
              <a:gd name="connsiteY101" fmla="*/ 1874155 h 2251389"/>
              <a:gd name="connsiteX102" fmla="*/ 6714212 w 10915134"/>
              <a:gd name="connsiteY102" fmla="*/ 1876293 h 2251389"/>
              <a:gd name="connsiteX103" fmla="*/ 6693130 w 10915134"/>
              <a:gd name="connsiteY103" fmla="*/ 1876808 h 2251389"/>
              <a:gd name="connsiteX104" fmla="*/ 6674405 w 10915134"/>
              <a:gd name="connsiteY104" fmla="*/ 1873459 h 2251389"/>
              <a:gd name="connsiteX105" fmla="*/ 6647714 w 10915134"/>
              <a:gd name="connsiteY105" fmla="*/ 1878941 h 2251389"/>
              <a:gd name="connsiteX106" fmla="*/ 6586613 w 10915134"/>
              <a:gd name="connsiteY106" fmla="*/ 1887053 h 2251389"/>
              <a:gd name="connsiteX107" fmla="*/ 6540424 w 10915134"/>
              <a:gd name="connsiteY107" fmla="*/ 1893269 h 2251389"/>
              <a:gd name="connsiteX108" fmla="*/ 6460034 w 10915134"/>
              <a:gd name="connsiteY108" fmla="*/ 1911286 h 2251389"/>
              <a:gd name="connsiteX109" fmla="*/ 6445449 w 10915134"/>
              <a:gd name="connsiteY109" fmla="*/ 1926499 h 2251389"/>
              <a:gd name="connsiteX110" fmla="*/ 6407092 w 10915134"/>
              <a:gd name="connsiteY110" fmla="*/ 1921993 h 2251389"/>
              <a:gd name="connsiteX111" fmla="*/ 6396332 w 10915134"/>
              <a:gd name="connsiteY111" fmla="*/ 1907025 h 2251389"/>
              <a:gd name="connsiteX112" fmla="*/ 6347048 w 10915134"/>
              <a:gd name="connsiteY112" fmla="*/ 1912130 h 2251389"/>
              <a:gd name="connsiteX113" fmla="*/ 6302270 w 10915134"/>
              <a:gd name="connsiteY113" fmla="*/ 1933613 h 2251389"/>
              <a:gd name="connsiteX114" fmla="*/ 6243078 w 10915134"/>
              <a:gd name="connsiteY114" fmla="*/ 1945644 h 2251389"/>
              <a:gd name="connsiteX115" fmla="*/ 6207738 w 10915134"/>
              <a:gd name="connsiteY115" fmla="*/ 1953011 h 2251389"/>
              <a:gd name="connsiteX116" fmla="*/ 6108781 w 10915134"/>
              <a:gd name="connsiteY116" fmla="*/ 1959474 h 2251389"/>
              <a:gd name="connsiteX117" fmla="*/ 6103698 w 10915134"/>
              <a:gd name="connsiteY117" fmla="*/ 1959304 h 2251389"/>
              <a:gd name="connsiteX118" fmla="*/ 6087017 w 10915134"/>
              <a:gd name="connsiteY118" fmla="*/ 1969078 h 2251389"/>
              <a:gd name="connsiteX119" fmla="*/ 6086313 w 10915134"/>
              <a:gd name="connsiteY119" fmla="*/ 1971580 h 2251389"/>
              <a:gd name="connsiteX120" fmla="*/ 6024291 w 10915134"/>
              <a:gd name="connsiteY120" fmla="*/ 1966761 h 2251389"/>
              <a:gd name="connsiteX121" fmla="*/ 6016853 w 10915134"/>
              <a:gd name="connsiteY121" fmla="*/ 1970526 h 2251389"/>
              <a:gd name="connsiteX122" fmla="*/ 5975404 w 10915134"/>
              <a:gd name="connsiteY122" fmla="*/ 1961749 h 2251389"/>
              <a:gd name="connsiteX123" fmla="*/ 5954536 w 10915134"/>
              <a:gd name="connsiteY123" fmla="*/ 1960220 h 2251389"/>
              <a:gd name="connsiteX124" fmla="*/ 5917280 w 10915134"/>
              <a:gd name="connsiteY124" fmla="*/ 1954478 h 2251389"/>
              <a:gd name="connsiteX125" fmla="*/ 5914232 w 10915134"/>
              <a:gd name="connsiteY125" fmla="*/ 1956919 h 2251389"/>
              <a:gd name="connsiteX126" fmla="*/ 5906850 w 10915134"/>
              <a:gd name="connsiteY126" fmla="*/ 1954702 h 2251389"/>
              <a:gd name="connsiteX127" fmla="*/ 5901461 w 10915134"/>
              <a:gd name="connsiteY127" fmla="*/ 1957577 h 2251389"/>
              <a:gd name="connsiteX128" fmla="*/ 5895317 w 10915134"/>
              <a:gd name="connsiteY128" fmla="*/ 1956828 h 2251389"/>
              <a:gd name="connsiteX129" fmla="*/ 5831128 w 10915134"/>
              <a:gd name="connsiteY129" fmla="*/ 1968382 h 2251389"/>
              <a:gd name="connsiteX130" fmla="*/ 5817261 w 10915134"/>
              <a:gd name="connsiteY130" fmla="*/ 1966124 h 2251389"/>
              <a:gd name="connsiteX131" fmla="*/ 5806791 w 10915134"/>
              <a:gd name="connsiteY131" fmla="*/ 1974713 h 2251389"/>
              <a:gd name="connsiteX132" fmla="*/ 5762574 w 10915134"/>
              <a:gd name="connsiteY132" fmla="*/ 1976973 h 2251389"/>
              <a:gd name="connsiteX133" fmla="*/ 5747297 w 10915134"/>
              <a:gd name="connsiteY133" fmla="*/ 1970252 h 2251389"/>
              <a:gd name="connsiteX134" fmla="*/ 5733169 w 10915134"/>
              <a:gd name="connsiteY134" fmla="*/ 1965433 h 2251389"/>
              <a:gd name="connsiteX135" fmla="*/ 5731338 w 10915134"/>
              <a:gd name="connsiteY135" fmla="*/ 1965447 h 2251389"/>
              <a:gd name="connsiteX136" fmla="*/ 5712957 w 10915134"/>
              <a:gd name="connsiteY136" fmla="*/ 1965596 h 2251389"/>
              <a:gd name="connsiteX137" fmla="*/ 5678760 w 10915134"/>
              <a:gd name="connsiteY137" fmla="*/ 1965873 h 2251389"/>
              <a:gd name="connsiteX138" fmla="*/ 5612457 w 10915134"/>
              <a:gd name="connsiteY138" fmla="*/ 1972287 h 2251389"/>
              <a:gd name="connsiteX139" fmla="*/ 5462439 w 10915134"/>
              <a:gd name="connsiteY139" fmla="*/ 1941766 h 2251389"/>
              <a:gd name="connsiteX140" fmla="*/ 5249426 w 10915134"/>
              <a:gd name="connsiteY140" fmla="*/ 1957993 h 2251389"/>
              <a:gd name="connsiteX141" fmla="*/ 4795460 w 10915134"/>
              <a:gd name="connsiteY141" fmla="*/ 2018541 h 2251389"/>
              <a:gd name="connsiteX142" fmla="*/ 4698875 w 10915134"/>
              <a:gd name="connsiteY142" fmla="*/ 2031693 h 2251389"/>
              <a:gd name="connsiteX143" fmla="*/ 4635334 w 10915134"/>
              <a:gd name="connsiteY143" fmla="*/ 2035504 h 2251389"/>
              <a:gd name="connsiteX144" fmla="*/ 4529228 w 10915134"/>
              <a:gd name="connsiteY144" fmla="*/ 2076609 h 2251389"/>
              <a:gd name="connsiteX145" fmla="*/ 4408461 w 10915134"/>
              <a:gd name="connsiteY145" fmla="*/ 2090939 h 2251389"/>
              <a:gd name="connsiteX146" fmla="*/ 4254651 w 10915134"/>
              <a:gd name="connsiteY146" fmla="*/ 2101730 h 2251389"/>
              <a:gd name="connsiteX147" fmla="*/ 4213233 w 10915134"/>
              <a:gd name="connsiteY147" fmla="*/ 2120326 h 2251389"/>
              <a:gd name="connsiteX148" fmla="*/ 4153938 w 10915134"/>
              <a:gd name="connsiteY148" fmla="*/ 2137520 h 2251389"/>
              <a:gd name="connsiteX149" fmla="*/ 4050969 w 10915134"/>
              <a:gd name="connsiteY149" fmla="*/ 2177971 h 2251389"/>
              <a:gd name="connsiteX150" fmla="*/ 3933162 w 10915134"/>
              <a:gd name="connsiteY150" fmla="*/ 2199509 h 2251389"/>
              <a:gd name="connsiteX151" fmla="*/ 3797609 w 10915134"/>
              <a:gd name="connsiteY151" fmla="*/ 2185813 h 2251389"/>
              <a:gd name="connsiteX152" fmla="*/ 3723511 w 10915134"/>
              <a:gd name="connsiteY152" fmla="*/ 2185401 h 2251389"/>
              <a:gd name="connsiteX153" fmla="*/ 3478465 w 10915134"/>
              <a:gd name="connsiteY153" fmla="*/ 2181087 h 2251389"/>
              <a:gd name="connsiteX154" fmla="*/ 3308996 w 10915134"/>
              <a:gd name="connsiteY154" fmla="*/ 2177978 h 2251389"/>
              <a:gd name="connsiteX155" fmla="*/ 3260282 w 10915134"/>
              <a:gd name="connsiteY155" fmla="*/ 2194479 h 2251389"/>
              <a:gd name="connsiteX156" fmla="*/ 3178557 w 10915134"/>
              <a:gd name="connsiteY156" fmla="*/ 2221451 h 2251389"/>
              <a:gd name="connsiteX157" fmla="*/ 3097074 w 10915134"/>
              <a:gd name="connsiteY157" fmla="*/ 2229837 h 2251389"/>
              <a:gd name="connsiteX158" fmla="*/ 3029944 w 10915134"/>
              <a:gd name="connsiteY158" fmla="*/ 2248531 h 2251389"/>
              <a:gd name="connsiteX159" fmla="*/ 2964870 w 10915134"/>
              <a:gd name="connsiteY159" fmla="*/ 2251389 h 2251389"/>
              <a:gd name="connsiteX160" fmla="*/ 2931496 w 10915134"/>
              <a:gd name="connsiteY160" fmla="*/ 2243024 h 2251389"/>
              <a:gd name="connsiteX161" fmla="*/ 2892959 w 10915134"/>
              <a:gd name="connsiteY161" fmla="*/ 2233969 h 2251389"/>
              <a:gd name="connsiteX162" fmla="*/ 2839074 w 10915134"/>
              <a:gd name="connsiteY162" fmla="*/ 2225008 h 2251389"/>
              <a:gd name="connsiteX163" fmla="*/ 2693779 w 10915134"/>
              <a:gd name="connsiteY163" fmla="*/ 2231570 h 2251389"/>
              <a:gd name="connsiteX164" fmla="*/ 2523799 w 10915134"/>
              <a:gd name="connsiteY164" fmla="*/ 2236547 h 2251389"/>
              <a:gd name="connsiteX165" fmla="*/ 2340069 w 10915134"/>
              <a:gd name="connsiteY165" fmla="*/ 2220699 h 2251389"/>
              <a:gd name="connsiteX166" fmla="*/ 2076408 w 10915134"/>
              <a:gd name="connsiteY166" fmla="*/ 2194398 h 2251389"/>
              <a:gd name="connsiteX167" fmla="*/ 1983593 w 10915134"/>
              <a:gd name="connsiteY167" fmla="*/ 2219360 h 2251389"/>
              <a:gd name="connsiteX168" fmla="*/ 1853105 w 10915134"/>
              <a:gd name="connsiteY168" fmla="*/ 2214141 h 2251389"/>
              <a:gd name="connsiteX169" fmla="*/ 1748511 w 10915134"/>
              <a:gd name="connsiteY169" fmla="*/ 2178472 h 2251389"/>
              <a:gd name="connsiteX170" fmla="*/ 1633422 w 10915134"/>
              <a:gd name="connsiteY170" fmla="*/ 2143415 h 2251389"/>
              <a:gd name="connsiteX171" fmla="*/ 1558946 w 10915134"/>
              <a:gd name="connsiteY171" fmla="*/ 2128843 h 2251389"/>
              <a:gd name="connsiteX172" fmla="*/ 1385344 w 10915134"/>
              <a:gd name="connsiteY172" fmla="*/ 2124817 h 2251389"/>
              <a:gd name="connsiteX173" fmla="*/ 1227473 w 10915134"/>
              <a:gd name="connsiteY173" fmla="*/ 2113291 h 2251389"/>
              <a:gd name="connsiteX174" fmla="*/ 1088711 w 10915134"/>
              <a:gd name="connsiteY174" fmla="*/ 2097947 h 2251389"/>
              <a:gd name="connsiteX175" fmla="*/ 939259 w 10915134"/>
              <a:gd name="connsiteY175" fmla="*/ 2073411 h 2251389"/>
              <a:gd name="connsiteX176" fmla="*/ 914345 w 10915134"/>
              <a:gd name="connsiteY176" fmla="*/ 2063135 h 2251389"/>
              <a:gd name="connsiteX177" fmla="*/ 879393 w 10915134"/>
              <a:gd name="connsiteY177" fmla="*/ 2068419 h 2251389"/>
              <a:gd name="connsiteX178" fmla="*/ 739242 w 10915134"/>
              <a:gd name="connsiteY178" fmla="*/ 2091539 h 2251389"/>
              <a:gd name="connsiteX179" fmla="*/ 628509 w 10915134"/>
              <a:gd name="connsiteY179" fmla="*/ 2108134 h 2251389"/>
              <a:gd name="connsiteX180" fmla="*/ 508046 w 10915134"/>
              <a:gd name="connsiteY180" fmla="*/ 2109851 h 2251389"/>
              <a:gd name="connsiteX181" fmla="*/ 408793 w 10915134"/>
              <a:gd name="connsiteY181" fmla="*/ 2105335 h 2251389"/>
              <a:gd name="connsiteX182" fmla="*/ 259142 w 10915134"/>
              <a:gd name="connsiteY182" fmla="*/ 2115883 h 2251389"/>
              <a:gd name="connsiteX183" fmla="*/ 91266 w 10915134"/>
              <a:gd name="connsiteY183" fmla="*/ 2135533 h 2251389"/>
              <a:gd name="connsiteX184" fmla="*/ 12251 w 10915134"/>
              <a:gd name="connsiteY184" fmla="*/ 2121489 h 2251389"/>
              <a:gd name="connsiteX185" fmla="*/ 0 w 10915134"/>
              <a:gd name="connsiteY185" fmla="*/ 2122164 h 22513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Lst>
            <a:rect l="l" t="t" r="r" b="b"/>
            <a:pathLst>
              <a:path w="10915134" h="2251389">
                <a:moveTo>
                  <a:pt x="0" y="0"/>
                </a:moveTo>
                <a:lnTo>
                  <a:pt x="10915134" y="0"/>
                </a:lnTo>
                <a:lnTo>
                  <a:pt x="10882980" y="49990"/>
                </a:lnTo>
                <a:cubicBezTo>
                  <a:pt x="10880871" y="52147"/>
                  <a:pt x="10836905" y="107867"/>
                  <a:pt x="10834795" y="110024"/>
                </a:cubicBezTo>
                <a:cubicBezTo>
                  <a:pt x="10820319" y="128194"/>
                  <a:pt x="10762503" y="175620"/>
                  <a:pt x="10738392" y="165813"/>
                </a:cubicBezTo>
                <a:cubicBezTo>
                  <a:pt x="10748670" y="186392"/>
                  <a:pt x="10638347" y="188684"/>
                  <a:pt x="10633692" y="209264"/>
                </a:cubicBezTo>
                <a:cubicBezTo>
                  <a:pt x="10631767" y="225908"/>
                  <a:pt x="10597419" y="233945"/>
                  <a:pt x="10586800" y="239716"/>
                </a:cubicBezTo>
                <a:cubicBezTo>
                  <a:pt x="10579628" y="256520"/>
                  <a:pt x="10520682" y="224915"/>
                  <a:pt x="10501658" y="307174"/>
                </a:cubicBezTo>
                <a:cubicBezTo>
                  <a:pt x="10447727" y="313339"/>
                  <a:pt x="10447126" y="425780"/>
                  <a:pt x="10404067" y="412395"/>
                </a:cubicBezTo>
                <a:cubicBezTo>
                  <a:pt x="10392937" y="413598"/>
                  <a:pt x="10388815" y="467371"/>
                  <a:pt x="10380953" y="472334"/>
                </a:cubicBezTo>
                <a:lnTo>
                  <a:pt x="10341416" y="504774"/>
                </a:lnTo>
                <a:lnTo>
                  <a:pt x="10326329" y="523459"/>
                </a:lnTo>
                <a:lnTo>
                  <a:pt x="10298289" y="532173"/>
                </a:lnTo>
                <a:cubicBezTo>
                  <a:pt x="10284422" y="535049"/>
                  <a:pt x="10265952" y="533199"/>
                  <a:pt x="10243127" y="540715"/>
                </a:cubicBezTo>
                <a:cubicBezTo>
                  <a:pt x="10203910" y="562831"/>
                  <a:pt x="10165274" y="534580"/>
                  <a:pt x="10141243" y="592343"/>
                </a:cubicBezTo>
                <a:cubicBezTo>
                  <a:pt x="10059374" y="598371"/>
                  <a:pt x="10021953" y="650378"/>
                  <a:pt x="9940352" y="631518"/>
                </a:cubicBezTo>
                <a:cubicBezTo>
                  <a:pt x="9959797" y="646419"/>
                  <a:pt x="9860152" y="623282"/>
                  <a:pt x="9836226" y="660496"/>
                </a:cubicBezTo>
                <a:cubicBezTo>
                  <a:pt x="9788121" y="672556"/>
                  <a:pt x="9760988" y="668531"/>
                  <a:pt x="9686899" y="683782"/>
                </a:cubicBezTo>
                <a:cubicBezTo>
                  <a:pt x="9623800" y="700369"/>
                  <a:pt x="9613948" y="700871"/>
                  <a:pt x="9578209" y="709781"/>
                </a:cubicBezTo>
                <a:lnTo>
                  <a:pt x="9437298" y="757337"/>
                </a:lnTo>
                <a:lnTo>
                  <a:pt x="9435498" y="759689"/>
                </a:lnTo>
                <a:cubicBezTo>
                  <a:pt x="9426240" y="765982"/>
                  <a:pt x="9419508" y="766527"/>
                  <a:pt x="9413910" y="764531"/>
                </a:cubicBezTo>
                <a:lnTo>
                  <a:pt x="9361370" y="760593"/>
                </a:lnTo>
                <a:lnTo>
                  <a:pt x="9356626" y="764594"/>
                </a:lnTo>
                <a:lnTo>
                  <a:pt x="9311281" y="769260"/>
                </a:lnTo>
                <a:cubicBezTo>
                  <a:pt x="9311245" y="769953"/>
                  <a:pt x="9311210" y="770644"/>
                  <a:pt x="9311173" y="771337"/>
                </a:cubicBezTo>
                <a:cubicBezTo>
                  <a:pt x="9309900" y="776105"/>
                  <a:pt x="9307010" y="779823"/>
                  <a:pt x="9300658" y="781452"/>
                </a:cubicBezTo>
                <a:cubicBezTo>
                  <a:pt x="9318003" y="808459"/>
                  <a:pt x="9299643" y="793767"/>
                  <a:pt x="9279376" y="796188"/>
                </a:cubicBezTo>
                <a:cubicBezTo>
                  <a:pt x="9260850" y="809309"/>
                  <a:pt x="9206021" y="849156"/>
                  <a:pt x="9189502" y="860175"/>
                </a:cubicBezTo>
                <a:lnTo>
                  <a:pt x="9180260" y="862300"/>
                </a:lnTo>
                <a:cubicBezTo>
                  <a:pt x="9180236" y="862466"/>
                  <a:pt x="9180211" y="862633"/>
                  <a:pt x="9180186" y="862799"/>
                </a:cubicBezTo>
                <a:cubicBezTo>
                  <a:pt x="9178407" y="864232"/>
                  <a:pt x="9175456" y="865295"/>
                  <a:pt x="9170652" y="865945"/>
                </a:cubicBezTo>
                <a:lnTo>
                  <a:pt x="9145484" y="870300"/>
                </a:lnTo>
                <a:lnTo>
                  <a:pt x="9140031" y="874741"/>
                </a:lnTo>
                <a:lnTo>
                  <a:pt x="9138892" y="880860"/>
                </a:lnTo>
                <a:lnTo>
                  <a:pt x="9107257" y="903704"/>
                </a:lnTo>
                <a:cubicBezTo>
                  <a:pt x="9091321" y="899193"/>
                  <a:pt x="9043942" y="941365"/>
                  <a:pt x="9034880" y="948837"/>
                </a:cubicBezTo>
                <a:lnTo>
                  <a:pt x="8950600" y="994853"/>
                </a:lnTo>
                <a:cubicBezTo>
                  <a:pt x="8865196" y="1081843"/>
                  <a:pt x="8818875" y="1077389"/>
                  <a:pt x="8753014" y="1118658"/>
                </a:cubicBezTo>
                <a:cubicBezTo>
                  <a:pt x="8692981" y="1124704"/>
                  <a:pt x="8636332" y="1128410"/>
                  <a:pt x="8581094" y="1153261"/>
                </a:cubicBezTo>
                <a:cubicBezTo>
                  <a:pt x="8538621" y="1164812"/>
                  <a:pt x="8511758" y="1169577"/>
                  <a:pt x="8498175" y="1187969"/>
                </a:cubicBezTo>
                <a:lnTo>
                  <a:pt x="8448788" y="1206463"/>
                </a:lnTo>
                <a:lnTo>
                  <a:pt x="8367996" y="1232783"/>
                </a:lnTo>
                <a:cubicBezTo>
                  <a:pt x="8367806" y="1234615"/>
                  <a:pt x="8367614" y="1236446"/>
                  <a:pt x="8367423" y="1238278"/>
                </a:cubicBezTo>
                <a:lnTo>
                  <a:pt x="8359640" y="1246782"/>
                </a:lnTo>
                <a:lnTo>
                  <a:pt x="8346100" y="1266142"/>
                </a:lnTo>
                <a:lnTo>
                  <a:pt x="8318833" y="1292714"/>
                </a:lnTo>
                <a:lnTo>
                  <a:pt x="8317719" y="1291904"/>
                </a:lnTo>
                <a:cubicBezTo>
                  <a:pt x="8314688" y="1290662"/>
                  <a:pt x="8311461" y="1290840"/>
                  <a:pt x="8307730" y="1293984"/>
                </a:cubicBezTo>
                <a:cubicBezTo>
                  <a:pt x="8294903" y="1295590"/>
                  <a:pt x="8255937" y="1295887"/>
                  <a:pt x="8240756" y="1301537"/>
                </a:cubicBezTo>
                <a:cubicBezTo>
                  <a:pt x="8233324" y="1310481"/>
                  <a:pt x="8225256" y="1319366"/>
                  <a:pt x="8216639" y="1327887"/>
                </a:cubicBezTo>
                <a:lnTo>
                  <a:pt x="8211337" y="1332570"/>
                </a:lnTo>
                <a:lnTo>
                  <a:pt x="8211048" y="1332403"/>
                </a:lnTo>
                <a:cubicBezTo>
                  <a:pt x="8209501" y="1332874"/>
                  <a:pt x="8207607" y="1334206"/>
                  <a:pt x="8205085" y="1336831"/>
                </a:cubicBezTo>
                <a:lnTo>
                  <a:pt x="8137554" y="1342145"/>
                </a:lnTo>
                <a:cubicBezTo>
                  <a:pt x="8105705" y="1354688"/>
                  <a:pt x="8080446" y="1339423"/>
                  <a:pt x="8054564" y="1367911"/>
                </a:cubicBezTo>
                <a:cubicBezTo>
                  <a:pt x="8024726" y="1379555"/>
                  <a:pt x="7996957" y="1380148"/>
                  <a:pt x="7973237" y="1397544"/>
                </a:cubicBezTo>
                <a:cubicBezTo>
                  <a:pt x="7961439" y="1393972"/>
                  <a:pt x="7951168" y="1394796"/>
                  <a:pt x="7944198" y="1410276"/>
                </a:cubicBezTo>
                <a:cubicBezTo>
                  <a:pt x="7915673" y="1417804"/>
                  <a:pt x="7905583" y="1403950"/>
                  <a:pt x="7890643" y="1424144"/>
                </a:cubicBezTo>
                <a:cubicBezTo>
                  <a:pt x="7869590" y="1403678"/>
                  <a:pt x="7870757" y="1414314"/>
                  <a:pt x="7864997" y="1425023"/>
                </a:cubicBezTo>
                <a:lnTo>
                  <a:pt x="7864067" y="1426002"/>
                </a:lnTo>
                <a:lnTo>
                  <a:pt x="7861153" y="1423038"/>
                </a:lnTo>
                <a:lnTo>
                  <a:pt x="7844586" y="1429169"/>
                </a:lnTo>
                <a:lnTo>
                  <a:pt x="7840350" y="1432451"/>
                </a:lnTo>
                <a:cubicBezTo>
                  <a:pt x="7837357" y="1434345"/>
                  <a:pt x="7835272" y="1435129"/>
                  <a:pt x="7833722" y="1435148"/>
                </a:cubicBezTo>
                <a:lnTo>
                  <a:pt x="7833492" y="1434901"/>
                </a:lnTo>
                <a:lnTo>
                  <a:pt x="7827413" y="1438043"/>
                </a:lnTo>
                <a:cubicBezTo>
                  <a:pt x="7817294" y="1444069"/>
                  <a:pt x="7807591" y="1450613"/>
                  <a:pt x="7798463" y="1457407"/>
                </a:cubicBezTo>
                <a:cubicBezTo>
                  <a:pt x="7789625" y="1446704"/>
                  <a:pt x="7769649" y="1464040"/>
                  <a:pt x="7759015" y="1458666"/>
                </a:cubicBezTo>
                <a:lnTo>
                  <a:pt x="7752684" y="1444792"/>
                </a:lnTo>
                <a:lnTo>
                  <a:pt x="7747867" y="1447976"/>
                </a:lnTo>
                <a:lnTo>
                  <a:pt x="7738750" y="1456574"/>
                </a:lnTo>
                <a:cubicBezTo>
                  <a:pt x="7737328" y="1457741"/>
                  <a:pt x="7736297" y="1457914"/>
                  <a:pt x="7735619" y="1456320"/>
                </a:cubicBezTo>
                <a:cubicBezTo>
                  <a:pt x="7730006" y="1457852"/>
                  <a:pt x="7711662" y="1464787"/>
                  <a:pt x="7705072" y="1465768"/>
                </a:cubicBezTo>
                <a:lnTo>
                  <a:pt x="7696073" y="1462212"/>
                </a:lnTo>
                <a:lnTo>
                  <a:pt x="7692096" y="1462163"/>
                </a:lnTo>
                <a:lnTo>
                  <a:pt x="7674689" y="1477613"/>
                </a:lnTo>
                <a:lnTo>
                  <a:pt x="7665348" y="1483862"/>
                </a:lnTo>
                <a:lnTo>
                  <a:pt x="7606276" y="1538521"/>
                </a:lnTo>
                <a:lnTo>
                  <a:pt x="7504695" y="1566686"/>
                </a:lnTo>
                <a:cubicBezTo>
                  <a:pt x="7473718" y="1603709"/>
                  <a:pt x="7404436" y="1554658"/>
                  <a:pt x="7401270" y="1597361"/>
                </a:cubicBezTo>
                <a:cubicBezTo>
                  <a:pt x="7369238" y="1613154"/>
                  <a:pt x="7363418" y="1605164"/>
                  <a:pt x="7320321" y="1619535"/>
                </a:cubicBezTo>
                <a:cubicBezTo>
                  <a:pt x="7280514" y="1668809"/>
                  <a:pt x="7198683" y="1708462"/>
                  <a:pt x="7149526" y="1743630"/>
                </a:cubicBezTo>
                <a:cubicBezTo>
                  <a:pt x="7114410" y="1721934"/>
                  <a:pt x="7136043" y="1746476"/>
                  <a:pt x="7105391" y="1752328"/>
                </a:cubicBezTo>
                <a:cubicBezTo>
                  <a:pt x="7119677" y="1779725"/>
                  <a:pt x="7066212" y="1749779"/>
                  <a:pt x="7071654" y="1785091"/>
                </a:cubicBezTo>
                <a:cubicBezTo>
                  <a:pt x="7065905" y="1785038"/>
                  <a:pt x="7060161" y="1783873"/>
                  <a:pt x="7054359" y="1782439"/>
                </a:cubicBezTo>
                <a:lnTo>
                  <a:pt x="7051319" y="1781706"/>
                </a:lnTo>
                <a:lnTo>
                  <a:pt x="7040377" y="1784767"/>
                </a:lnTo>
                <a:lnTo>
                  <a:pt x="7035771" y="1778137"/>
                </a:lnTo>
                <a:lnTo>
                  <a:pt x="7018208" y="1777373"/>
                </a:lnTo>
                <a:cubicBezTo>
                  <a:pt x="7011866" y="1778247"/>
                  <a:pt x="7005318" y="1780539"/>
                  <a:pt x="6998493" y="1785098"/>
                </a:cubicBezTo>
                <a:cubicBezTo>
                  <a:pt x="6983689" y="1806072"/>
                  <a:pt x="6952865" y="1800516"/>
                  <a:pt x="6928288" y="1811732"/>
                </a:cubicBezTo>
                <a:lnTo>
                  <a:pt x="6917773" y="1820666"/>
                </a:lnTo>
                <a:lnTo>
                  <a:pt x="6881789" y="1828309"/>
                </a:lnTo>
                <a:lnTo>
                  <a:pt x="6879926" y="1830591"/>
                </a:lnTo>
                <a:cubicBezTo>
                  <a:pt x="6873880" y="1832712"/>
                  <a:pt x="6861049" y="1834739"/>
                  <a:pt x="6845508" y="1841035"/>
                </a:cubicBezTo>
                <a:lnTo>
                  <a:pt x="6786683" y="1868367"/>
                </a:lnTo>
                <a:lnTo>
                  <a:pt x="6773874" y="1863267"/>
                </a:lnTo>
                <a:lnTo>
                  <a:pt x="6771241" y="1859449"/>
                </a:lnTo>
                <a:lnTo>
                  <a:pt x="6755065" y="1866822"/>
                </a:lnTo>
                <a:lnTo>
                  <a:pt x="6740854" y="1865352"/>
                </a:lnTo>
                <a:lnTo>
                  <a:pt x="6730997" y="1874155"/>
                </a:lnTo>
                <a:lnTo>
                  <a:pt x="6714212" y="1876293"/>
                </a:lnTo>
                <a:cubicBezTo>
                  <a:pt x="6707919" y="1876308"/>
                  <a:pt x="6700834" y="1876122"/>
                  <a:pt x="6693130" y="1876808"/>
                </a:cubicBezTo>
                <a:lnTo>
                  <a:pt x="6674405" y="1873459"/>
                </a:lnTo>
                <a:lnTo>
                  <a:pt x="6647714" y="1878941"/>
                </a:lnTo>
                <a:cubicBezTo>
                  <a:pt x="6627122" y="1883360"/>
                  <a:pt x="6607220" y="1886896"/>
                  <a:pt x="6586613" y="1887053"/>
                </a:cubicBezTo>
                <a:cubicBezTo>
                  <a:pt x="6572205" y="1895536"/>
                  <a:pt x="6557706" y="1900239"/>
                  <a:pt x="6540424" y="1893269"/>
                </a:cubicBezTo>
                <a:cubicBezTo>
                  <a:pt x="6497538" y="1902769"/>
                  <a:pt x="6490601" y="1917381"/>
                  <a:pt x="6460034" y="1911286"/>
                </a:cubicBezTo>
                <a:cubicBezTo>
                  <a:pt x="6453811" y="1919532"/>
                  <a:pt x="6449254" y="1924158"/>
                  <a:pt x="6445449" y="1926499"/>
                </a:cubicBezTo>
                <a:cubicBezTo>
                  <a:pt x="6434030" y="1933525"/>
                  <a:pt x="6429411" y="1919994"/>
                  <a:pt x="6407092" y="1921993"/>
                </a:cubicBezTo>
                <a:cubicBezTo>
                  <a:pt x="6382682" y="1922166"/>
                  <a:pt x="6418607" y="1903450"/>
                  <a:pt x="6396332" y="1907025"/>
                </a:cubicBezTo>
                <a:cubicBezTo>
                  <a:pt x="6376015" y="1918727"/>
                  <a:pt x="6367614" y="1898795"/>
                  <a:pt x="6347048" y="1912130"/>
                </a:cubicBezTo>
                <a:cubicBezTo>
                  <a:pt x="6360109" y="1925598"/>
                  <a:pt x="6297691" y="1920276"/>
                  <a:pt x="6302270" y="1933613"/>
                </a:cubicBezTo>
                <a:cubicBezTo>
                  <a:pt x="6272680" y="1919839"/>
                  <a:pt x="6273323" y="1945036"/>
                  <a:pt x="6243078" y="1945644"/>
                </a:cubicBezTo>
                <a:cubicBezTo>
                  <a:pt x="6226744" y="1941607"/>
                  <a:pt x="6216828" y="1942552"/>
                  <a:pt x="6207738" y="1953011"/>
                </a:cubicBezTo>
                <a:cubicBezTo>
                  <a:pt x="6131633" y="1932600"/>
                  <a:pt x="6170923" y="1959774"/>
                  <a:pt x="6108781" y="1959474"/>
                </a:cubicBezTo>
                <a:lnTo>
                  <a:pt x="6103698" y="1959304"/>
                </a:lnTo>
                <a:lnTo>
                  <a:pt x="6087017" y="1969078"/>
                </a:lnTo>
                <a:cubicBezTo>
                  <a:pt x="6086783" y="1969912"/>
                  <a:pt x="6086547" y="1970745"/>
                  <a:pt x="6086313" y="1971580"/>
                </a:cubicBezTo>
                <a:lnTo>
                  <a:pt x="6024291" y="1966761"/>
                </a:lnTo>
                <a:lnTo>
                  <a:pt x="6016853" y="1970526"/>
                </a:lnTo>
                <a:lnTo>
                  <a:pt x="5975404" y="1961749"/>
                </a:lnTo>
                <a:lnTo>
                  <a:pt x="5954536" y="1960220"/>
                </a:lnTo>
                <a:lnTo>
                  <a:pt x="5917280" y="1954478"/>
                </a:lnTo>
                <a:lnTo>
                  <a:pt x="5914232" y="1956919"/>
                </a:lnTo>
                <a:lnTo>
                  <a:pt x="5906850" y="1954702"/>
                </a:lnTo>
                <a:lnTo>
                  <a:pt x="5901461" y="1957577"/>
                </a:lnTo>
                <a:lnTo>
                  <a:pt x="5895317" y="1956828"/>
                </a:lnTo>
                <a:cubicBezTo>
                  <a:pt x="5883595" y="1958629"/>
                  <a:pt x="5844137" y="1966833"/>
                  <a:pt x="5831128" y="1968382"/>
                </a:cubicBezTo>
                <a:lnTo>
                  <a:pt x="5817261" y="1966124"/>
                </a:lnTo>
                <a:lnTo>
                  <a:pt x="5806791" y="1974713"/>
                </a:lnTo>
                <a:lnTo>
                  <a:pt x="5762574" y="1976973"/>
                </a:lnTo>
                <a:lnTo>
                  <a:pt x="5747297" y="1970252"/>
                </a:lnTo>
                <a:lnTo>
                  <a:pt x="5733169" y="1965433"/>
                </a:lnTo>
                <a:lnTo>
                  <a:pt x="5731338" y="1965447"/>
                </a:lnTo>
                <a:lnTo>
                  <a:pt x="5712957" y="1965596"/>
                </a:lnTo>
                <a:lnTo>
                  <a:pt x="5678760" y="1965873"/>
                </a:lnTo>
                <a:cubicBezTo>
                  <a:pt x="5656934" y="1966331"/>
                  <a:pt x="5634795" y="1967772"/>
                  <a:pt x="5612457" y="1972287"/>
                </a:cubicBezTo>
                <a:cubicBezTo>
                  <a:pt x="5527023" y="1949966"/>
                  <a:pt x="5534401" y="1947926"/>
                  <a:pt x="5462439" y="1941766"/>
                </a:cubicBezTo>
                <a:cubicBezTo>
                  <a:pt x="5427425" y="1917624"/>
                  <a:pt x="5291183" y="1960519"/>
                  <a:pt x="5249426" y="1957993"/>
                </a:cubicBezTo>
                <a:cubicBezTo>
                  <a:pt x="5146406" y="1973328"/>
                  <a:pt x="4927624" y="2044719"/>
                  <a:pt x="4795460" y="2018541"/>
                </a:cubicBezTo>
                <a:cubicBezTo>
                  <a:pt x="4762844" y="2022395"/>
                  <a:pt x="4718233" y="2031407"/>
                  <a:pt x="4698875" y="2031693"/>
                </a:cubicBezTo>
                <a:lnTo>
                  <a:pt x="4635334" y="2035504"/>
                </a:lnTo>
                <a:lnTo>
                  <a:pt x="4529228" y="2076609"/>
                </a:lnTo>
                <a:cubicBezTo>
                  <a:pt x="4475152" y="2050383"/>
                  <a:pt x="4475600" y="2080729"/>
                  <a:pt x="4408461" y="2090939"/>
                </a:cubicBezTo>
                <a:cubicBezTo>
                  <a:pt x="4383821" y="2082708"/>
                  <a:pt x="4268804" y="2082966"/>
                  <a:pt x="4254651" y="2101730"/>
                </a:cubicBezTo>
                <a:cubicBezTo>
                  <a:pt x="4238862" y="2106286"/>
                  <a:pt x="4220313" y="2100544"/>
                  <a:pt x="4213233" y="2120326"/>
                </a:cubicBezTo>
                <a:cubicBezTo>
                  <a:pt x="4201430" y="2144259"/>
                  <a:pt x="4145731" y="2110137"/>
                  <a:pt x="4153938" y="2137520"/>
                </a:cubicBezTo>
                <a:cubicBezTo>
                  <a:pt x="4114396" y="2114195"/>
                  <a:pt x="4083806" y="2164553"/>
                  <a:pt x="4050969" y="2177971"/>
                </a:cubicBezTo>
                <a:cubicBezTo>
                  <a:pt x="4019767" y="2177378"/>
                  <a:pt x="4005088" y="2190554"/>
                  <a:pt x="3933162" y="2199509"/>
                </a:cubicBezTo>
                <a:cubicBezTo>
                  <a:pt x="3898830" y="2172322"/>
                  <a:pt x="3861284" y="2221170"/>
                  <a:pt x="3797609" y="2185813"/>
                </a:cubicBezTo>
                <a:cubicBezTo>
                  <a:pt x="3795667" y="2189772"/>
                  <a:pt x="3776702" y="2186188"/>
                  <a:pt x="3723511" y="2185401"/>
                </a:cubicBezTo>
                <a:cubicBezTo>
                  <a:pt x="3670320" y="2184613"/>
                  <a:pt x="3558625" y="2184230"/>
                  <a:pt x="3478465" y="2181087"/>
                </a:cubicBezTo>
                <a:cubicBezTo>
                  <a:pt x="3387474" y="2181789"/>
                  <a:pt x="3428499" y="2219948"/>
                  <a:pt x="3308996" y="2177978"/>
                </a:cubicBezTo>
                <a:cubicBezTo>
                  <a:pt x="3299910" y="2200517"/>
                  <a:pt x="3285785" y="2202748"/>
                  <a:pt x="3260282" y="2194479"/>
                </a:cubicBezTo>
                <a:cubicBezTo>
                  <a:pt x="3216295" y="2196427"/>
                  <a:pt x="3227371" y="2250251"/>
                  <a:pt x="3178557" y="2221451"/>
                </a:cubicBezTo>
                <a:cubicBezTo>
                  <a:pt x="3146795" y="2234329"/>
                  <a:pt x="3117401" y="2220418"/>
                  <a:pt x="3097074" y="2229837"/>
                </a:cubicBezTo>
                <a:lnTo>
                  <a:pt x="3029944" y="2248531"/>
                </a:lnTo>
                <a:cubicBezTo>
                  <a:pt x="2992804" y="2254069"/>
                  <a:pt x="2982389" y="2213943"/>
                  <a:pt x="2964870" y="2251389"/>
                </a:cubicBezTo>
                <a:lnTo>
                  <a:pt x="2931496" y="2243024"/>
                </a:lnTo>
                <a:lnTo>
                  <a:pt x="2892959" y="2233969"/>
                </a:lnTo>
                <a:cubicBezTo>
                  <a:pt x="2872669" y="2227791"/>
                  <a:pt x="2882203" y="2234774"/>
                  <a:pt x="2839074" y="2225008"/>
                </a:cubicBezTo>
                <a:cubicBezTo>
                  <a:pt x="2811442" y="2251884"/>
                  <a:pt x="2766379" y="2232117"/>
                  <a:pt x="2693779" y="2231570"/>
                </a:cubicBezTo>
                <a:lnTo>
                  <a:pt x="2523799" y="2236547"/>
                </a:lnTo>
                <a:cubicBezTo>
                  <a:pt x="2466172" y="2242686"/>
                  <a:pt x="2414634" y="2227724"/>
                  <a:pt x="2340069" y="2220699"/>
                </a:cubicBezTo>
                <a:cubicBezTo>
                  <a:pt x="2265503" y="2213674"/>
                  <a:pt x="2139796" y="2191971"/>
                  <a:pt x="2076408" y="2194398"/>
                </a:cubicBezTo>
                <a:cubicBezTo>
                  <a:pt x="2032508" y="2197562"/>
                  <a:pt x="2027933" y="2185141"/>
                  <a:pt x="1983593" y="2219360"/>
                </a:cubicBezTo>
                <a:cubicBezTo>
                  <a:pt x="1947094" y="2209205"/>
                  <a:pt x="1890960" y="2218305"/>
                  <a:pt x="1853105" y="2214141"/>
                </a:cubicBezTo>
                <a:cubicBezTo>
                  <a:pt x="1825748" y="2216625"/>
                  <a:pt x="1783192" y="2179879"/>
                  <a:pt x="1748511" y="2178472"/>
                </a:cubicBezTo>
                <a:cubicBezTo>
                  <a:pt x="1703498" y="2196202"/>
                  <a:pt x="1694831" y="2157630"/>
                  <a:pt x="1633422" y="2143415"/>
                </a:cubicBezTo>
                <a:cubicBezTo>
                  <a:pt x="1607630" y="2161065"/>
                  <a:pt x="1579060" y="2145077"/>
                  <a:pt x="1558946" y="2128843"/>
                </a:cubicBezTo>
                <a:cubicBezTo>
                  <a:pt x="1499069" y="2134267"/>
                  <a:pt x="1452565" y="2133855"/>
                  <a:pt x="1385344" y="2124817"/>
                </a:cubicBezTo>
                <a:cubicBezTo>
                  <a:pt x="1312492" y="2145463"/>
                  <a:pt x="1299315" y="2122756"/>
                  <a:pt x="1227473" y="2113291"/>
                </a:cubicBezTo>
                <a:cubicBezTo>
                  <a:pt x="1199075" y="2120045"/>
                  <a:pt x="1149241" y="2095660"/>
                  <a:pt x="1088711" y="2097947"/>
                </a:cubicBezTo>
                <a:cubicBezTo>
                  <a:pt x="1048569" y="2095382"/>
                  <a:pt x="1091396" y="2061344"/>
                  <a:pt x="939259" y="2073411"/>
                </a:cubicBezTo>
                <a:cubicBezTo>
                  <a:pt x="930603" y="2080267"/>
                  <a:pt x="912274" y="2072716"/>
                  <a:pt x="914345" y="2063135"/>
                </a:cubicBezTo>
                <a:cubicBezTo>
                  <a:pt x="904674" y="2065915"/>
                  <a:pt x="881392" y="2083881"/>
                  <a:pt x="879393" y="2068419"/>
                </a:cubicBezTo>
                <a:cubicBezTo>
                  <a:pt x="831068" y="2065554"/>
                  <a:pt x="782797" y="2073516"/>
                  <a:pt x="739242" y="2091539"/>
                </a:cubicBezTo>
                <a:cubicBezTo>
                  <a:pt x="713063" y="2085924"/>
                  <a:pt x="685973" y="2097939"/>
                  <a:pt x="628509" y="2108134"/>
                </a:cubicBezTo>
                <a:cubicBezTo>
                  <a:pt x="575136" y="2076613"/>
                  <a:pt x="570057" y="2131408"/>
                  <a:pt x="508046" y="2109851"/>
                </a:cubicBezTo>
                <a:cubicBezTo>
                  <a:pt x="473420" y="2105939"/>
                  <a:pt x="433697" y="2091842"/>
                  <a:pt x="408793" y="2105335"/>
                </a:cubicBezTo>
                <a:cubicBezTo>
                  <a:pt x="383633" y="2099507"/>
                  <a:pt x="299763" y="2118030"/>
                  <a:pt x="259142" y="2115883"/>
                </a:cubicBezTo>
                <a:cubicBezTo>
                  <a:pt x="191085" y="2103328"/>
                  <a:pt x="127146" y="2128850"/>
                  <a:pt x="91266" y="2135533"/>
                </a:cubicBezTo>
                <a:cubicBezTo>
                  <a:pt x="55346" y="2131669"/>
                  <a:pt x="37547" y="2122850"/>
                  <a:pt x="12251" y="2121489"/>
                </a:cubicBezTo>
                <a:lnTo>
                  <a:pt x="0" y="2122164"/>
                </a:lnTo>
                <a:close/>
              </a:path>
            </a:pathLst>
          </a:custGeom>
          <a:solidFill>
            <a:srgbClr val="82766A">
              <a:alpha val="15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6120F201-C676-29F5-EB09-4FB2B788CCC8}"/>
              </a:ext>
            </a:extLst>
          </p:cNvPr>
          <p:cNvSpPr>
            <a:spLocks noGrp="1"/>
          </p:cNvSpPr>
          <p:nvPr>
            <p:ph type="title"/>
          </p:nvPr>
        </p:nvSpPr>
        <p:spPr>
          <a:xfrm>
            <a:off x="1137037" y="609600"/>
            <a:ext cx="5915197" cy="1330519"/>
          </a:xfrm>
        </p:spPr>
        <p:txBody>
          <a:bodyPr vert="horz" lIns="91440" tIns="45720" rIns="91440" bIns="45720" rtlCol="0" anchor="ctr">
            <a:normAutofit/>
          </a:bodyPr>
          <a:lstStyle/>
          <a:p>
            <a:r>
              <a:rPr lang="en-US" b="1" dirty="0">
                <a:latin typeface="Aptos Serif" panose="02020604070405020304" pitchFamily="18" charset="0"/>
                <a:cs typeface="Aptos Serif" panose="02020604070405020304" pitchFamily="18" charset="0"/>
              </a:rPr>
              <a:t>How to Apply</a:t>
            </a:r>
          </a:p>
        </p:txBody>
      </p:sp>
      <p:sp>
        <p:nvSpPr>
          <p:cNvPr id="4" name="Content Placeholder 3">
            <a:extLst>
              <a:ext uri="{FF2B5EF4-FFF2-40B4-BE49-F238E27FC236}">
                <a16:creationId xmlns:a16="http://schemas.microsoft.com/office/drawing/2014/main" id="{FD73C646-9401-D7CA-1B6E-6B43850BD661}"/>
              </a:ext>
            </a:extLst>
          </p:cNvPr>
          <p:cNvSpPr>
            <a:spLocks noGrp="1"/>
          </p:cNvSpPr>
          <p:nvPr>
            <p:ph sz="half" idx="2"/>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1137037" y="2549718"/>
            <a:ext cx="5747857" cy="3697762"/>
          </a:xfrm>
        </p:spPr>
        <p:txBody>
          <a:bodyPr>
            <a:normAutofit fontScale="77500" lnSpcReduction="20000"/>
          </a:bodyPr>
          <a:lstStyle/>
          <a:p>
            <a:pPr marL="0" indent="0">
              <a:spcBef>
                <a:spcPts val="2500"/>
              </a:spcBef>
              <a:buNone/>
            </a:pPr>
            <a:r>
              <a:rPr lang="en-US" sz="2900" b="1" dirty="0">
                <a:solidFill>
                  <a:schemeClr val="tx1">
                    <a:lumMod val="65000"/>
                    <a:lumOff val="35000"/>
                  </a:schemeClr>
                </a:solidFill>
              </a:rPr>
              <a:t>Raise Your Hand</a:t>
            </a:r>
          </a:p>
          <a:p>
            <a:pPr marL="0" lvl="1" indent="0">
              <a:lnSpc>
                <a:spcPct val="120000"/>
              </a:lnSpc>
              <a:buNone/>
            </a:pPr>
            <a:r>
              <a:rPr lang="en-US" sz="1900" dirty="0"/>
              <a:t>Let us know you want to be part of the program. To be considered for the Leadership Cloudcroft 2025 Class, submit your application by May 28th.</a:t>
            </a:r>
          </a:p>
          <a:p>
            <a:pPr marL="0" indent="0">
              <a:spcBef>
                <a:spcPts val="2500"/>
              </a:spcBef>
              <a:buNone/>
            </a:pPr>
            <a:r>
              <a:rPr lang="en-US" sz="2900" b="1" dirty="0">
                <a:solidFill>
                  <a:schemeClr val="tx1">
                    <a:lumMod val="65000"/>
                    <a:lumOff val="35000"/>
                  </a:schemeClr>
                </a:solidFill>
              </a:rPr>
              <a:t>Online Submission</a:t>
            </a:r>
          </a:p>
          <a:p>
            <a:pPr marL="0" lvl="1" indent="0">
              <a:lnSpc>
                <a:spcPct val="130000"/>
              </a:lnSpc>
              <a:buNone/>
            </a:pPr>
            <a:r>
              <a:rPr lang="en-US" sz="2100" dirty="0"/>
              <a:t>Applications can be submitted online through the Leadership Cloudcroft 2025 Class Application portal: </a:t>
            </a:r>
            <a:r>
              <a:rPr lang="en-US" sz="2100" b="1" u="sng" dirty="0" err="1">
                <a:solidFill>
                  <a:schemeClr val="accent1">
                    <a:lumMod val="75000"/>
                  </a:schemeClr>
                </a:solidFill>
              </a:rPr>
              <a:t>LeadershipCloudcroft.com</a:t>
            </a:r>
            <a:endParaRPr lang="en-US" sz="2100" b="1" u="sng" dirty="0">
              <a:solidFill>
                <a:schemeClr val="accent1">
                  <a:lumMod val="75000"/>
                </a:schemeClr>
              </a:solidFill>
            </a:endParaRPr>
          </a:p>
          <a:p>
            <a:pPr marL="0" indent="0">
              <a:spcBef>
                <a:spcPts val="2500"/>
              </a:spcBef>
              <a:buNone/>
            </a:pPr>
            <a:r>
              <a:rPr lang="en-US" sz="2900" b="1" dirty="0">
                <a:solidFill>
                  <a:schemeClr val="bg2">
                    <a:lumMod val="50000"/>
                  </a:schemeClr>
                </a:solidFill>
              </a:rPr>
              <a:t>Class Participants</a:t>
            </a:r>
          </a:p>
          <a:p>
            <a:pPr marL="0" lvl="1" indent="0">
              <a:lnSpc>
                <a:spcPct val="130000"/>
              </a:lnSpc>
              <a:buNone/>
            </a:pPr>
            <a:r>
              <a:rPr lang="en-US" sz="2100" dirty="0"/>
              <a:t>The Leadership Cloudcroft 2025 Class will consist of approximately 12 participants.</a:t>
            </a:r>
          </a:p>
        </p:txBody>
      </p:sp>
      <p:sp>
        <p:nvSpPr>
          <p:cNvPr id="28" name="Freeform: Shape 27">
            <a:extLst>
              <a:ext uri="{FF2B5EF4-FFF2-40B4-BE49-F238E27FC236}">
                <a16:creationId xmlns:a16="http://schemas.microsoft.com/office/drawing/2014/main" id="{6BFFEA99-E831-4C3B-8D16-0EA4AB33FFC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595584" y="610517"/>
            <a:ext cx="4010943" cy="5636963"/>
          </a:xfrm>
          <a:custGeom>
            <a:avLst/>
            <a:gdLst>
              <a:gd name="connsiteX0" fmla="*/ 0 w 2400300"/>
              <a:gd name="connsiteY0" fmla="*/ 0 h 2400300"/>
              <a:gd name="connsiteX1" fmla="*/ 2400300 w 2400300"/>
              <a:gd name="connsiteY1" fmla="*/ 0 h 2400300"/>
              <a:gd name="connsiteX2" fmla="*/ 2400300 w 2400300"/>
              <a:gd name="connsiteY2" fmla="*/ 2400300 h 2400300"/>
              <a:gd name="connsiteX3" fmla="*/ 0 w 2400300"/>
              <a:gd name="connsiteY3" fmla="*/ 2400300 h 2400300"/>
            </a:gdLst>
            <a:ahLst/>
            <a:cxnLst>
              <a:cxn ang="0">
                <a:pos x="connsiteX0" y="connsiteY0"/>
              </a:cxn>
              <a:cxn ang="0">
                <a:pos x="connsiteX1" y="connsiteY1"/>
              </a:cxn>
              <a:cxn ang="0">
                <a:pos x="connsiteX2" y="connsiteY2"/>
              </a:cxn>
              <a:cxn ang="0">
                <a:pos x="connsiteX3" y="connsiteY3"/>
              </a:cxn>
            </a:cxnLst>
            <a:rect l="l" t="t" r="r" b="b"/>
            <a:pathLst>
              <a:path w="2400300" h="2400300">
                <a:moveTo>
                  <a:pt x="0" y="0"/>
                </a:moveTo>
                <a:lnTo>
                  <a:pt x="2400300" y="0"/>
                </a:lnTo>
                <a:lnTo>
                  <a:pt x="2400300" y="2400300"/>
                </a:lnTo>
                <a:lnTo>
                  <a:pt x="0" y="2400300"/>
                </a:lnTo>
                <a:close/>
              </a:path>
            </a:pathLst>
          </a:custGeom>
          <a:solidFill>
            <a:srgbClr val="F2F2F2"/>
          </a:solidFill>
          <a:ln>
            <a:noFill/>
          </a:ln>
          <a:effectLst>
            <a:outerShdw blurRad="25400" dist="12700" dir="3000000" algn="tl" rotWithShape="0">
              <a:prstClr val="black">
                <a:alpha val="27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5" name="Content Placeholder 4">
            <a:extLst>
              <a:ext uri="{FF2B5EF4-FFF2-40B4-BE49-F238E27FC236}">
                <a16:creationId xmlns:a16="http://schemas.microsoft.com/office/drawing/2014/main" id="{6651F6B5-ABEC-4A74-8504-B2A3B6F9BAC0}"/>
              </a:ext>
            </a:extLst>
          </p:cNvPr>
          <p:cNvPicPr>
            <a:picLocks noGrp="1" noChangeAspect="1"/>
          </p:cNvPicPr>
          <p:nvPr>
            <p:ph sz="half" idx="1"/>
          </p:nvPr>
        </p:nvPicPr>
        <p:blipFill>
          <a:blip r:embed="rId3"/>
          <a:srcRect t="1944" b="1944"/>
          <a:stretch/>
        </p:blipFill>
        <p:spPr>
          <a:xfrm>
            <a:off x="7761092" y="771383"/>
            <a:ext cx="3684567" cy="5311922"/>
          </a:xfrm>
          <a:prstGeom prst="rect">
            <a:avLst/>
          </a:prstGeom>
        </p:spPr>
      </p:pic>
      <p:sp>
        <p:nvSpPr>
          <p:cNvPr id="30" name="Freeform: Shape 29">
            <a:extLst>
              <a:ext uri="{FF2B5EF4-FFF2-40B4-BE49-F238E27FC236}">
                <a16:creationId xmlns:a16="http://schemas.microsoft.com/office/drawing/2014/main" id="{3B9FD11D-7561-43C8-BE54-00D7DCF0E2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55391" y="5800300"/>
            <a:ext cx="5736610" cy="1057702"/>
          </a:xfrm>
          <a:custGeom>
            <a:avLst/>
            <a:gdLst>
              <a:gd name="connsiteX0" fmla="*/ 5741575 w 5741575"/>
              <a:gd name="connsiteY0" fmla="*/ 0 h 955271"/>
              <a:gd name="connsiteX1" fmla="*/ 5741575 w 5741575"/>
              <a:gd name="connsiteY1" fmla="*/ 955271 h 955271"/>
              <a:gd name="connsiteX2" fmla="*/ 0 w 5741575"/>
              <a:gd name="connsiteY2" fmla="*/ 955271 h 955271"/>
              <a:gd name="connsiteX3" fmla="*/ 8558 w 5741575"/>
              <a:gd name="connsiteY3" fmla="*/ 953971 h 955271"/>
              <a:gd name="connsiteX4" fmla="*/ 16894 w 5741575"/>
              <a:gd name="connsiteY4" fmla="*/ 953847 h 955271"/>
              <a:gd name="connsiteX5" fmla="*/ 28156 w 5741575"/>
              <a:gd name="connsiteY5" fmla="*/ 951374 h 955271"/>
              <a:gd name="connsiteX6" fmla="*/ 28293 w 5741575"/>
              <a:gd name="connsiteY6" fmla="*/ 950971 h 955271"/>
              <a:gd name="connsiteX7" fmla="*/ 39115 w 5741575"/>
              <a:gd name="connsiteY7" fmla="*/ 949326 h 955271"/>
              <a:gd name="connsiteX8" fmla="*/ 93851 w 5741575"/>
              <a:gd name="connsiteY8" fmla="*/ 945611 h 955271"/>
              <a:gd name="connsiteX9" fmla="*/ 148657 w 5741575"/>
              <a:gd name="connsiteY9" fmla="*/ 898134 h 955271"/>
              <a:gd name="connsiteX10" fmla="*/ 174554 w 5741575"/>
              <a:gd name="connsiteY10" fmla="*/ 886351 h 955271"/>
              <a:gd name="connsiteX11" fmla="*/ 187633 w 5741575"/>
              <a:gd name="connsiteY11" fmla="*/ 878226 h 955271"/>
              <a:gd name="connsiteX12" fmla="*/ 187961 w 5741575"/>
              <a:gd name="connsiteY12" fmla="*/ 876538 h 955271"/>
              <a:gd name="connsiteX13" fmla="*/ 240501 w 5741575"/>
              <a:gd name="connsiteY13" fmla="*/ 873150 h 955271"/>
              <a:gd name="connsiteX14" fmla="*/ 246345 w 5741575"/>
              <a:gd name="connsiteY14" fmla="*/ 869942 h 955271"/>
              <a:gd name="connsiteX15" fmla="*/ 282041 w 5741575"/>
              <a:gd name="connsiteY15" fmla="*/ 871263 h 955271"/>
              <a:gd name="connsiteX16" fmla="*/ 299711 w 5741575"/>
              <a:gd name="connsiteY16" fmla="*/ 870064 h 955271"/>
              <a:gd name="connsiteX17" fmla="*/ 306299 w 5741575"/>
              <a:gd name="connsiteY17" fmla="*/ 873609 h 955271"/>
              <a:gd name="connsiteX18" fmla="*/ 331571 w 5741575"/>
              <a:gd name="connsiteY18" fmla="*/ 869866 h 955271"/>
              <a:gd name="connsiteX19" fmla="*/ 333872 w 5741575"/>
              <a:gd name="connsiteY19" fmla="*/ 867971 h 955271"/>
              <a:gd name="connsiteX20" fmla="*/ 356953 w 5741575"/>
              <a:gd name="connsiteY20" fmla="*/ 870334 h 955271"/>
              <a:gd name="connsiteX21" fmla="*/ 379005 w 5741575"/>
              <a:gd name="connsiteY21" fmla="*/ 878900 h 955271"/>
              <a:gd name="connsiteX22" fmla="*/ 585428 w 5741575"/>
              <a:gd name="connsiteY22" fmla="*/ 826440 h 955271"/>
              <a:gd name="connsiteX23" fmla="*/ 787156 w 5741575"/>
              <a:gd name="connsiteY23" fmla="*/ 838447 h 955271"/>
              <a:gd name="connsiteX24" fmla="*/ 898586 w 5741575"/>
              <a:gd name="connsiteY24" fmla="*/ 808502 h 955271"/>
              <a:gd name="connsiteX25" fmla="*/ 924063 w 5741575"/>
              <a:gd name="connsiteY25" fmla="*/ 770210 h 955271"/>
              <a:gd name="connsiteX26" fmla="*/ 1212574 w 5741575"/>
              <a:gd name="connsiteY26" fmla="*/ 724238 h 955271"/>
              <a:gd name="connsiteX27" fmla="*/ 1280768 w 5741575"/>
              <a:gd name="connsiteY27" fmla="*/ 699122 h 955271"/>
              <a:gd name="connsiteX28" fmla="*/ 1352027 w 5741575"/>
              <a:gd name="connsiteY28" fmla="*/ 704323 h 955271"/>
              <a:gd name="connsiteX29" fmla="*/ 1374314 w 5741575"/>
              <a:gd name="connsiteY29" fmla="*/ 688815 h 955271"/>
              <a:gd name="connsiteX30" fmla="*/ 1378034 w 5741575"/>
              <a:gd name="connsiteY30" fmla="*/ 685842 h 955271"/>
              <a:gd name="connsiteX31" fmla="*/ 1395604 w 5741575"/>
              <a:gd name="connsiteY31" fmla="*/ 680460 h 955271"/>
              <a:gd name="connsiteX32" fmla="*/ 1397206 w 5741575"/>
              <a:gd name="connsiteY32" fmla="*/ 670793 h 955271"/>
              <a:gd name="connsiteX33" fmla="*/ 1421250 w 5741575"/>
              <a:gd name="connsiteY33" fmla="*/ 656855 h 955271"/>
              <a:gd name="connsiteX34" fmla="*/ 1454524 w 5741575"/>
              <a:gd name="connsiteY34" fmla="*/ 649224 h 955271"/>
              <a:gd name="connsiteX35" fmla="*/ 1616217 w 5741575"/>
              <a:gd name="connsiteY35" fmla="*/ 622107 h 955271"/>
              <a:gd name="connsiteX36" fmla="*/ 1710928 w 5741575"/>
              <a:gd name="connsiteY36" fmla="*/ 600666 h 955271"/>
              <a:gd name="connsiteX37" fmla="*/ 1743718 w 5741575"/>
              <a:gd name="connsiteY37" fmla="*/ 584327 h 955271"/>
              <a:gd name="connsiteX38" fmla="*/ 1791651 w 5741575"/>
              <a:gd name="connsiteY38" fmla="*/ 567019 h 955271"/>
              <a:gd name="connsiteX39" fmla="*/ 1873778 w 5741575"/>
              <a:gd name="connsiteY39" fmla="*/ 530130 h 955271"/>
              <a:gd name="connsiteX40" fmla="*/ 1988411 w 5741575"/>
              <a:gd name="connsiteY40" fmla="*/ 491599 h 955271"/>
              <a:gd name="connsiteX41" fmla="*/ 2085507 w 5741575"/>
              <a:gd name="connsiteY41" fmla="*/ 498527 h 955271"/>
              <a:gd name="connsiteX42" fmla="*/ 2090767 w 5741575"/>
              <a:gd name="connsiteY42" fmla="*/ 490616 h 955271"/>
              <a:gd name="connsiteX43" fmla="*/ 2151143 w 5741575"/>
              <a:gd name="connsiteY43" fmla="*/ 478332 h 955271"/>
              <a:gd name="connsiteX44" fmla="*/ 2378710 w 5741575"/>
              <a:gd name="connsiteY44" fmla="*/ 477570 h 955271"/>
              <a:gd name="connsiteX45" fmla="*/ 2496256 w 5741575"/>
              <a:gd name="connsiteY45" fmla="*/ 452396 h 955271"/>
              <a:gd name="connsiteX46" fmla="*/ 2535387 w 5741575"/>
              <a:gd name="connsiteY46" fmla="*/ 436645 h 955271"/>
              <a:gd name="connsiteX47" fmla="*/ 2601109 w 5741575"/>
              <a:gd name="connsiteY47" fmla="*/ 410678 h 955271"/>
              <a:gd name="connsiteX48" fmla="*/ 2643855 w 5741575"/>
              <a:gd name="connsiteY48" fmla="*/ 374482 h 955271"/>
              <a:gd name="connsiteX49" fmla="*/ 2657726 w 5741575"/>
              <a:gd name="connsiteY49" fmla="*/ 365841 h 955271"/>
              <a:gd name="connsiteX50" fmla="*/ 2687125 w 5741575"/>
              <a:gd name="connsiteY50" fmla="*/ 366820 h 955271"/>
              <a:gd name="connsiteX51" fmla="*/ 2697479 w 5741575"/>
              <a:gd name="connsiteY51" fmla="*/ 361430 h 955271"/>
              <a:gd name="connsiteX52" fmla="*/ 2701547 w 5741575"/>
              <a:gd name="connsiteY52" fmla="*/ 361545 h 955271"/>
              <a:gd name="connsiteX53" fmla="*/ 2711054 w 5741575"/>
              <a:gd name="connsiteY53" fmla="*/ 360597 h 955271"/>
              <a:gd name="connsiteX54" fmla="*/ 2710438 w 5741575"/>
              <a:gd name="connsiteY54" fmla="*/ 366958 h 955271"/>
              <a:gd name="connsiteX55" fmla="*/ 2722936 w 5741575"/>
              <a:gd name="connsiteY55" fmla="*/ 377633 h 955271"/>
              <a:gd name="connsiteX56" fmla="*/ 2777227 w 5741575"/>
              <a:gd name="connsiteY56" fmla="*/ 368972 h 955271"/>
              <a:gd name="connsiteX57" fmla="*/ 2779510 w 5741575"/>
              <a:gd name="connsiteY57" fmla="*/ 361652 h 955271"/>
              <a:gd name="connsiteX58" fmla="*/ 2786278 w 5741575"/>
              <a:gd name="connsiteY58" fmla="*/ 359869 h 955271"/>
              <a:gd name="connsiteX59" fmla="*/ 2792101 w 5741575"/>
              <a:gd name="connsiteY59" fmla="*/ 365927 h 955271"/>
              <a:gd name="connsiteX60" fmla="*/ 2885545 w 5741575"/>
              <a:gd name="connsiteY60" fmla="*/ 372818 h 955271"/>
              <a:gd name="connsiteX61" fmla="*/ 3009558 w 5741575"/>
              <a:gd name="connsiteY61" fmla="*/ 370573 h 955271"/>
              <a:gd name="connsiteX62" fmla="*/ 3095010 w 5741575"/>
              <a:gd name="connsiteY62" fmla="*/ 332454 h 955271"/>
              <a:gd name="connsiteX63" fmla="*/ 3103742 w 5741575"/>
              <a:gd name="connsiteY63" fmla="*/ 337974 h 955271"/>
              <a:gd name="connsiteX64" fmla="*/ 3165093 w 5741575"/>
              <a:gd name="connsiteY64" fmla="*/ 329459 h 955271"/>
              <a:gd name="connsiteX65" fmla="*/ 3373785 w 5741575"/>
              <a:gd name="connsiteY65" fmla="*/ 255680 h 955271"/>
              <a:gd name="connsiteX66" fmla="*/ 3493851 w 5741575"/>
              <a:gd name="connsiteY66" fmla="*/ 240255 h 955271"/>
              <a:gd name="connsiteX67" fmla="*/ 3537470 w 5741575"/>
              <a:gd name="connsiteY67" fmla="*/ 241867 h 955271"/>
              <a:gd name="connsiteX68" fmla="*/ 3610489 w 5741575"/>
              <a:gd name="connsiteY68" fmla="*/ 244128 h 955271"/>
              <a:gd name="connsiteX69" fmla="*/ 3667539 w 5741575"/>
              <a:gd name="connsiteY69" fmla="*/ 263271 h 955271"/>
              <a:gd name="connsiteX70" fmla="*/ 3727614 w 5741575"/>
              <a:gd name="connsiteY70" fmla="*/ 258245 h 955271"/>
              <a:gd name="connsiteX71" fmla="*/ 3738369 w 5741575"/>
              <a:gd name="connsiteY71" fmla="*/ 234506 h 955271"/>
              <a:gd name="connsiteX72" fmla="*/ 3803670 w 5741575"/>
              <a:gd name="connsiteY72" fmla="*/ 236457 h 955271"/>
              <a:gd name="connsiteX73" fmla="*/ 3903080 w 5741575"/>
              <a:gd name="connsiteY73" fmla="*/ 241890 h 955271"/>
              <a:gd name="connsiteX74" fmla="*/ 3959588 w 5741575"/>
              <a:gd name="connsiteY74" fmla="*/ 239195 h 955271"/>
              <a:gd name="connsiteX75" fmla="*/ 4114838 w 5741575"/>
              <a:gd name="connsiteY75" fmla="*/ 238165 h 955271"/>
              <a:gd name="connsiteX76" fmla="*/ 4271023 w 5741575"/>
              <a:gd name="connsiteY76" fmla="*/ 241959 h 955271"/>
              <a:gd name="connsiteX77" fmla="*/ 4367397 w 5741575"/>
              <a:gd name="connsiteY77" fmla="*/ 271442 h 955271"/>
              <a:gd name="connsiteX78" fmla="*/ 4495366 w 5741575"/>
              <a:gd name="connsiteY78" fmla="*/ 271618 h 955271"/>
              <a:gd name="connsiteX79" fmla="*/ 4517347 w 5741575"/>
              <a:gd name="connsiteY79" fmla="*/ 275639 h 955271"/>
              <a:gd name="connsiteX80" fmla="*/ 4546116 w 5741575"/>
              <a:gd name="connsiteY80" fmla="*/ 268568 h 955271"/>
              <a:gd name="connsiteX81" fmla="*/ 4661259 w 5741575"/>
              <a:gd name="connsiteY81" fmla="*/ 238966 h 955271"/>
              <a:gd name="connsiteX82" fmla="*/ 4750403 w 5741575"/>
              <a:gd name="connsiteY82" fmla="*/ 204364 h 955271"/>
              <a:gd name="connsiteX83" fmla="*/ 4867614 w 5741575"/>
              <a:gd name="connsiteY83" fmla="*/ 208668 h 955271"/>
              <a:gd name="connsiteX84" fmla="*/ 4937036 w 5741575"/>
              <a:gd name="connsiteY84" fmla="*/ 195446 h 955271"/>
              <a:gd name="connsiteX85" fmla="*/ 5047626 w 5741575"/>
              <a:gd name="connsiteY85" fmla="*/ 149604 h 955271"/>
              <a:gd name="connsiteX86" fmla="*/ 5200247 w 5741575"/>
              <a:gd name="connsiteY86" fmla="*/ 142695 h 955271"/>
              <a:gd name="connsiteX87" fmla="*/ 5235691 w 5741575"/>
              <a:gd name="connsiteY87" fmla="*/ 173330 h 955271"/>
              <a:gd name="connsiteX88" fmla="*/ 5280133 w 5741575"/>
              <a:gd name="connsiteY88" fmla="*/ 189342 h 955271"/>
              <a:gd name="connsiteX89" fmla="*/ 5291963 w 5741575"/>
              <a:gd name="connsiteY89" fmla="*/ 139446 h 955271"/>
              <a:gd name="connsiteX90" fmla="*/ 5418472 w 5741575"/>
              <a:gd name="connsiteY90" fmla="*/ 89163 h 955271"/>
              <a:gd name="connsiteX91" fmla="*/ 5482354 w 5741575"/>
              <a:gd name="connsiteY91" fmla="*/ 69470 h 955271"/>
              <a:gd name="connsiteX92" fmla="*/ 5583280 w 5741575"/>
              <a:gd name="connsiteY92" fmla="*/ 49787 h 955271"/>
              <a:gd name="connsiteX93" fmla="*/ 5613766 w 5741575"/>
              <a:gd name="connsiteY93" fmla="*/ 41855 h 955271"/>
              <a:gd name="connsiteX94" fmla="*/ 5684952 w 5741575"/>
              <a:gd name="connsiteY94" fmla="*/ 26088 h 955271"/>
              <a:gd name="connsiteX0" fmla="*/ 5741575 w 5741575"/>
              <a:gd name="connsiteY0" fmla="*/ 0 h 955271"/>
              <a:gd name="connsiteX1" fmla="*/ 5741575 w 5741575"/>
              <a:gd name="connsiteY1" fmla="*/ 955271 h 955271"/>
              <a:gd name="connsiteX2" fmla="*/ 0 w 5741575"/>
              <a:gd name="connsiteY2" fmla="*/ 955271 h 955271"/>
              <a:gd name="connsiteX3" fmla="*/ 8558 w 5741575"/>
              <a:gd name="connsiteY3" fmla="*/ 953971 h 955271"/>
              <a:gd name="connsiteX4" fmla="*/ 16894 w 5741575"/>
              <a:gd name="connsiteY4" fmla="*/ 953847 h 955271"/>
              <a:gd name="connsiteX5" fmla="*/ 28156 w 5741575"/>
              <a:gd name="connsiteY5" fmla="*/ 951374 h 955271"/>
              <a:gd name="connsiteX6" fmla="*/ 28293 w 5741575"/>
              <a:gd name="connsiteY6" fmla="*/ 950971 h 955271"/>
              <a:gd name="connsiteX7" fmla="*/ 39115 w 5741575"/>
              <a:gd name="connsiteY7" fmla="*/ 949326 h 955271"/>
              <a:gd name="connsiteX8" fmla="*/ 93851 w 5741575"/>
              <a:gd name="connsiteY8" fmla="*/ 945611 h 955271"/>
              <a:gd name="connsiteX9" fmla="*/ 148657 w 5741575"/>
              <a:gd name="connsiteY9" fmla="*/ 898134 h 955271"/>
              <a:gd name="connsiteX10" fmla="*/ 174554 w 5741575"/>
              <a:gd name="connsiteY10" fmla="*/ 886351 h 955271"/>
              <a:gd name="connsiteX11" fmla="*/ 187633 w 5741575"/>
              <a:gd name="connsiteY11" fmla="*/ 878226 h 955271"/>
              <a:gd name="connsiteX12" fmla="*/ 187961 w 5741575"/>
              <a:gd name="connsiteY12" fmla="*/ 876538 h 955271"/>
              <a:gd name="connsiteX13" fmla="*/ 240501 w 5741575"/>
              <a:gd name="connsiteY13" fmla="*/ 873150 h 955271"/>
              <a:gd name="connsiteX14" fmla="*/ 246345 w 5741575"/>
              <a:gd name="connsiteY14" fmla="*/ 869942 h 955271"/>
              <a:gd name="connsiteX15" fmla="*/ 282041 w 5741575"/>
              <a:gd name="connsiteY15" fmla="*/ 871263 h 955271"/>
              <a:gd name="connsiteX16" fmla="*/ 299711 w 5741575"/>
              <a:gd name="connsiteY16" fmla="*/ 870064 h 955271"/>
              <a:gd name="connsiteX17" fmla="*/ 306299 w 5741575"/>
              <a:gd name="connsiteY17" fmla="*/ 873609 h 955271"/>
              <a:gd name="connsiteX18" fmla="*/ 331571 w 5741575"/>
              <a:gd name="connsiteY18" fmla="*/ 869866 h 955271"/>
              <a:gd name="connsiteX19" fmla="*/ 333872 w 5741575"/>
              <a:gd name="connsiteY19" fmla="*/ 867971 h 955271"/>
              <a:gd name="connsiteX20" fmla="*/ 356953 w 5741575"/>
              <a:gd name="connsiteY20" fmla="*/ 870334 h 955271"/>
              <a:gd name="connsiteX21" fmla="*/ 379005 w 5741575"/>
              <a:gd name="connsiteY21" fmla="*/ 878900 h 955271"/>
              <a:gd name="connsiteX22" fmla="*/ 585428 w 5741575"/>
              <a:gd name="connsiteY22" fmla="*/ 826440 h 955271"/>
              <a:gd name="connsiteX23" fmla="*/ 787156 w 5741575"/>
              <a:gd name="connsiteY23" fmla="*/ 838447 h 955271"/>
              <a:gd name="connsiteX24" fmla="*/ 898586 w 5741575"/>
              <a:gd name="connsiteY24" fmla="*/ 808502 h 955271"/>
              <a:gd name="connsiteX25" fmla="*/ 924063 w 5741575"/>
              <a:gd name="connsiteY25" fmla="*/ 770210 h 955271"/>
              <a:gd name="connsiteX26" fmla="*/ 1212574 w 5741575"/>
              <a:gd name="connsiteY26" fmla="*/ 724238 h 955271"/>
              <a:gd name="connsiteX27" fmla="*/ 1280768 w 5741575"/>
              <a:gd name="connsiteY27" fmla="*/ 699122 h 955271"/>
              <a:gd name="connsiteX28" fmla="*/ 1352027 w 5741575"/>
              <a:gd name="connsiteY28" fmla="*/ 704323 h 955271"/>
              <a:gd name="connsiteX29" fmla="*/ 1374314 w 5741575"/>
              <a:gd name="connsiteY29" fmla="*/ 688815 h 955271"/>
              <a:gd name="connsiteX30" fmla="*/ 1378034 w 5741575"/>
              <a:gd name="connsiteY30" fmla="*/ 685842 h 955271"/>
              <a:gd name="connsiteX31" fmla="*/ 1395604 w 5741575"/>
              <a:gd name="connsiteY31" fmla="*/ 680460 h 955271"/>
              <a:gd name="connsiteX32" fmla="*/ 1397206 w 5741575"/>
              <a:gd name="connsiteY32" fmla="*/ 670793 h 955271"/>
              <a:gd name="connsiteX33" fmla="*/ 1421250 w 5741575"/>
              <a:gd name="connsiteY33" fmla="*/ 656855 h 955271"/>
              <a:gd name="connsiteX34" fmla="*/ 1454524 w 5741575"/>
              <a:gd name="connsiteY34" fmla="*/ 649224 h 955271"/>
              <a:gd name="connsiteX35" fmla="*/ 1616217 w 5741575"/>
              <a:gd name="connsiteY35" fmla="*/ 622107 h 955271"/>
              <a:gd name="connsiteX36" fmla="*/ 1710928 w 5741575"/>
              <a:gd name="connsiteY36" fmla="*/ 600666 h 955271"/>
              <a:gd name="connsiteX37" fmla="*/ 1743718 w 5741575"/>
              <a:gd name="connsiteY37" fmla="*/ 584327 h 955271"/>
              <a:gd name="connsiteX38" fmla="*/ 1791651 w 5741575"/>
              <a:gd name="connsiteY38" fmla="*/ 567019 h 955271"/>
              <a:gd name="connsiteX39" fmla="*/ 1873778 w 5741575"/>
              <a:gd name="connsiteY39" fmla="*/ 530130 h 955271"/>
              <a:gd name="connsiteX40" fmla="*/ 1988411 w 5741575"/>
              <a:gd name="connsiteY40" fmla="*/ 491599 h 955271"/>
              <a:gd name="connsiteX41" fmla="*/ 2085507 w 5741575"/>
              <a:gd name="connsiteY41" fmla="*/ 498527 h 955271"/>
              <a:gd name="connsiteX42" fmla="*/ 2090767 w 5741575"/>
              <a:gd name="connsiteY42" fmla="*/ 490616 h 955271"/>
              <a:gd name="connsiteX43" fmla="*/ 2151143 w 5741575"/>
              <a:gd name="connsiteY43" fmla="*/ 478332 h 955271"/>
              <a:gd name="connsiteX44" fmla="*/ 2378710 w 5741575"/>
              <a:gd name="connsiteY44" fmla="*/ 477570 h 955271"/>
              <a:gd name="connsiteX45" fmla="*/ 2496256 w 5741575"/>
              <a:gd name="connsiteY45" fmla="*/ 452396 h 955271"/>
              <a:gd name="connsiteX46" fmla="*/ 2535387 w 5741575"/>
              <a:gd name="connsiteY46" fmla="*/ 436645 h 955271"/>
              <a:gd name="connsiteX47" fmla="*/ 2601109 w 5741575"/>
              <a:gd name="connsiteY47" fmla="*/ 410678 h 955271"/>
              <a:gd name="connsiteX48" fmla="*/ 2643855 w 5741575"/>
              <a:gd name="connsiteY48" fmla="*/ 374482 h 955271"/>
              <a:gd name="connsiteX49" fmla="*/ 2657726 w 5741575"/>
              <a:gd name="connsiteY49" fmla="*/ 365841 h 955271"/>
              <a:gd name="connsiteX50" fmla="*/ 2687125 w 5741575"/>
              <a:gd name="connsiteY50" fmla="*/ 366820 h 955271"/>
              <a:gd name="connsiteX51" fmla="*/ 2697479 w 5741575"/>
              <a:gd name="connsiteY51" fmla="*/ 361430 h 955271"/>
              <a:gd name="connsiteX52" fmla="*/ 2701547 w 5741575"/>
              <a:gd name="connsiteY52" fmla="*/ 361545 h 955271"/>
              <a:gd name="connsiteX53" fmla="*/ 2711054 w 5741575"/>
              <a:gd name="connsiteY53" fmla="*/ 360597 h 955271"/>
              <a:gd name="connsiteX54" fmla="*/ 2710438 w 5741575"/>
              <a:gd name="connsiteY54" fmla="*/ 366958 h 955271"/>
              <a:gd name="connsiteX55" fmla="*/ 2722936 w 5741575"/>
              <a:gd name="connsiteY55" fmla="*/ 377633 h 955271"/>
              <a:gd name="connsiteX56" fmla="*/ 2777227 w 5741575"/>
              <a:gd name="connsiteY56" fmla="*/ 368972 h 955271"/>
              <a:gd name="connsiteX57" fmla="*/ 2779510 w 5741575"/>
              <a:gd name="connsiteY57" fmla="*/ 361652 h 955271"/>
              <a:gd name="connsiteX58" fmla="*/ 2786278 w 5741575"/>
              <a:gd name="connsiteY58" fmla="*/ 359869 h 955271"/>
              <a:gd name="connsiteX59" fmla="*/ 2792101 w 5741575"/>
              <a:gd name="connsiteY59" fmla="*/ 365927 h 955271"/>
              <a:gd name="connsiteX60" fmla="*/ 2885545 w 5741575"/>
              <a:gd name="connsiteY60" fmla="*/ 372818 h 955271"/>
              <a:gd name="connsiteX61" fmla="*/ 3009558 w 5741575"/>
              <a:gd name="connsiteY61" fmla="*/ 370573 h 955271"/>
              <a:gd name="connsiteX62" fmla="*/ 3095010 w 5741575"/>
              <a:gd name="connsiteY62" fmla="*/ 332454 h 955271"/>
              <a:gd name="connsiteX63" fmla="*/ 3103742 w 5741575"/>
              <a:gd name="connsiteY63" fmla="*/ 337974 h 955271"/>
              <a:gd name="connsiteX64" fmla="*/ 3165093 w 5741575"/>
              <a:gd name="connsiteY64" fmla="*/ 329459 h 955271"/>
              <a:gd name="connsiteX65" fmla="*/ 3373785 w 5741575"/>
              <a:gd name="connsiteY65" fmla="*/ 255680 h 955271"/>
              <a:gd name="connsiteX66" fmla="*/ 3493851 w 5741575"/>
              <a:gd name="connsiteY66" fmla="*/ 240255 h 955271"/>
              <a:gd name="connsiteX67" fmla="*/ 3537470 w 5741575"/>
              <a:gd name="connsiteY67" fmla="*/ 241867 h 955271"/>
              <a:gd name="connsiteX68" fmla="*/ 3610489 w 5741575"/>
              <a:gd name="connsiteY68" fmla="*/ 244128 h 955271"/>
              <a:gd name="connsiteX69" fmla="*/ 3667539 w 5741575"/>
              <a:gd name="connsiteY69" fmla="*/ 263271 h 955271"/>
              <a:gd name="connsiteX70" fmla="*/ 3727614 w 5741575"/>
              <a:gd name="connsiteY70" fmla="*/ 258245 h 955271"/>
              <a:gd name="connsiteX71" fmla="*/ 3738369 w 5741575"/>
              <a:gd name="connsiteY71" fmla="*/ 234506 h 955271"/>
              <a:gd name="connsiteX72" fmla="*/ 3803670 w 5741575"/>
              <a:gd name="connsiteY72" fmla="*/ 236457 h 955271"/>
              <a:gd name="connsiteX73" fmla="*/ 3903080 w 5741575"/>
              <a:gd name="connsiteY73" fmla="*/ 241890 h 955271"/>
              <a:gd name="connsiteX74" fmla="*/ 4114838 w 5741575"/>
              <a:gd name="connsiteY74" fmla="*/ 238165 h 955271"/>
              <a:gd name="connsiteX75" fmla="*/ 4271023 w 5741575"/>
              <a:gd name="connsiteY75" fmla="*/ 241959 h 955271"/>
              <a:gd name="connsiteX76" fmla="*/ 4367397 w 5741575"/>
              <a:gd name="connsiteY76" fmla="*/ 271442 h 955271"/>
              <a:gd name="connsiteX77" fmla="*/ 4495366 w 5741575"/>
              <a:gd name="connsiteY77" fmla="*/ 271618 h 955271"/>
              <a:gd name="connsiteX78" fmla="*/ 4517347 w 5741575"/>
              <a:gd name="connsiteY78" fmla="*/ 275639 h 955271"/>
              <a:gd name="connsiteX79" fmla="*/ 4546116 w 5741575"/>
              <a:gd name="connsiteY79" fmla="*/ 268568 h 955271"/>
              <a:gd name="connsiteX80" fmla="*/ 4661259 w 5741575"/>
              <a:gd name="connsiteY80" fmla="*/ 238966 h 955271"/>
              <a:gd name="connsiteX81" fmla="*/ 4750403 w 5741575"/>
              <a:gd name="connsiteY81" fmla="*/ 204364 h 955271"/>
              <a:gd name="connsiteX82" fmla="*/ 4867614 w 5741575"/>
              <a:gd name="connsiteY82" fmla="*/ 208668 h 955271"/>
              <a:gd name="connsiteX83" fmla="*/ 4937036 w 5741575"/>
              <a:gd name="connsiteY83" fmla="*/ 195446 h 955271"/>
              <a:gd name="connsiteX84" fmla="*/ 5047626 w 5741575"/>
              <a:gd name="connsiteY84" fmla="*/ 149604 h 955271"/>
              <a:gd name="connsiteX85" fmla="*/ 5200247 w 5741575"/>
              <a:gd name="connsiteY85" fmla="*/ 142695 h 955271"/>
              <a:gd name="connsiteX86" fmla="*/ 5235691 w 5741575"/>
              <a:gd name="connsiteY86" fmla="*/ 173330 h 955271"/>
              <a:gd name="connsiteX87" fmla="*/ 5280133 w 5741575"/>
              <a:gd name="connsiteY87" fmla="*/ 189342 h 955271"/>
              <a:gd name="connsiteX88" fmla="*/ 5291963 w 5741575"/>
              <a:gd name="connsiteY88" fmla="*/ 139446 h 955271"/>
              <a:gd name="connsiteX89" fmla="*/ 5418472 w 5741575"/>
              <a:gd name="connsiteY89" fmla="*/ 89163 h 955271"/>
              <a:gd name="connsiteX90" fmla="*/ 5482354 w 5741575"/>
              <a:gd name="connsiteY90" fmla="*/ 69470 h 955271"/>
              <a:gd name="connsiteX91" fmla="*/ 5583280 w 5741575"/>
              <a:gd name="connsiteY91" fmla="*/ 49787 h 955271"/>
              <a:gd name="connsiteX92" fmla="*/ 5613766 w 5741575"/>
              <a:gd name="connsiteY92" fmla="*/ 41855 h 955271"/>
              <a:gd name="connsiteX93" fmla="*/ 5684952 w 5741575"/>
              <a:gd name="connsiteY93" fmla="*/ 26088 h 955271"/>
              <a:gd name="connsiteX94" fmla="*/ 5741575 w 5741575"/>
              <a:gd name="connsiteY94" fmla="*/ 0 h 955271"/>
              <a:gd name="connsiteX0" fmla="*/ 5741575 w 5741575"/>
              <a:gd name="connsiteY0" fmla="*/ 0 h 955271"/>
              <a:gd name="connsiteX1" fmla="*/ 5741575 w 5741575"/>
              <a:gd name="connsiteY1" fmla="*/ 955271 h 955271"/>
              <a:gd name="connsiteX2" fmla="*/ 0 w 5741575"/>
              <a:gd name="connsiteY2" fmla="*/ 955271 h 955271"/>
              <a:gd name="connsiteX3" fmla="*/ 8558 w 5741575"/>
              <a:gd name="connsiteY3" fmla="*/ 953971 h 955271"/>
              <a:gd name="connsiteX4" fmla="*/ 16894 w 5741575"/>
              <a:gd name="connsiteY4" fmla="*/ 953847 h 955271"/>
              <a:gd name="connsiteX5" fmla="*/ 28156 w 5741575"/>
              <a:gd name="connsiteY5" fmla="*/ 951374 h 955271"/>
              <a:gd name="connsiteX6" fmla="*/ 28293 w 5741575"/>
              <a:gd name="connsiteY6" fmla="*/ 950971 h 955271"/>
              <a:gd name="connsiteX7" fmla="*/ 39115 w 5741575"/>
              <a:gd name="connsiteY7" fmla="*/ 949326 h 955271"/>
              <a:gd name="connsiteX8" fmla="*/ 93851 w 5741575"/>
              <a:gd name="connsiteY8" fmla="*/ 945611 h 955271"/>
              <a:gd name="connsiteX9" fmla="*/ 148657 w 5741575"/>
              <a:gd name="connsiteY9" fmla="*/ 898134 h 955271"/>
              <a:gd name="connsiteX10" fmla="*/ 174554 w 5741575"/>
              <a:gd name="connsiteY10" fmla="*/ 886351 h 955271"/>
              <a:gd name="connsiteX11" fmla="*/ 187633 w 5741575"/>
              <a:gd name="connsiteY11" fmla="*/ 878226 h 955271"/>
              <a:gd name="connsiteX12" fmla="*/ 187961 w 5741575"/>
              <a:gd name="connsiteY12" fmla="*/ 876538 h 955271"/>
              <a:gd name="connsiteX13" fmla="*/ 240501 w 5741575"/>
              <a:gd name="connsiteY13" fmla="*/ 873150 h 955271"/>
              <a:gd name="connsiteX14" fmla="*/ 246345 w 5741575"/>
              <a:gd name="connsiteY14" fmla="*/ 869942 h 955271"/>
              <a:gd name="connsiteX15" fmla="*/ 282041 w 5741575"/>
              <a:gd name="connsiteY15" fmla="*/ 871263 h 955271"/>
              <a:gd name="connsiteX16" fmla="*/ 299711 w 5741575"/>
              <a:gd name="connsiteY16" fmla="*/ 870064 h 955271"/>
              <a:gd name="connsiteX17" fmla="*/ 306299 w 5741575"/>
              <a:gd name="connsiteY17" fmla="*/ 873609 h 955271"/>
              <a:gd name="connsiteX18" fmla="*/ 331571 w 5741575"/>
              <a:gd name="connsiteY18" fmla="*/ 869866 h 955271"/>
              <a:gd name="connsiteX19" fmla="*/ 333872 w 5741575"/>
              <a:gd name="connsiteY19" fmla="*/ 867971 h 955271"/>
              <a:gd name="connsiteX20" fmla="*/ 356953 w 5741575"/>
              <a:gd name="connsiteY20" fmla="*/ 870334 h 955271"/>
              <a:gd name="connsiteX21" fmla="*/ 379005 w 5741575"/>
              <a:gd name="connsiteY21" fmla="*/ 878900 h 955271"/>
              <a:gd name="connsiteX22" fmla="*/ 585428 w 5741575"/>
              <a:gd name="connsiteY22" fmla="*/ 826440 h 955271"/>
              <a:gd name="connsiteX23" fmla="*/ 787156 w 5741575"/>
              <a:gd name="connsiteY23" fmla="*/ 838447 h 955271"/>
              <a:gd name="connsiteX24" fmla="*/ 898586 w 5741575"/>
              <a:gd name="connsiteY24" fmla="*/ 808502 h 955271"/>
              <a:gd name="connsiteX25" fmla="*/ 924063 w 5741575"/>
              <a:gd name="connsiteY25" fmla="*/ 770210 h 955271"/>
              <a:gd name="connsiteX26" fmla="*/ 1212574 w 5741575"/>
              <a:gd name="connsiteY26" fmla="*/ 724238 h 955271"/>
              <a:gd name="connsiteX27" fmla="*/ 1280768 w 5741575"/>
              <a:gd name="connsiteY27" fmla="*/ 699122 h 955271"/>
              <a:gd name="connsiteX28" fmla="*/ 1352027 w 5741575"/>
              <a:gd name="connsiteY28" fmla="*/ 704323 h 955271"/>
              <a:gd name="connsiteX29" fmla="*/ 1374314 w 5741575"/>
              <a:gd name="connsiteY29" fmla="*/ 688815 h 955271"/>
              <a:gd name="connsiteX30" fmla="*/ 1378034 w 5741575"/>
              <a:gd name="connsiteY30" fmla="*/ 685842 h 955271"/>
              <a:gd name="connsiteX31" fmla="*/ 1395604 w 5741575"/>
              <a:gd name="connsiteY31" fmla="*/ 680460 h 955271"/>
              <a:gd name="connsiteX32" fmla="*/ 1397206 w 5741575"/>
              <a:gd name="connsiteY32" fmla="*/ 670793 h 955271"/>
              <a:gd name="connsiteX33" fmla="*/ 1421250 w 5741575"/>
              <a:gd name="connsiteY33" fmla="*/ 656855 h 955271"/>
              <a:gd name="connsiteX34" fmla="*/ 1454524 w 5741575"/>
              <a:gd name="connsiteY34" fmla="*/ 649224 h 955271"/>
              <a:gd name="connsiteX35" fmla="*/ 1616217 w 5741575"/>
              <a:gd name="connsiteY35" fmla="*/ 622107 h 955271"/>
              <a:gd name="connsiteX36" fmla="*/ 1710928 w 5741575"/>
              <a:gd name="connsiteY36" fmla="*/ 600666 h 955271"/>
              <a:gd name="connsiteX37" fmla="*/ 1743718 w 5741575"/>
              <a:gd name="connsiteY37" fmla="*/ 584327 h 955271"/>
              <a:gd name="connsiteX38" fmla="*/ 1873778 w 5741575"/>
              <a:gd name="connsiteY38" fmla="*/ 530130 h 955271"/>
              <a:gd name="connsiteX39" fmla="*/ 1988411 w 5741575"/>
              <a:gd name="connsiteY39" fmla="*/ 491599 h 955271"/>
              <a:gd name="connsiteX40" fmla="*/ 2085507 w 5741575"/>
              <a:gd name="connsiteY40" fmla="*/ 498527 h 955271"/>
              <a:gd name="connsiteX41" fmla="*/ 2090767 w 5741575"/>
              <a:gd name="connsiteY41" fmla="*/ 490616 h 955271"/>
              <a:gd name="connsiteX42" fmla="*/ 2151143 w 5741575"/>
              <a:gd name="connsiteY42" fmla="*/ 478332 h 955271"/>
              <a:gd name="connsiteX43" fmla="*/ 2378710 w 5741575"/>
              <a:gd name="connsiteY43" fmla="*/ 477570 h 955271"/>
              <a:gd name="connsiteX44" fmla="*/ 2496256 w 5741575"/>
              <a:gd name="connsiteY44" fmla="*/ 452396 h 955271"/>
              <a:gd name="connsiteX45" fmla="*/ 2535387 w 5741575"/>
              <a:gd name="connsiteY45" fmla="*/ 436645 h 955271"/>
              <a:gd name="connsiteX46" fmla="*/ 2601109 w 5741575"/>
              <a:gd name="connsiteY46" fmla="*/ 410678 h 955271"/>
              <a:gd name="connsiteX47" fmla="*/ 2643855 w 5741575"/>
              <a:gd name="connsiteY47" fmla="*/ 374482 h 955271"/>
              <a:gd name="connsiteX48" fmla="*/ 2657726 w 5741575"/>
              <a:gd name="connsiteY48" fmla="*/ 365841 h 955271"/>
              <a:gd name="connsiteX49" fmla="*/ 2687125 w 5741575"/>
              <a:gd name="connsiteY49" fmla="*/ 366820 h 955271"/>
              <a:gd name="connsiteX50" fmla="*/ 2697479 w 5741575"/>
              <a:gd name="connsiteY50" fmla="*/ 361430 h 955271"/>
              <a:gd name="connsiteX51" fmla="*/ 2701547 w 5741575"/>
              <a:gd name="connsiteY51" fmla="*/ 361545 h 955271"/>
              <a:gd name="connsiteX52" fmla="*/ 2711054 w 5741575"/>
              <a:gd name="connsiteY52" fmla="*/ 360597 h 955271"/>
              <a:gd name="connsiteX53" fmla="*/ 2710438 w 5741575"/>
              <a:gd name="connsiteY53" fmla="*/ 366958 h 955271"/>
              <a:gd name="connsiteX54" fmla="*/ 2722936 w 5741575"/>
              <a:gd name="connsiteY54" fmla="*/ 377633 h 955271"/>
              <a:gd name="connsiteX55" fmla="*/ 2777227 w 5741575"/>
              <a:gd name="connsiteY55" fmla="*/ 368972 h 955271"/>
              <a:gd name="connsiteX56" fmla="*/ 2779510 w 5741575"/>
              <a:gd name="connsiteY56" fmla="*/ 361652 h 955271"/>
              <a:gd name="connsiteX57" fmla="*/ 2786278 w 5741575"/>
              <a:gd name="connsiteY57" fmla="*/ 359869 h 955271"/>
              <a:gd name="connsiteX58" fmla="*/ 2792101 w 5741575"/>
              <a:gd name="connsiteY58" fmla="*/ 365927 h 955271"/>
              <a:gd name="connsiteX59" fmla="*/ 2885545 w 5741575"/>
              <a:gd name="connsiteY59" fmla="*/ 372818 h 955271"/>
              <a:gd name="connsiteX60" fmla="*/ 3009558 w 5741575"/>
              <a:gd name="connsiteY60" fmla="*/ 370573 h 955271"/>
              <a:gd name="connsiteX61" fmla="*/ 3095010 w 5741575"/>
              <a:gd name="connsiteY61" fmla="*/ 332454 h 955271"/>
              <a:gd name="connsiteX62" fmla="*/ 3103742 w 5741575"/>
              <a:gd name="connsiteY62" fmla="*/ 337974 h 955271"/>
              <a:gd name="connsiteX63" fmla="*/ 3165093 w 5741575"/>
              <a:gd name="connsiteY63" fmla="*/ 329459 h 955271"/>
              <a:gd name="connsiteX64" fmla="*/ 3373785 w 5741575"/>
              <a:gd name="connsiteY64" fmla="*/ 255680 h 955271"/>
              <a:gd name="connsiteX65" fmla="*/ 3493851 w 5741575"/>
              <a:gd name="connsiteY65" fmla="*/ 240255 h 955271"/>
              <a:gd name="connsiteX66" fmla="*/ 3537470 w 5741575"/>
              <a:gd name="connsiteY66" fmla="*/ 241867 h 955271"/>
              <a:gd name="connsiteX67" fmla="*/ 3610489 w 5741575"/>
              <a:gd name="connsiteY67" fmla="*/ 244128 h 955271"/>
              <a:gd name="connsiteX68" fmla="*/ 3667539 w 5741575"/>
              <a:gd name="connsiteY68" fmla="*/ 263271 h 955271"/>
              <a:gd name="connsiteX69" fmla="*/ 3727614 w 5741575"/>
              <a:gd name="connsiteY69" fmla="*/ 258245 h 955271"/>
              <a:gd name="connsiteX70" fmla="*/ 3738369 w 5741575"/>
              <a:gd name="connsiteY70" fmla="*/ 234506 h 955271"/>
              <a:gd name="connsiteX71" fmla="*/ 3803670 w 5741575"/>
              <a:gd name="connsiteY71" fmla="*/ 236457 h 955271"/>
              <a:gd name="connsiteX72" fmla="*/ 3903080 w 5741575"/>
              <a:gd name="connsiteY72" fmla="*/ 241890 h 955271"/>
              <a:gd name="connsiteX73" fmla="*/ 4114838 w 5741575"/>
              <a:gd name="connsiteY73" fmla="*/ 238165 h 955271"/>
              <a:gd name="connsiteX74" fmla="*/ 4271023 w 5741575"/>
              <a:gd name="connsiteY74" fmla="*/ 241959 h 955271"/>
              <a:gd name="connsiteX75" fmla="*/ 4367397 w 5741575"/>
              <a:gd name="connsiteY75" fmla="*/ 271442 h 955271"/>
              <a:gd name="connsiteX76" fmla="*/ 4495366 w 5741575"/>
              <a:gd name="connsiteY76" fmla="*/ 271618 h 955271"/>
              <a:gd name="connsiteX77" fmla="*/ 4517347 w 5741575"/>
              <a:gd name="connsiteY77" fmla="*/ 275639 h 955271"/>
              <a:gd name="connsiteX78" fmla="*/ 4546116 w 5741575"/>
              <a:gd name="connsiteY78" fmla="*/ 268568 h 955271"/>
              <a:gd name="connsiteX79" fmla="*/ 4661259 w 5741575"/>
              <a:gd name="connsiteY79" fmla="*/ 238966 h 955271"/>
              <a:gd name="connsiteX80" fmla="*/ 4750403 w 5741575"/>
              <a:gd name="connsiteY80" fmla="*/ 204364 h 955271"/>
              <a:gd name="connsiteX81" fmla="*/ 4867614 w 5741575"/>
              <a:gd name="connsiteY81" fmla="*/ 208668 h 955271"/>
              <a:gd name="connsiteX82" fmla="*/ 4937036 w 5741575"/>
              <a:gd name="connsiteY82" fmla="*/ 195446 h 955271"/>
              <a:gd name="connsiteX83" fmla="*/ 5047626 w 5741575"/>
              <a:gd name="connsiteY83" fmla="*/ 149604 h 955271"/>
              <a:gd name="connsiteX84" fmla="*/ 5200247 w 5741575"/>
              <a:gd name="connsiteY84" fmla="*/ 142695 h 955271"/>
              <a:gd name="connsiteX85" fmla="*/ 5235691 w 5741575"/>
              <a:gd name="connsiteY85" fmla="*/ 173330 h 955271"/>
              <a:gd name="connsiteX86" fmla="*/ 5280133 w 5741575"/>
              <a:gd name="connsiteY86" fmla="*/ 189342 h 955271"/>
              <a:gd name="connsiteX87" fmla="*/ 5291963 w 5741575"/>
              <a:gd name="connsiteY87" fmla="*/ 139446 h 955271"/>
              <a:gd name="connsiteX88" fmla="*/ 5418472 w 5741575"/>
              <a:gd name="connsiteY88" fmla="*/ 89163 h 955271"/>
              <a:gd name="connsiteX89" fmla="*/ 5482354 w 5741575"/>
              <a:gd name="connsiteY89" fmla="*/ 69470 h 955271"/>
              <a:gd name="connsiteX90" fmla="*/ 5583280 w 5741575"/>
              <a:gd name="connsiteY90" fmla="*/ 49787 h 955271"/>
              <a:gd name="connsiteX91" fmla="*/ 5613766 w 5741575"/>
              <a:gd name="connsiteY91" fmla="*/ 41855 h 955271"/>
              <a:gd name="connsiteX92" fmla="*/ 5684952 w 5741575"/>
              <a:gd name="connsiteY92" fmla="*/ 26088 h 955271"/>
              <a:gd name="connsiteX93" fmla="*/ 5741575 w 5741575"/>
              <a:gd name="connsiteY93" fmla="*/ 0 h 955271"/>
              <a:gd name="connsiteX0" fmla="*/ 5741575 w 5741575"/>
              <a:gd name="connsiteY0" fmla="*/ 0 h 955271"/>
              <a:gd name="connsiteX1" fmla="*/ 5741575 w 5741575"/>
              <a:gd name="connsiteY1" fmla="*/ 955271 h 955271"/>
              <a:gd name="connsiteX2" fmla="*/ 0 w 5741575"/>
              <a:gd name="connsiteY2" fmla="*/ 955271 h 955271"/>
              <a:gd name="connsiteX3" fmla="*/ 8558 w 5741575"/>
              <a:gd name="connsiteY3" fmla="*/ 953971 h 955271"/>
              <a:gd name="connsiteX4" fmla="*/ 16894 w 5741575"/>
              <a:gd name="connsiteY4" fmla="*/ 953847 h 955271"/>
              <a:gd name="connsiteX5" fmla="*/ 28156 w 5741575"/>
              <a:gd name="connsiteY5" fmla="*/ 951374 h 955271"/>
              <a:gd name="connsiteX6" fmla="*/ 28293 w 5741575"/>
              <a:gd name="connsiteY6" fmla="*/ 950971 h 955271"/>
              <a:gd name="connsiteX7" fmla="*/ 39115 w 5741575"/>
              <a:gd name="connsiteY7" fmla="*/ 949326 h 955271"/>
              <a:gd name="connsiteX8" fmla="*/ 93851 w 5741575"/>
              <a:gd name="connsiteY8" fmla="*/ 945611 h 955271"/>
              <a:gd name="connsiteX9" fmla="*/ 148657 w 5741575"/>
              <a:gd name="connsiteY9" fmla="*/ 898134 h 955271"/>
              <a:gd name="connsiteX10" fmla="*/ 174554 w 5741575"/>
              <a:gd name="connsiteY10" fmla="*/ 886351 h 955271"/>
              <a:gd name="connsiteX11" fmla="*/ 187633 w 5741575"/>
              <a:gd name="connsiteY11" fmla="*/ 878226 h 955271"/>
              <a:gd name="connsiteX12" fmla="*/ 187961 w 5741575"/>
              <a:gd name="connsiteY12" fmla="*/ 876538 h 955271"/>
              <a:gd name="connsiteX13" fmla="*/ 240501 w 5741575"/>
              <a:gd name="connsiteY13" fmla="*/ 873150 h 955271"/>
              <a:gd name="connsiteX14" fmla="*/ 246345 w 5741575"/>
              <a:gd name="connsiteY14" fmla="*/ 869942 h 955271"/>
              <a:gd name="connsiteX15" fmla="*/ 282041 w 5741575"/>
              <a:gd name="connsiteY15" fmla="*/ 871263 h 955271"/>
              <a:gd name="connsiteX16" fmla="*/ 299711 w 5741575"/>
              <a:gd name="connsiteY16" fmla="*/ 870064 h 955271"/>
              <a:gd name="connsiteX17" fmla="*/ 306299 w 5741575"/>
              <a:gd name="connsiteY17" fmla="*/ 873609 h 955271"/>
              <a:gd name="connsiteX18" fmla="*/ 331571 w 5741575"/>
              <a:gd name="connsiteY18" fmla="*/ 869866 h 955271"/>
              <a:gd name="connsiteX19" fmla="*/ 333872 w 5741575"/>
              <a:gd name="connsiteY19" fmla="*/ 867971 h 955271"/>
              <a:gd name="connsiteX20" fmla="*/ 356953 w 5741575"/>
              <a:gd name="connsiteY20" fmla="*/ 870334 h 955271"/>
              <a:gd name="connsiteX21" fmla="*/ 379005 w 5741575"/>
              <a:gd name="connsiteY21" fmla="*/ 878900 h 955271"/>
              <a:gd name="connsiteX22" fmla="*/ 787156 w 5741575"/>
              <a:gd name="connsiteY22" fmla="*/ 838447 h 955271"/>
              <a:gd name="connsiteX23" fmla="*/ 898586 w 5741575"/>
              <a:gd name="connsiteY23" fmla="*/ 808502 h 955271"/>
              <a:gd name="connsiteX24" fmla="*/ 924063 w 5741575"/>
              <a:gd name="connsiteY24" fmla="*/ 770210 h 955271"/>
              <a:gd name="connsiteX25" fmla="*/ 1212574 w 5741575"/>
              <a:gd name="connsiteY25" fmla="*/ 724238 h 955271"/>
              <a:gd name="connsiteX26" fmla="*/ 1280768 w 5741575"/>
              <a:gd name="connsiteY26" fmla="*/ 699122 h 955271"/>
              <a:gd name="connsiteX27" fmla="*/ 1352027 w 5741575"/>
              <a:gd name="connsiteY27" fmla="*/ 704323 h 955271"/>
              <a:gd name="connsiteX28" fmla="*/ 1374314 w 5741575"/>
              <a:gd name="connsiteY28" fmla="*/ 688815 h 955271"/>
              <a:gd name="connsiteX29" fmla="*/ 1378034 w 5741575"/>
              <a:gd name="connsiteY29" fmla="*/ 685842 h 955271"/>
              <a:gd name="connsiteX30" fmla="*/ 1395604 w 5741575"/>
              <a:gd name="connsiteY30" fmla="*/ 680460 h 955271"/>
              <a:gd name="connsiteX31" fmla="*/ 1397206 w 5741575"/>
              <a:gd name="connsiteY31" fmla="*/ 670793 h 955271"/>
              <a:gd name="connsiteX32" fmla="*/ 1421250 w 5741575"/>
              <a:gd name="connsiteY32" fmla="*/ 656855 h 955271"/>
              <a:gd name="connsiteX33" fmla="*/ 1454524 w 5741575"/>
              <a:gd name="connsiteY33" fmla="*/ 649224 h 955271"/>
              <a:gd name="connsiteX34" fmla="*/ 1616217 w 5741575"/>
              <a:gd name="connsiteY34" fmla="*/ 622107 h 955271"/>
              <a:gd name="connsiteX35" fmla="*/ 1710928 w 5741575"/>
              <a:gd name="connsiteY35" fmla="*/ 600666 h 955271"/>
              <a:gd name="connsiteX36" fmla="*/ 1743718 w 5741575"/>
              <a:gd name="connsiteY36" fmla="*/ 584327 h 955271"/>
              <a:gd name="connsiteX37" fmla="*/ 1873778 w 5741575"/>
              <a:gd name="connsiteY37" fmla="*/ 530130 h 955271"/>
              <a:gd name="connsiteX38" fmla="*/ 1988411 w 5741575"/>
              <a:gd name="connsiteY38" fmla="*/ 491599 h 955271"/>
              <a:gd name="connsiteX39" fmla="*/ 2085507 w 5741575"/>
              <a:gd name="connsiteY39" fmla="*/ 498527 h 955271"/>
              <a:gd name="connsiteX40" fmla="*/ 2090767 w 5741575"/>
              <a:gd name="connsiteY40" fmla="*/ 490616 h 955271"/>
              <a:gd name="connsiteX41" fmla="*/ 2151143 w 5741575"/>
              <a:gd name="connsiteY41" fmla="*/ 478332 h 955271"/>
              <a:gd name="connsiteX42" fmla="*/ 2378710 w 5741575"/>
              <a:gd name="connsiteY42" fmla="*/ 477570 h 955271"/>
              <a:gd name="connsiteX43" fmla="*/ 2496256 w 5741575"/>
              <a:gd name="connsiteY43" fmla="*/ 452396 h 955271"/>
              <a:gd name="connsiteX44" fmla="*/ 2535387 w 5741575"/>
              <a:gd name="connsiteY44" fmla="*/ 436645 h 955271"/>
              <a:gd name="connsiteX45" fmla="*/ 2601109 w 5741575"/>
              <a:gd name="connsiteY45" fmla="*/ 410678 h 955271"/>
              <a:gd name="connsiteX46" fmla="*/ 2643855 w 5741575"/>
              <a:gd name="connsiteY46" fmla="*/ 374482 h 955271"/>
              <a:gd name="connsiteX47" fmla="*/ 2657726 w 5741575"/>
              <a:gd name="connsiteY47" fmla="*/ 365841 h 955271"/>
              <a:gd name="connsiteX48" fmla="*/ 2687125 w 5741575"/>
              <a:gd name="connsiteY48" fmla="*/ 366820 h 955271"/>
              <a:gd name="connsiteX49" fmla="*/ 2697479 w 5741575"/>
              <a:gd name="connsiteY49" fmla="*/ 361430 h 955271"/>
              <a:gd name="connsiteX50" fmla="*/ 2701547 w 5741575"/>
              <a:gd name="connsiteY50" fmla="*/ 361545 h 955271"/>
              <a:gd name="connsiteX51" fmla="*/ 2711054 w 5741575"/>
              <a:gd name="connsiteY51" fmla="*/ 360597 h 955271"/>
              <a:gd name="connsiteX52" fmla="*/ 2710438 w 5741575"/>
              <a:gd name="connsiteY52" fmla="*/ 366958 h 955271"/>
              <a:gd name="connsiteX53" fmla="*/ 2722936 w 5741575"/>
              <a:gd name="connsiteY53" fmla="*/ 377633 h 955271"/>
              <a:gd name="connsiteX54" fmla="*/ 2777227 w 5741575"/>
              <a:gd name="connsiteY54" fmla="*/ 368972 h 955271"/>
              <a:gd name="connsiteX55" fmla="*/ 2779510 w 5741575"/>
              <a:gd name="connsiteY55" fmla="*/ 361652 h 955271"/>
              <a:gd name="connsiteX56" fmla="*/ 2786278 w 5741575"/>
              <a:gd name="connsiteY56" fmla="*/ 359869 h 955271"/>
              <a:gd name="connsiteX57" fmla="*/ 2792101 w 5741575"/>
              <a:gd name="connsiteY57" fmla="*/ 365927 h 955271"/>
              <a:gd name="connsiteX58" fmla="*/ 2885545 w 5741575"/>
              <a:gd name="connsiteY58" fmla="*/ 372818 h 955271"/>
              <a:gd name="connsiteX59" fmla="*/ 3009558 w 5741575"/>
              <a:gd name="connsiteY59" fmla="*/ 370573 h 955271"/>
              <a:gd name="connsiteX60" fmla="*/ 3095010 w 5741575"/>
              <a:gd name="connsiteY60" fmla="*/ 332454 h 955271"/>
              <a:gd name="connsiteX61" fmla="*/ 3103742 w 5741575"/>
              <a:gd name="connsiteY61" fmla="*/ 337974 h 955271"/>
              <a:gd name="connsiteX62" fmla="*/ 3165093 w 5741575"/>
              <a:gd name="connsiteY62" fmla="*/ 329459 h 955271"/>
              <a:gd name="connsiteX63" fmla="*/ 3373785 w 5741575"/>
              <a:gd name="connsiteY63" fmla="*/ 255680 h 955271"/>
              <a:gd name="connsiteX64" fmla="*/ 3493851 w 5741575"/>
              <a:gd name="connsiteY64" fmla="*/ 240255 h 955271"/>
              <a:gd name="connsiteX65" fmla="*/ 3537470 w 5741575"/>
              <a:gd name="connsiteY65" fmla="*/ 241867 h 955271"/>
              <a:gd name="connsiteX66" fmla="*/ 3610489 w 5741575"/>
              <a:gd name="connsiteY66" fmla="*/ 244128 h 955271"/>
              <a:gd name="connsiteX67" fmla="*/ 3667539 w 5741575"/>
              <a:gd name="connsiteY67" fmla="*/ 263271 h 955271"/>
              <a:gd name="connsiteX68" fmla="*/ 3727614 w 5741575"/>
              <a:gd name="connsiteY68" fmla="*/ 258245 h 955271"/>
              <a:gd name="connsiteX69" fmla="*/ 3738369 w 5741575"/>
              <a:gd name="connsiteY69" fmla="*/ 234506 h 955271"/>
              <a:gd name="connsiteX70" fmla="*/ 3803670 w 5741575"/>
              <a:gd name="connsiteY70" fmla="*/ 236457 h 955271"/>
              <a:gd name="connsiteX71" fmla="*/ 3903080 w 5741575"/>
              <a:gd name="connsiteY71" fmla="*/ 241890 h 955271"/>
              <a:gd name="connsiteX72" fmla="*/ 4114838 w 5741575"/>
              <a:gd name="connsiteY72" fmla="*/ 238165 h 955271"/>
              <a:gd name="connsiteX73" fmla="*/ 4271023 w 5741575"/>
              <a:gd name="connsiteY73" fmla="*/ 241959 h 955271"/>
              <a:gd name="connsiteX74" fmla="*/ 4367397 w 5741575"/>
              <a:gd name="connsiteY74" fmla="*/ 271442 h 955271"/>
              <a:gd name="connsiteX75" fmla="*/ 4495366 w 5741575"/>
              <a:gd name="connsiteY75" fmla="*/ 271618 h 955271"/>
              <a:gd name="connsiteX76" fmla="*/ 4517347 w 5741575"/>
              <a:gd name="connsiteY76" fmla="*/ 275639 h 955271"/>
              <a:gd name="connsiteX77" fmla="*/ 4546116 w 5741575"/>
              <a:gd name="connsiteY77" fmla="*/ 268568 h 955271"/>
              <a:gd name="connsiteX78" fmla="*/ 4661259 w 5741575"/>
              <a:gd name="connsiteY78" fmla="*/ 238966 h 955271"/>
              <a:gd name="connsiteX79" fmla="*/ 4750403 w 5741575"/>
              <a:gd name="connsiteY79" fmla="*/ 204364 h 955271"/>
              <a:gd name="connsiteX80" fmla="*/ 4867614 w 5741575"/>
              <a:gd name="connsiteY80" fmla="*/ 208668 h 955271"/>
              <a:gd name="connsiteX81" fmla="*/ 4937036 w 5741575"/>
              <a:gd name="connsiteY81" fmla="*/ 195446 h 955271"/>
              <a:gd name="connsiteX82" fmla="*/ 5047626 w 5741575"/>
              <a:gd name="connsiteY82" fmla="*/ 149604 h 955271"/>
              <a:gd name="connsiteX83" fmla="*/ 5200247 w 5741575"/>
              <a:gd name="connsiteY83" fmla="*/ 142695 h 955271"/>
              <a:gd name="connsiteX84" fmla="*/ 5235691 w 5741575"/>
              <a:gd name="connsiteY84" fmla="*/ 173330 h 955271"/>
              <a:gd name="connsiteX85" fmla="*/ 5280133 w 5741575"/>
              <a:gd name="connsiteY85" fmla="*/ 189342 h 955271"/>
              <a:gd name="connsiteX86" fmla="*/ 5291963 w 5741575"/>
              <a:gd name="connsiteY86" fmla="*/ 139446 h 955271"/>
              <a:gd name="connsiteX87" fmla="*/ 5418472 w 5741575"/>
              <a:gd name="connsiteY87" fmla="*/ 89163 h 955271"/>
              <a:gd name="connsiteX88" fmla="*/ 5482354 w 5741575"/>
              <a:gd name="connsiteY88" fmla="*/ 69470 h 955271"/>
              <a:gd name="connsiteX89" fmla="*/ 5583280 w 5741575"/>
              <a:gd name="connsiteY89" fmla="*/ 49787 h 955271"/>
              <a:gd name="connsiteX90" fmla="*/ 5613766 w 5741575"/>
              <a:gd name="connsiteY90" fmla="*/ 41855 h 955271"/>
              <a:gd name="connsiteX91" fmla="*/ 5684952 w 5741575"/>
              <a:gd name="connsiteY91" fmla="*/ 26088 h 955271"/>
              <a:gd name="connsiteX92" fmla="*/ 5741575 w 5741575"/>
              <a:gd name="connsiteY92" fmla="*/ 0 h 955271"/>
              <a:gd name="connsiteX0" fmla="*/ 5741575 w 5741575"/>
              <a:gd name="connsiteY0" fmla="*/ 0 h 955271"/>
              <a:gd name="connsiteX1" fmla="*/ 5741575 w 5741575"/>
              <a:gd name="connsiteY1" fmla="*/ 955271 h 955271"/>
              <a:gd name="connsiteX2" fmla="*/ 0 w 5741575"/>
              <a:gd name="connsiteY2" fmla="*/ 955271 h 955271"/>
              <a:gd name="connsiteX3" fmla="*/ 8558 w 5741575"/>
              <a:gd name="connsiteY3" fmla="*/ 953971 h 955271"/>
              <a:gd name="connsiteX4" fmla="*/ 16894 w 5741575"/>
              <a:gd name="connsiteY4" fmla="*/ 953847 h 955271"/>
              <a:gd name="connsiteX5" fmla="*/ 28156 w 5741575"/>
              <a:gd name="connsiteY5" fmla="*/ 951374 h 955271"/>
              <a:gd name="connsiteX6" fmla="*/ 28293 w 5741575"/>
              <a:gd name="connsiteY6" fmla="*/ 950971 h 955271"/>
              <a:gd name="connsiteX7" fmla="*/ 39115 w 5741575"/>
              <a:gd name="connsiteY7" fmla="*/ 949326 h 955271"/>
              <a:gd name="connsiteX8" fmla="*/ 93851 w 5741575"/>
              <a:gd name="connsiteY8" fmla="*/ 945611 h 955271"/>
              <a:gd name="connsiteX9" fmla="*/ 148657 w 5741575"/>
              <a:gd name="connsiteY9" fmla="*/ 898134 h 955271"/>
              <a:gd name="connsiteX10" fmla="*/ 174554 w 5741575"/>
              <a:gd name="connsiteY10" fmla="*/ 886351 h 955271"/>
              <a:gd name="connsiteX11" fmla="*/ 187633 w 5741575"/>
              <a:gd name="connsiteY11" fmla="*/ 878226 h 955271"/>
              <a:gd name="connsiteX12" fmla="*/ 187961 w 5741575"/>
              <a:gd name="connsiteY12" fmla="*/ 876538 h 955271"/>
              <a:gd name="connsiteX13" fmla="*/ 240501 w 5741575"/>
              <a:gd name="connsiteY13" fmla="*/ 873150 h 955271"/>
              <a:gd name="connsiteX14" fmla="*/ 246345 w 5741575"/>
              <a:gd name="connsiteY14" fmla="*/ 869942 h 955271"/>
              <a:gd name="connsiteX15" fmla="*/ 282041 w 5741575"/>
              <a:gd name="connsiteY15" fmla="*/ 871263 h 955271"/>
              <a:gd name="connsiteX16" fmla="*/ 299711 w 5741575"/>
              <a:gd name="connsiteY16" fmla="*/ 870064 h 955271"/>
              <a:gd name="connsiteX17" fmla="*/ 306299 w 5741575"/>
              <a:gd name="connsiteY17" fmla="*/ 873609 h 955271"/>
              <a:gd name="connsiteX18" fmla="*/ 331571 w 5741575"/>
              <a:gd name="connsiteY18" fmla="*/ 869866 h 955271"/>
              <a:gd name="connsiteX19" fmla="*/ 333872 w 5741575"/>
              <a:gd name="connsiteY19" fmla="*/ 867971 h 955271"/>
              <a:gd name="connsiteX20" fmla="*/ 356953 w 5741575"/>
              <a:gd name="connsiteY20" fmla="*/ 870334 h 955271"/>
              <a:gd name="connsiteX21" fmla="*/ 570239 w 5741575"/>
              <a:gd name="connsiteY21" fmla="*/ 829596 h 955271"/>
              <a:gd name="connsiteX22" fmla="*/ 787156 w 5741575"/>
              <a:gd name="connsiteY22" fmla="*/ 838447 h 955271"/>
              <a:gd name="connsiteX23" fmla="*/ 898586 w 5741575"/>
              <a:gd name="connsiteY23" fmla="*/ 808502 h 955271"/>
              <a:gd name="connsiteX24" fmla="*/ 924063 w 5741575"/>
              <a:gd name="connsiteY24" fmla="*/ 770210 h 955271"/>
              <a:gd name="connsiteX25" fmla="*/ 1212574 w 5741575"/>
              <a:gd name="connsiteY25" fmla="*/ 724238 h 955271"/>
              <a:gd name="connsiteX26" fmla="*/ 1280768 w 5741575"/>
              <a:gd name="connsiteY26" fmla="*/ 699122 h 955271"/>
              <a:gd name="connsiteX27" fmla="*/ 1352027 w 5741575"/>
              <a:gd name="connsiteY27" fmla="*/ 704323 h 955271"/>
              <a:gd name="connsiteX28" fmla="*/ 1374314 w 5741575"/>
              <a:gd name="connsiteY28" fmla="*/ 688815 h 955271"/>
              <a:gd name="connsiteX29" fmla="*/ 1378034 w 5741575"/>
              <a:gd name="connsiteY29" fmla="*/ 685842 h 955271"/>
              <a:gd name="connsiteX30" fmla="*/ 1395604 w 5741575"/>
              <a:gd name="connsiteY30" fmla="*/ 680460 h 955271"/>
              <a:gd name="connsiteX31" fmla="*/ 1397206 w 5741575"/>
              <a:gd name="connsiteY31" fmla="*/ 670793 h 955271"/>
              <a:gd name="connsiteX32" fmla="*/ 1421250 w 5741575"/>
              <a:gd name="connsiteY32" fmla="*/ 656855 h 955271"/>
              <a:gd name="connsiteX33" fmla="*/ 1454524 w 5741575"/>
              <a:gd name="connsiteY33" fmla="*/ 649224 h 955271"/>
              <a:gd name="connsiteX34" fmla="*/ 1616217 w 5741575"/>
              <a:gd name="connsiteY34" fmla="*/ 622107 h 955271"/>
              <a:gd name="connsiteX35" fmla="*/ 1710928 w 5741575"/>
              <a:gd name="connsiteY35" fmla="*/ 600666 h 955271"/>
              <a:gd name="connsiteX36" fmla="*/ 1743718 w 5741575"/>
              <a:gd name="connsiteY36" fmla="*/ 584327 h 955271"/>
              <a:gd name="connsiteX37" fmla="*/ 1873778 w 5741575"/>
              <a:gd name="connsiteY37" fmla="*/ 530130 h 955271"/>
              <a:gd name="connsiteX38" fmla="*/ 1988411 w 5741575"/>
              <a:gd name="connsiteY38" fmla="*/ 491599 h 955271"/>
              <a:gd name="connsiteX39" fmla="*/ 2085507 w 5741575"/>
              <a:gd name="connsiteY39" fmla="*/ 498527 h 955271"/>
              <a:gd name="connsiteX40" fmla="*/ 2090767 w 5741575"/>
              <a:gd name="connsiteY40" fmla="*/ 490616 h 955271"/>
              <a:gd name="connsiteX41" fmla="*/ 2151143 w 5741575"/>
              <a:gd name="connsiteY41" fmla="*/ 478332 h 955271"/>
              <a:gd name="connsiteX42" fmla="*/ 2378710 w 5741575"/>
              <a:gd name="connsiteY42" fmla="*/ 477570 h 955271"/>
              <a:gd name="connsiteX43" fmla="*/ 2496256 w 5741575"/>
              <a:gd name="connsiteY43" fmla="*/ 452396 h 955271"/>
              <a:gd name="connsiteX44" fmla="*/ 2535387 w 5741575"/>
              <a:gd name="connsiteY44" fmla="*/ 436645 h 955271"/>
              <a:gd name="connsiteX45" fmla="*/ 2601109 w 5741575"/>
              <a:gd name="connsiteY45" fmla="*/ 410678 h 955271"/>
              <a:gd name="connsiteX46" fmla="*/ 2643855 w 5741575"/>
              <a:gd name="connsiteY46" fmla="*/ 374482 h 955271"/>
              <a:gd name="connsiteX47" fmla="*/ 2657726 w 5741575"/>
              <a:gd name="connsiteY47" fmla="*/ 365841 h 955271"/>
              <a:gd name="connsiteX48" fmla="*/ 2687125 w 5741575"/>
              <a:gd name="connsiteY48" fmla="*/ 366820 h 955271"/>
              <a:gd name="connsiteX49" fmla="*/ 2697479 w 5741575"/>
              <a:gd name="connsiteY49" fmla="*/ 361430 h 955271"/>
              <a:gd name="connsiteX50" fmla="*/ 2701547 w 5741575"/>
              <a:gd name="connsiteY50" fmla="*/ 361545 h 955271"/>
              <a:gd name="connsiteX51" fmla="*/ 2711054 w 5741575"/>
              <a:gd name="connsiteY51" fmla="*/ 360597 h 955271"/>
              <a:gd name="connsiteX52" fmla="*/ 2710438 w 5741575"/>
              <a:gd name="connsiteY52" fmla="*/ 366958 h 955271"/>
              <a:gd name="connsiteX53" fmla="*/ 2722936 w 5741575"/>
              <a:gd name="connsiteY53" fmla="*/ 377633 h 955271"/>
              <a:gd name="connsiteX54" fmla="*/ 2777227 w 5741575"/>
              <a:gd name="connsiteY54" fmla="*/ 368972 h 955271"/>
              <a:gd name="connsiteX55" fmla="*/ 2779510 w 5741575"/>
              <a:gd name="connsiteY55" fmla="*/ 361652 h 955271"/>
              <a:gd name="connsiteX56" fmla="*/ 2786278 w 5741575"/>
              <a:gd name="connsiteY56" fmla="*/ 359869 h 955271"/>
              <a:gd name="connsiteX57" fmla="*/ 2792101 w 5741575"/>
              <a:gd name="connsiteY57" fmla="*/ 365927 h 955271"/>
              <a:gd name="connsiteX58" fmla="*/ 2885545 w 5741575"/>
              <a:gd name="connsiteY58" fmla="*/ 372818 h 955271"/>
              <a:gd name="connsiteX59" fmla="*/ 3009558 w 5741575"/>
              <a:gd name="connsiteY59" fmla="*/ 370573 h 955271"/>
              <a:gd name="connsiteX60" fmla="*/ 3095010 w 5741575"/>
              <a:gd name="connsiteY60" fmla="*/ 332454 h 955271"/>
              <a:gd name="connsiteX61" fmla="*/ 3103742 w 5741575"/>
              <a:gd name="connsiteY61" fmla="*/ 337974 h 955271"/>
              <a:gd name="connsiteX62" fmla="*/ 3165093 w 5741575"/>
              <a:gd name="connsiteY62" fmla="*/ 329459 h 955271"/>
              <a:gd name="connsiteX63" fmla="*/ 3373785 w 5741575"/>
              <a:gd name="connsiteY63" fmla="*/ 255680 h 955271"/>
              <a:gd name="connsiteX64" fmla="*/ 3493851 w 5741575"/>
              <a:gd name="connsiteY64" fmla="*/ 240255 h 955271"/>
              <a:gd name="connsiteX65" fmla="*/ 3537470 w 5741575"/>
              <a:gd name="connsiteY65" fmla="*/ 241867 h 955271"/>
              <a:gd name="connsiteX66" fmla="*/ 3610489 w 5741575"/>
              <a:gd name="connsiteY66" fmla="*/ 244128 h 955271"/>
              <a:gd name="connsiteX67" fmla="*/ 3667539 w 5741575"/>
              <a:gd name="connsiteY67" fmla="*/ 263271 h 955271"/>
              <a:gd name="connsiteX68" fmla="*/ 3727614 w 5741575"/>
              <a:gd name="connsiteY68" fmla="*/ 258245 h 955271"/>
              <a:gd name="connsiteX69" fmla="*/ 3738369 w 5741575"/>
              <a:gd name="connsiteY69" fmla="*/ 234506 h 955271"/>
              <a:gd name="connsiteX70" fmla="*/ 3803670 w 5741575"/>
              <a:gd name="connsiteY70" fmla="*/ 236457 h 955271"/>
              <a:gd name="connsiteX71" fmla="*/ 3903080 w 5741575"/>
              <a:gd name="connsiteY71" fmla="*/ 241890 h 955271"/>
              <a:gd name="connsiteX72" fmla="*/ 4114838 w 5741575"/>
              <a:gd name="connsiteY72" fmla="*/ 238165 h 955271"/>
              <a:gd name="connsiteX73" fmla="*/ 4271023 w 5741575"/>
              <a:gd name="connsiteY73" fmla="*/ 241959 h 955271"/>
              <a:gd name="connsiteX74" fmla="*/ 4367397 w 5741575"/>
              <a:gd name="connsiteY74" fmla="*/ 271442 h 955271"/>
              <a:gd name="connsiteX75" fmla="*/ 4495366 w 5741575"/>
              <a:gd name="connsiteY75" fmla="*/ 271618 h 955271"/>
              <a:gd name="connsiteX76" fmla="*/ 4517347 w 5741575"/>
              <a:gd name="connsiteY76" fmla="*/ 275639 h 955271"/>
              <a:gd name="connsiteX77" fmla="*/ 4546116 w 5741575"/>
              <a:gd name="connsiteY77" fmla="*/ 268568 h 955271"/>
              <a:gd name="connsiteX78" fmla="*/ 4661259 w 5741575"/>
              <a:gd name="connsiteY78" fmla="*/ 238966 h 955271"/>
              <a:gd name="connsiteX79" fmla="*/ 4750403 w 5741575"/>
              <a:gd name="connsiteY79" fmla="*/ 204364 h 955271"/>
              <a:gd name="connsiteX80" fmla="*/ 4867614 w 5741575"/>
              <a:gd name="connsiteY80" fmla="*/ 208668 h 955271"/>
              <a:gd name="connsiteX81" fmla="*/ 4937036 w 5741575"/>
              <a:gd name="connsiteY81" fmla="*/ 195446 h 955271"/>
              <a:gd name="connsiteX82" fmla="*/ 5047626 w 5741575"/>
              <a:gd name="connsiteY82" fmla="*/ 149604 h 955271"/>
              <a:gd name="connsiteX83" fmla="*/ 5200247 w 5741575"/>
              <a:gd name="connsiteY83" fmla="*/ 142695 h 955271"/>
              <a:gd name="connsiteX84" fmla="*/ 5235691 w 5741575"/>
              <a:gd name="connsiteY84" fmla="*/ 173330 h 955271"/>
              <a:gd name="connsiteX85" fmla="*/ 5280133 w 5741575"/>
              <a:gd name="connsiteY85" fmla="*/ 189342 h 955271"/>
              <a:gd name="connsiteX86" fmla="*/ 5291963 w 5741575"/>
              <a:gd name="connsiteY86" fmla="*/ 139446 h 955271"/>
              <a:gd name="connsiteX87" fmla="*/ 5418472 w 5741575"/>
              <a:gd name="connsiteY87" fmla="*/ 89163 h 955271"/>
              <a:gd name="connsiteX88" fmla="*/ 5482354 w 5741575"/>
              <a:gd name="connsiteY88" fmla="*/ 69470 h 955271"/>
              <a:gd name="connsiteX89" fmla="*/ 5583280 w 5741575"/>
              <a:gd name="connsiteY89" fmla="*/ 49787 h 955271"/>
              <a:gd name="connsiteX90" fmla="*/ 5613766 w 5741575"/>
              <a:gd name="connsiteY90" fmla="*/ 41855 h 955271"/>
              <a:gd name="connsiteX91" fmla="*/ 5684952 w 5741575"/>
              <a:gd name="connsiteY91" fmla="*/ 26088 h 955271"/>
              <a:gd name="connsiteX92" fmla="*/ 5741575 w 5741575"/>
              <a:gd name="connsiteY92" fmla="*/ 0 h 955271"/>
              <a:gd name="connsiteX0" fmla="*/ 5741575 w 5741575"/>
              <a:gd name="connsiteY0" fmla="*/ 0 h 955271"/>
              <a:gd name="connsiteX1" fmla="*/ 5741575 w 5741575"/>
              <a:gd name="connsiteY1" fmla="*/ 955271 h 955271"/>
              <a:gd name="connsiteX2" fmla="*/ 0 w 5741575"/>
              <a:gd name="connsiteY2" fmla="*/ 955271 h 955271"/>
              <a:gd name="connsiteX3" fmla="*/ 8558 w 5741575"/>
              <a:gd name="connsiteY3" fmla="*/ 953971 h 955271"/>
              <a:gd name="connsiteX4" fmla="*/ 16894 w 5741575"/>
              <a:gd name="connsiteY4" fmla="*/ 953847 h 955271"/>
              <a:gd name="connsiteX5" fmla="*/ 28156 w 5741575"/>
              <a:gd name="connsiteY5" fmla="*/ 951374 h 955271"/>
              <a:gd name="connsiteX6" fmla="*/ 28293 w 5741575"/>
              <a:gd name="connsiteY6" fmla="*/ 950971 h 955271"/>
              <a:gd name="connsiteX7" fmla="*/ 39115 w 5741575"/>
              <a:gd name="connsiteY7" fmla="*/ 949326 h 955271"/>
              <a:gd name="connsiteX8" fmla="*/ 93851 w 5741575"/>
              <a:gd name="connsiteY8" fmla="*/ 945611 h 955271"/>
              <a:gd name="connsiteX9" fmla="*/ 148657 w 5741575"/>
              <a:gd name="connsiteY9" fmla="*/ 898134 h 955271"/>
              <a:gd name="connsiteX10" fmla="*/ 174554 w 5741575"/>
              <a:gd name="connsiteY10" fmla="*/ 886351 h 955271"/>
              <a:gd name="connsiteX11" fmla="*/ 187633 w 5741575"/>
              <a:gd name="connsiteY11" fmla="*/ 878226 h 955271"/>
              <a:gd name="connsiteX12" fmla="*/ 187961 w 5741575"/>
              <a:gd name="connsiteY12" fmla="*/ 876538 h 955271"/>
              <a:gd name="connsiteX13" fmla="*/ 240501 w 5741575"/>
              <a:gd name="connsiteY13" fmla="*/ 873150 h 955271"/>
              <a:gd name="connsiteX14" fmla="*/ 246345 w 5741575"/>
              <a:gd name="connsiteY14" fmla="*/ 869942 h 955271"/>
              <a:gd name="connsiteX15" fmla="*/ 282041 w 5741575"/>
              <a:gd name="connsiteY15" fmla="*/ 871263 h 955271"/>
              <a:gd name="connsiteX16" fmla="*/ 299711 w 5741575"/>
              <a:gd name="connsiteY16" fmla="*/ 870064 h 955271"/>
              <a:gd name="connsiteX17" fmla="*/ 306299 w 5741575"/>
              <a:gd name="connsiteY17" fmla="*/ 873609 h 955271"/>
              <a:gd name="connsiteX18" fmla="*/ 331571 w 5741575"/>
              <a:gd name="connsiteY18" fmla="*/ 869866 h 955271"/>
              <a:gd name="connsiteX19" fmla="*/ 333872 w 5741575"/>
              <a:gd name="connsiteY19" fmla="*/ 867971 h 955271"/>
              <a:gd name="connsiteX20" fmla="*/ 356953 w 5741575"/>
              <a:gd name="connsiteY20" fmla="*/ 870334 h 955271"/>
              <a:gd name="connsiteX21" fmla="*/ 570239 w 5741575"/>
              <a:gd name="connsiteY21" fmla="*/ 829596 h 955271"/>
              <a:gd name="connsiteX22" fmla="*/ 787156 w 5741575"/>
              <a:gd name="connsiteY22" fmla="*/ 838447 h 955271"/>
              <a:gd name="connsiteX23" fmla="*/ 898586 w 5741575"/>
              <a:gd name="connsiteY23" fmla="*/ 808502 h 955271"/>
              <a:gd name="connsiteX24" fmla="*/ 1212574 w 5741575"/>
              <a:gd name="connsiteY24" fmla="*/ 724238 h 955271"/>
              <a:gd name="connsiteX25" fmla="*/ 1280768 w 5741575"/>
              <a:gd name="connsiteY25" fmla="*/ 699122 h 955271"/>
              <a:gd name="connsiteX26" fmla="*/ 1352027 w 5741575"/>
              <a:gd name="connsiteY26" fmla="*/ 704323 h 955271"/>
              <a:gd name="connsiteX27" fmla="*/ 1374314 w 5741575"/>
              <a:gd name="connsiteY27" fmla="*/ 688815 h 955271"/>
              <a:gd name="connsiteX28" fmla="*/ 1378034 w 5741575"/>
              <a:gd name="connsiteY28" fmla="*/ 685842 h 955271"/>
              <a:gd name="connsiteX29" fmla="*/ 1395604 w 5741575"/>
              <a:gd name="connsiteY29" fmla="*/ 680460 h 955271"/>
              <a:gd name="connsiteX30" fmla="*/ 1397206 w 5741575"/>
              <a:gd name="connsiteY30" fmla="*/ 670793 h 955271"/>
              <a:gd name="connsiteX31" fmla="*/ 1421250 w 5741575"/>
              <a:gd name="connsiteY31" fmla="*/ 656855 h 955271"/>
              <a:gd name="connsiteX32" fmla="*/ 1454524 w 5741575"/>
              <a:gd name="connsiteY32" fmla="*/ 649224 h 955271"/>
              <a:gd name="connsiteX33" fmla="*/ 1616217 w 5741575"/>
              <a:gd name="connsiteY33" fmla="*/ 622107 h 955271"/>
              <a:gd name="connsiteX34" fmla="*/ 1710928 w 5741575"/>
              <a:gd name="connsiteY34" fmla="*/ 600666 h 955271"/>
              <a:gd name="connsiteX35" fmla="*/ 1743718 w 5741575"/>
              <a:gd name="connsiteY35" fmla="*/ 584327 h 955271"/>
              <a:gd name="connsiteX36" fmla="*/ 1873778 w 5741575"/>
              <a:gd name="connsiteY36" fmla="*/ 530130 h 955271"/>
              <a:gd name="connsiteX37" fmla="*/ 1988411 w 5741575"/>
              <a:gd name="connsiteY37" fmla="*/ 491599 h 955271"/>
              <a:gd name="connsiteX38" fmla="*/ 2085507 w 5741575"/>
              <a:gd name="connsiteY38" fmla="*/ 498527 h 955271"/>
              <a:gd name="connsiteX39" fmla="*/ 2090767 w 5741575"/>
              <a:gd name="connsiteY39" fmla="*/ 490616 h 955271"/>
              <a:gd name="connsiteX40" fmla="*/ 2151143 w 5741575"/>
              <a:gd name="connsiteY40" fmla="*/ 478332 h 955271"/>
              <a:gd name="connsiteX41" fmla="*/ 2378710 w 5741575"/>
              <a:gd name="connsiteY41" fmla="*/ 477570 h 955271"/>
              <a:gd name="connsiteX42" fmla="*/ 2496256 w 5741575"/>
              <a:gd name="connsiteY42" fmla="*/ 452396 h 955271"/>
              <a:gd name="connsiteX43" fmla="*/ 2535387 w 5741575"/>
              <a:gd name="connsiteY43" fmla="*/ 436645 h 955271"/>
              <a:gd name="connsiteX44" fmla="*/ 2601109 w 5741575"/>
              <a:gd name="connsiteY44" fmla="*/ 410678 h 955271"/>
              <a:gd name="connsiteX45" fmla="*/ 2643855 w 5741575"/>
              <a:gd name="connsiteY45" fmla="*/ 374482 h 955271"/>
              <a:gd name="connsiteX46" fmla="*/ 2657726 w 5741575"/>
              <a:gd name="connsiteY46" fmla="*/ 365841 h 955271"/>
              <a:gd name="connsiteX47" fmla="*/ 2687125 w 5741575"/>
              <a:gd name="connsiteY47" fmla="*/ 366820 h 955271"/>
              <a:gd name="connsiteX48" fmla="*/ 2697479 w 5741575"/>
              <a:gd name="connsiteY48" fmla="*/ 361430 h 955271"/>
              <a:gd name="connsiteX49" fmla="*/ 2701547 w 5741575"/>
              <a:gd name="connsiteY49" fmla="*/ 361545 h 955271"/>
              <a:gd name="connsiteX50" fmla="*/ 2711054 w 5741575"/>
              <a:gd name="connsiteY50" fmla="*/ 360597 h 955271"/>
              <a:gd name="connsiteX51" fmla="*/ 2710438 w 5741575"/>
              <a:gd name="connsiteY51" fmla="*/ 366958 h 955271"/>
              <a:gd name="connsiteX52" fmla="*/ 2722936 w 5741575"/>
              <a:gd name="connsiteY52" fmla="*/ 377633 h 955271"/>
              <a:gd name="connsiteX53" fmla="*/ 2777227 w 5741575"/>
              <a:gd name="connsiteY53" fmla="*/ 368972 h 955271"/>
              <a:gd name="connsiteX54" fmla="*/ 2779510 w 5741575"/>
              <a:gd name="connsiteY54" fmla="*/ 361652 h 955271"/>
              <a:gd name="connsiteX55" fmla="*/ 2786278 w 5741575"/>
              <a:gd name="connsiteY55" fmla="*/ 359869 h 955271"/>
              <a:gd name="connsiteX56" fmla="*/ 2792101 w 5741575"/>
              <a:gd name="connsiteY56" fmla="*/ 365927 h 955271"/>
              <a:gd name="connsiteX57" fmla="*/ 2885545 w 5741575"/>
              <a:gd name="connsiteY57" fmla="*/ 372818 h 955271"/>
              <a:gd name="connsiteX58" fmla="*/ 3009558 w 5741575"/>
              <a:gd name="connsiteY58" fmla="*/ 370573 h 955271"/>
              <a:gd name="connsiteX59" fmla="*/ 3095010 w 5741575"/>
              <a:gd name="connsiteY59" fmla="*/ 332454 h 955271"/>
              <a:gd name="connsiteX60" fmla="*/ 3103742 w 5741575"/>
              <a:gd name="connsiteY60" fmla="*/ 337974 h 955271"/>
              <a:gd name="connsiteX61" fmla="*/ 3165093 w 5741575"/>
              <a:gd name="connsiteY61" fmla="*/ 329459 h 955271"/>
              <a:gd name="connsiteX62" fmla="*/ 3373785 w 5741575"/>
              <a:gd name="connsiteY62" fmla="*/ 255680 h 955271"/>
              <a:gd name="connsiteX63" fmla="*/ 3493851 w 5741575"/>
              <a:gd name="connsiteY63" fmla="*/ 240255 h 955271"/>
              <a:gd name="connsiteX64" fmla="*/ 3537470 w 5741575"/>
              <a:gd name="connsiteY64" fmla="*/ 241867 h 955271"/>
              <a:gd name="connsiteX65" fmla="*/ 3610489 w 5741575"/>
              <a:gd name="connsiteY65" fmla="*/ 244128 h 955271"/>
              <a:gd name="connsiteX66" fmla="*/ 3667539 w 5741575"/>
              <a:gd name="connsiteY66" fmla="*/ 263271 h 955271"/>
              <a:gd name="connsiteX67" fmla="*/ 3727614 w 5741575"/>
              <a:gd name="connsiteY67" fmla="*/ 258245 h 955271"/>
              <a:gd name="connsiteX68" fmla="*/ 3738369 w 5741575"/>
              <a:gd name="connsiteY68" fmla="*/ 234506 h 955271"/>
              <a:gd name="connsiteX69" fmla="*/ 3803670 w 5741575"/>
              <a:gd name="connsiteY69" fmla="*/ 236457 h 955271"/>
              <a:gd name="connsiteX70" fmla="*/ 3903080 w 5741575"/>
              <a:gd name="connsiteY70" fmla="*/ 241890 h 955271"/>
              <a:gd name="connsiteX71" fmla="*/ 4114838 w 5741575"/>
              <a:gd name="connsiteY71" fmla="*/ 238165 h 955271"/>
              <a:gd name="connsiteX72" fmla="*/ 4271023 w 5741575"/>
              <a:gd name="connsiteY72" fmla="*/ 241959 h 955271"/>
              <a:gd name="connsiteX73" fmla="*/ 4367397 w 5741575"/>
              <a:gd name="connsiteY73" fmla="*/ 271442 h 955271"/>
              <a:gd name="connsiteX74" fmla="*/ 4495366 w 5741575"/>
              <a:gd name="connsiteY74" fmla="*/ 271618 h 955271"/>
              <a:gd name="connsiteX75" fmla="*/ 4517347 w 5741575"/>
              <a:gd name="connsiteY75" fmla="*/ 275639 h 955271"/>
              <a:gd name="connsiteX76" fmla="*/ 4546116 w 5741575"/>
              <a:gd name="connsiteY76" fmla="*/ 268568 h 955271"/>
              <a:gd name="connsiteX77" fmla="*/ 4661259 w 5741575"/>
              <a:gd name="connsiteY77" fmla="*/ 238966 h 955271"/>
              <a:gd name="connsiteX78" fmla="*/ 4750403 w 5741575"/>
              <a:gd name="connsiteY78" fmla="*/ 204364 h 955271"/>
              <a:gd name="connsiteX79" fmla="*/ 4867614 w 5741575"/>
              <a:gd name="connsiteY79" fmla="*/ 208668 h 955271"/>
              <a:gd name="connsiteX80" fmla="*/ 4937036 w 5741575"/>
              <a:gd name="connsiteY80" fmla="*/ 195446 h 955271"/>
              <a:gd name="connsiteX81" fmla="*/ 5047626 w 5741575"/>
              <a:gd name="connsiteY81" fmla="*/ 149604 h 955271"/>
              <a:gd name="connsiteX82" fmla="*/ 5200247 w 5741575"/>
              <a:gd name="connsiteY82" fmla="*/ 142695 h 955271"/>
              <a:gd name="connsiteX83" fmla="*/ 5235691 w 5741575"/>
              <a:gd name="connsiteY83" fmla="*/ 173330 h 955271"/>
              <a:gd name="connsiteX84" fmla="*/ 5280133 w 5741575"/>
              <a:gd name="connsiteY84" fmla="*/ 189342 h 955271"/>
              <a:gd name="connsiteX85" fmla="*/ 5291963 w 5741575"/>
              <a:gd name="connsiteY85" fmla="*/ 139446 h 955271"/>
              <a:gd name="connsiteX86" fmla="*/ 5418472 w 5741575"/>
              <a:gd name="connsiteY86" fmla="*/ 89163 h 955271"/>
              <a:gd name="connsiteX87" fmla="*/ 5482354 w 5741575"/>
              <a:gd name="connsiteY87" fmla="*/ 69470 h 955271"/>
              <a:gd name="connsiteX88" fmla="*/ 5583280 w 5741575"/>
              <a:gd name="connsiteY88" fmla="*/ 49787 h 955271"/>
              <a:gd name="connsiteX89" fmla="*/ 5613766 w 5741575"/>
              <a:gd name="connsiteY89" fmla="*/ 41855 h 955271"/>
              <a:gd name="connsiteX90" fmla="*/ 5684952 w 5741575"/>
              <a:gd name="connsiteY90" fmla="*/ 26088 h 955271"/>
              <a:gd name="connsiteX91" fmla="*/ 5741575 w 5741575"/>
              <a:gd name="connsiteY91" fmla="*/ 0 h 955271"/>
              <a:gd name="connsiteX0" fmla="*/ 5741575 w 5741575"/>
              <a:gd name="connsiteY0" fmla="*/ 0 h 955271"/>
              <a:gd name="connsiteX1" fmla="*/ 5741575 w 5741575"/>
              <a:gd name="connsiteY1" fmla="*/ 955271 h 955271"/>
              <a:gd name="connsiteX2" fmla="*/ 0 w 5741575"/>
              <a:gd name="connsiteY2" fmla="*/ 955271 h 955271"/>
              <a:gd name="connsiteX3" fmla="*/ 8558 w 5741575"/>
              <a:gd name="connsiteY3" fmla="*/ 953971 h 955271"/>
              <a:gd name="connsiteX4" fmla="*/ 16894 w 5741575"/>
              <a:gd name="connsiteY4" fmla="*/ 953847 h 955271"/>
              <a:gd name="connsiteX5" fmla="*/ 28156 w 5741575"/>
              <a:gd name="connsiteY5" fmla="*/ 951374 h 955271"/>
              <a:gd name="connsiteX6" fmla="*/ 28293 w 5741575"/>
              <a:gd name="connsiteY6" fmla="*/ 950971 h 955271"/>
              <a:gd name="connsiteX7" fmla="*/ 39115 w 5741575"/>
              <a:gd name="connsiteY7" fmla="*/ 949326 h 955271"/>
              <a:gd name="connsiteX8" fmla="*/ 93851 w 5741575"/>
              <a:gd name="connsiteY8" fmla="*/ 945611 h 955271"/>
              <a:gd name="connsiteX9" fmla="*/ 148657 w 5741575"/>
              <a:gd name="connsiteY9" fmla="*/ 898134 h 955271"/>
              <a:gd name="connsiteX10" fmla="*/ 174554 w 5741575"/>
              <a:gd name="connsiteY10" fmla="*/ 886351 h 955271"/>
              <a:gd name="connsiteX11" fmla="*/ 187633 w 5741575"/>
              <a:gd name="connsiteY11" fmla="*/ 878226 h 955271"/>
              <a:gd name="connsiteX12" fmla="*/ 187961 w 5741575"/>
              <a:gd name="connsiteY12" fmla="*/ 876538 h 955271"/>
              <a:gd name="connsiteX13" fmla="*/ 240501 w 5741575"/>
              <a:gd name="connsiteY13" fmla="*/ 873150 h 955271"/>
              <a:gd name="connsiteX14" fmla="*/ 246345 w 5741575"/>
              <a:gd name="connsiteY14" fmla="*/ 869942 h 955271"/>
              <a:gd name="connsiteX15" fmla="*/ 282041 w 5741575"/>
              <a:gd name="connsiteY15" fmla="*/ 871263 h 955271"/>
              <a:gd name="connsiteX16" fmla="*/ 299711 w 5741575"/>
              <a:gd name="connsiteY16" fmla="*/ 870064 h 955271"/>
              <a:gd name="connsiteX17" fmla="*/ 306299 w 5741575"/>
              <a:gd name="connsiteY17" fmla="*/ 873609 h 955271"/>
              <a:gd name="connsiteX18" fmla="*/ 331571 w 5741575"/>
              <a:gd name="connsiteY18" fmla="*/ 869866 h 955271"/>
              <a:gd name="connsiteX19" fmla="*/ 333872 w 5741575"/>
              <a:gd name="connsiteY19" fmla="*/ 867971 h 955271"/>
              <a:gd name="connsiteX20" fmla="*/ 356953 w 5741575"/>
              <a:gd name="connsiteY20" fmla="*/ 870334 h 955271"/>
              <a:gd name="connsiteX21" fmla="*/ 570239 w 5741575"/>
              <a:gd name="connsiteY21" fmla="*/ 829596 h 955271"/>
              <a:gd name="connsiteX22" fmla="*/ 787156 w 5741575"/>
              <a:gd name="connsiteY22" fmla="*/ 838447 h 955271"/>
              <a:gd name="connsiteX23" fmla="*/ 948872 w 5741575"/>
              <a:gd name="connsiteY23" fmla="*/ 772201 h 955271"/>
              <a:gd name="connsiteX24" fmla="*/ 1212574 w 5741575"/>
              <a:gd name="connsiteY24" fmla="*/ 724238 h 955271"/>
              <a:gd name="connsiteX25" fmla="*/ 1280768 w 5741575"/>
              <a:gd name="connsiteY25" fmla="*/ 699122 h 955271"/>
              <a:gd name="connsiteX26" fmla="*/ 1352027 w 5741575"/>
              <a:gd name="connsiteY26" fmla="*/ 704323 h 955271"/>
              <a:gd name="connsiteX27" fmla="*/ 1374314 w 5741575"/>
              <a:gd name="connsiteY27" fmla="*/ 688815 h 955271"/>
              <a:gd name="connsiteX28" fmla="*/ 1378034 w 5741575"/>
              <a:gd name="connsiteY28" fmla="*/ 685842 h 955271"/>
              <a:gd name="connsiteX29" fmla="*/ 1395604 w 5741575"/>
              <a:gd name="connsiteY29" fmla="*/ 680460 h 955271"/>
              <a:gd name="connsiteX30" fmla="*/ 1397206 w 5741575"/>
              <a:gd name="connsiteY30" fmla="*/ 670793 h 955271"/>
              <a:gd name="connsiteX31" fmla="*/ 1421250 w 5741575"/>
              <a:gd name="connsiteY31" fmla="*/ 656855 h 955271"/>
              <a:gd name="connsiteX32" fmla="*/ 1454524 w 5741575"/>
              <a:gd name="connsiteY32" fmla="*/ 649224 h 955271"/>
              <a:gd name="connsiteX33" fmla="*/ 1616217 w 5741575"/>
              <a:gd name="connsiteY33" fmla="*/ 622107 h 955271"/>
              <a:gd name="connsiteX34" fmla="*/ 1710928 w 5741575"/>
              <a:gd name="connsiteY34" fmla="*/ 600666 h 955271"/>
              <a:gd name="connsiteX35" fmla="*/ 1743718 w 5741575"/>
              <a:gd name="connsiteY35" fmla="*/ 584327 h 955271"/>
              <a:gd name="connsiteX36" fmla="*/ 1873778 w 5741575"/>
              <a:gd name="connsiteY36" fmla="*/ 530130 h 955271"/>
              <a:gd name="connsiteX37" fmla="*/ 1988411 w 5741575"/>
              <a:gd name="connsiteY37" fmla="*/ 491599 h 955271"/>
              <a:gd name="connsiteX38" fmla="*/ 2085507 w 5741575"/>
              <a:gd name="connsiteY38" fmla="*/ 498527 h 955271"/>
              <a:gd name="connsiteX39" fmla="*/ 2090767 w 5741575"/>
              <a:gd name="connsiteY39" fmla="*/ 490616 h 955271"/>
              <a:gd name="connsiteX40" fmla="*/ 2151143 w 5741575"/>
              <a:gd name="connsiteY40" fmla="*/ 478332 h 955271"/>
              <a:gd name="connsiteX41" fmla="*/ 2378710 w 5741575"/>
              <a:gd name="connsiteY41" fmla="*/ 477570 h 955271"/>
              <a:gd name="connsiteX42" fmla="*/ 2496256 w 5741575"/>
              <a:gd name="connsiteY42" fmla="*/ 452396 h 955271"/>
              <a:gd name="connsiteX43" fmla="*/ 2535387 w 5741575"/>
              <a:gd name="connsiteY43" fmla="*/ 436645 h 955271"/>
              <a:gd name="connsiteX44" fmla="*/ 2601109 w 5741575"/>
              <a:gd name="connsiteY44" fmla="*/ 410678 h 955271"/>
              <a:gd name="connsiteX45" fmla="*/ 2643855 w 5741575"/>
              <a:gd name="connsiteY45" fmla="*/ 374482 h 955271"/>
              <a:gd name="connsiteX46" fmla="*/ 2657726 w 5741575"/>
              <a:gd name="connsiteY46" fmla="*/ 365841 h 955271"/>
              <a:gd name="connsiteX47" fmla="*/ 2687125 w 5741575"/>
              <a:gd name="connsiteY47" fmla="*/ 366820 h 955271"/>
              <a:gd name="connsiteX48" fmla="*/ 2697479 w 5741575"/>
              <a:gd name="connsiteY48" fmla="*/ 361430 h 955271"/>
              <a:gd name="connsiteX49" fmla="*/ 2701547 w 5741575"/>
              <a:gd name="connsiteY49" fmla="*/ 361545 h 955271"/>
              <a:gd name="connsiteX50" fmla="*/ 2711054 w 5741575"/>
              <a:gd name="connsiteY50" fmla="*/ 360597 h 955271"/>
              <a:gd name="connsiteX51" fmla="*/ 2710438 w 5741575"/>
              <a:gd name="connsiteY51" fmla="*/ 366958 h 955271"/>
              <a:gd name="connsiteX52" fmla="*/ 2722936 w 5741575"/>
              <a:gd name="connsiteY52" fmla="*/ 377633 h 955271"/>
              <a:gd name="connsiteX53" fmla="*/ 2777227 w 5741575"/>
              <a:gd name="connsiteY53" fmla="*/ 368972 h 955271"/>
              <a:gd name="connsiteX54" fmla="*/ 2779510 w 5741575"/>
              <a:gd name="connsiteY54" fmla="*/ 361652 h 955271"/>
              <a:gd name="connsiteX55" fmla="*/ 2786278 w 5741575"/>
              <a:gd name="connsiteY55" fmla="*/ 359869 h 955271"/>
              <a:gd name="connsiteX56" fmla="*/ 2792101 w 5741575"/>
              <a:gd name="connsiteY56" fmla="*/ 365927 h 955271"/>
              <a:gd name="connsiteX57" fmla="*/ 2885545 w 5741575"/>
              <a:gd name="connsiteY57" fmla="*/ 372818 h 955271"/>
              <a:gd name="connsiteX58" fmla="*/ 3009558 w 5741575"/>
              <a:gd name="connsiteY58" fmla="*/ 370573 h 955271"/>
              <a:gd name="connsiteX59" fmla="*/ 3095010 w 5741575"/>
              <a:gd name="connsiteY59" fmla="*/ 332454 h 955271"/>
              <a:gd name="connsiteX60" fmla="*/ 3103742 w 5741575"/>
              <a:gd name="connsiteY60" fmla="*/ 337974 h 955271"/>
              <a:gd name="connsiteX61" fmla="*/ 3165093 w 5741575"/>
              <a:gd name="connsiteY61" fmla="*/ 329459 h 955271"/>
              <a:gd name="connsiteX62" fmla="*/ 3373785 w 5741575"/>
              <a:gd name="connsiteY62" fmla="*/ 255680 h 955271"/>
              <a:gd name="connsiteX63" fmla="*/ 3493851 w 5741575"/>
              <a:gd name="connsiteY63" fmla="*/ 240255 h 955271"/>
              <a:gd name="connsiteX64" fmla="*/ 3537470 w 5741575"/>
              <a:gd name="connsiteY64" fmla="*/ 241867 h 955271"/>
              <a:gd name="connsiteX65" fmla="*/ 3610489 w 5741575"/>
              <a:gd name="connsiteY65" fmla="*/ 244128 h 955271"/>
              <a:gd name="connsiteX66" fmla="*/ 3667539 w 5741575"/>
              <a:gd name="connsiteY66" fmla="*/ 263271 h 955271"/>
              <a:gd name="connsiteX67" fmla="*/ 3727614 w 5741575"/>
              <a:gd name="connsiteY67" fmla="*/ 258245 h 955271"/>
              <a:gd name="connsiteX68" fmla="*/ 3738369 w 5741575"/>
              <a:gd name="connsiteY68" fmla="*/ 234506 h 955271"/>
              <a:gd name="connsiteX69" fmla="*/ 3803670 w 5741575"/>
              <a:gd name="connsiteY69" fmla="*/ 236457 h 955271"/>
              <a:gd name="connsiteX70" fmla="*/ 3903080 w 5741575"/>
              <a:gd name="connsiteY70" fmla="*/ 241890 h 955271"/>
              <a:gd name="connsiteX71" fmla="*/ 4114838 w 5741575"/>
              <a:gd name="connsiteY71" fmla="*/ 238165 h 955271"/>
              <a:gd name="connsiteX72" fmla="*/ 4271023 w 5741575"/>
              <a:gd name="connsiteY72" fmla="*/ 241959 h 955271"/>
              <a:gd name="connsiteX73" fmla="*/ 4367397 w 5741575"/>
              <a:gd name="connsiteY73" fmla="*/ 271442 h 955271"/>
              <a:gd name="connsiteX74" fmla="*/ 4495366 w 5741575"/>
              <a:gd name="connsiteY74" fmla="*/ 271618 h 955271"/>
              <a:gd name="connsiteX75" fmla="*/ 4517347 w 5741575"/>
              <a:gd name="connsiteY75" fmla="*/ 275639 h 955271"/>
              <a:gd name="connsiteX76" fmla="*/ 4546116 w 5741575"/>
              <a:gd name="connsiteY76" fmla="*/ 268568 h 955271"/>
              <a:gd name="connsiteX77" fmla="*/ 4661259 w 5741575"/>
              <a:gd name="connsiteY77" fmla="*/ 238966 h 955271"/>
              <a:gd name="connsiteX78" fmla="*/ 4750403 w 5741575"/>
              <a:gd name="connsiteY78" fmla="*/ 204364 h 955271"/>
              <a:gd name="connsiteX79" fmla="*/ 4867614 w 5741575"/>
              <a:gd name="connsiteY79" fmla="*/ 208668 h 955271"/>
              <a:gd name="connsiteX80" fmla="*/ 4937036 w 5741575"/>
              <a:gd name="connsiteY80" fmla="*/ 195446 h 955271"/>
              <a:gd name="connsiteX81" fmla="*/ 5047626 w 5741575"/>
              <a:gd name="connsiteY81" fmla="*/ 149604 h 955271"/>
              <a:gd name="connsiteX82" fmla="*/ 5200247 w 5741575"/>
              <a:gd name="connsiteY82" fmla="*/ 142695 h 955271"/>
              <a:gd name="connsiteX83" fmla="*/ 5235691 w 5741575"/>
              <a:gd name="connsiteY83" fmla="*/ 173330 h 955271"/>
              <a:gd name="connsiteX84" fmla="*/ 5280133 w 5741575"/>
              <a:gd name="connsiteY84" fmla="*/ 189342 h 955271"/>
              <a:gd name="connsiteX85" fmla="*/ 5291963 w 5741575"/>
              <a:gd name="connsiteY85" fmla="*/ 139446 h 955271"/>
              <a:gd name="connsiteX86" fmla="*/ 5418472 w 5741575"/>
              <a:gd name="connsiteY86" fmla="*/ 89163 h 955271"/>
              <a:gd name="connsiteX87" fmla="*/ 5482354 w 5741575"/>
              <a:gd name="connsiteY87" fmla="*/ 69470 h 955271"/>
              <a:gd name="connsiteX88" fmla="*/ 5583280 w 5741575"/>
              <a:gd name="connsiteY88" fmla="*/ 49787 h 955271"/>
              <a:gd name="connsiteX89" fmla="*/ 5613766 w 5741575"/>
              <a:gd name="connsiteY89" fmla="*/ 41855 h 955271"/>
              <a:gd name="connsiteX90" fmla="*/ 5684952 w 5741575"/>
              <a:gd name="connsiteY90" fmla="*/ 26088 h 955271"/>
              <a:gd name="connsiteX91" fmla="*/ 5741575 w 5741575"/>
              <a:gd name="connsiteY91" fmla="*/ 0 h 955271"/>
              <a:gd name="connsiteX0" fmla="*/ 5741575 w 5741575"/>
              <a:gd name="connsiteY0" fmla="*/ 0 h 955271"/>
              <a:gd name="connsiteX1" fmla="*/ 5741575 w 5741575"/>
              <a:gd name="connsiteY1" fmla="*/ 955271 h 955271"/>
              <a:gd name="connsiteX2" fmla="*/ 0 w 5741575"/>
              <a:gd name="connsiteY2" fmla="*/ 955271 h 955271"/>
              <a:gd name="connsiteX3" fmla="*/ 8558 w 5741575"/>
              <a:gd name="connsiteY3" fmla="*/ 953971 h 955271"/>
              <a:gd name="connsiteX4" fmla="*/ 16894 w 5741575"/>
              <a:gd name="connsiteY4" fmla="*/ 953847 h 955271"/>
              <a:gd name="connsiteX5" fmla="*/ 28156 w 5741575"/>
              <a:gd name="connsiteY5" fmla="*/ 951374 h 955271"/>
              <a:gd name="connsiteX6" fmla="*/ 28293 w 5741575"/>
              <a:gd name="connsiteY6" fmla="*/ 950971 h 955271"/>
              <a:gd name="connsiteX7" fmla="*/ 39115 w 5741575"/>
              <a:gd name="connsiteY7" fmla="*/ 949326 h 955271"/>
              <a:gd name="connsiteX8" fmla="*/ 93851 w 5741575"/>
              <a:gd name="connsiteY8" fmla="*/ 945611 h 955271"/>
              <a:gd name="connsiteX9" fmla="*/ 148657 w 5741575"/>
              <a:gd name="connsiteY9" fmla="*/ 898134 h 955271"/>
              <a:gd name="connsiteX10" fmla="*/ 174554 w 5741575"/>
              <a:gd name="connsiteY10" fmla="*/ 886351 h 955271"/>
              <a:gd name="connsiteX11" fmla="*/ 187633 w 5741575"/>
              <a:gd name="connsiteY11" fmla="*/ 878226 h 955271"/>
              <a:gd name="connsiteX12" fmla="*/ 187961 w 5741575"/>
              <a:gd name="connsiteY12" fmla="*/ 876538 h 955271"/>
              <a:gd name="connsiteX13" fmla="*/ 240501 w 5741575"/>
              <a:gd name="connsiteY13" fmla="*/ 873150 h 955271"/>
              <a:gd name="connsiteX14" fmla="*/ 246345 w 5741575"/>
              <a:gd name="connsiteY14" fmla="*/ 869942 h 955271"/>
              <a:gd name="connsiteX15" fmla="*/ 282041 w 5741575"/>
              <a:gd name="connsiteY15" fmla="*/ 871263 h 955271"/>
              <a:gd name="connsiteX16" fmla="*/ 299711 w 5741575"/>
              <a:gd name="connsiteY16" fmla="*/ 870064 h 955271"/>
              <a:gd name="connsiteX17" fmla="*/ 306299 w 5741575"/>
              <a:gd name="connsiteY17" fmla="*/ 873609 h 955271"/>
              <a:gd name="connsiteX18" fmla="*/ 331571 w 5741575"/>
              <a:gd name="connsiteY18" fmla="*/ 869866 h 955271"/>
              <a:gd name="connsiteX19" fmla="*/ 333872 w 5741575"/>
              <a:gd name="connsiteY19" fmla="*/ 867971 h 955271"/>
              <a:gd name="connsiteX20" fmla="*/ 356953 w 5741575"/>
              <a:gd name="connsiteY20" fmla="*/ 870334 h 955271"/>
              <a:gd name="connsiteX21" fmla="*/ 570239 w 5741575"/>
              <a:gd name="connsiteY21" fmla="*/ 829596 h 955271"/>
              <a:gd name="connsiteX22" fmla="*/ 787156 w 5741575"/>
              <a:gd name="connsiteY22" fmla="*/ 838447 h 955271"/>
              <a:gd name="connsiteX23" fmla="*/ 948872 w 5741575"/>
              <a:gd name="connsiteY23" fmla="*/ 772201 h 955271"/>
              <a:gd name="connsiteX24" fmla="*/ 1212574 w 5741575"/>
              <a:gd name="connsiteY24" fmla="*/ 724238 h 955271"/>
              <a:gd name="connsiteX25" fmla="*/ 1280768 w 5741575"/>
              <a:gd name="connsiteY25" fmla="*/ 699122 h 955271"/>
              <a:gd name="connsiteX26" fmla="*/ 1352027 w 5741575"/>
              <a:gd name="connsiteY26" fmla="*/ 704323 h 955271"/>
              <a:gd name="connsiteX27" fmla="*/ 1374314 w 5741575"/>
              <a:gd name="connsiteY27" fmla="*/ 688815 h 955271"/>
              <a:gd name="connsiteX28" fmla="*/ 1378034 w 5741575"/>
              <a:gd name="connsiteY28" fmla="*/ 685842 h 955271"/>
              <a:gd name="connsiteX29" fmla="*/ 1395604 w 5741575"/>
              <a:gd name="connsiteY29" fmla="*/ 680460 h 955271"/>
              <a:gd name="connsiteX30" fmla="*/ 1397206 w 5741575"/>
              <a:gd name="connsiteY30" fmla="*/ 670793 h 955271"/>
              <a:gd name="connsiteX31" fmla="*/ 1421250 w 5741575"/>
              <a:gd name="connsiteY31" fmla="*/ 656855 h 955271"/>
              <a:gd name="connsiteX32" fmla="*/ 1454524 w 5741575"/>
              <a:gd name="connsiteY32" fmla="*/ 649224 h 955271"/>
              <a:gd name="connsiteX33" fmla="*/ 1616217 w 5741575"/>
              <a:gd name="connsiteY33" fmla="*/ 622107 h 955271"/>
              <a:gd name="connsiteX34" fmla="*/ 1710928 w 5741575"/>
              <a:gd name="connsiteY34" fmla="*/ 600666 h 955271"/>
              <a:gd name="connsiteX35" fmla="*/ 1743718 w 5741575"/>
              <a:gd name="connsiteY35" fmla="*/ 584327 h 955271"/>
              <a:gd name="connsiteX36" fmla="*/ 1873778 w 5741575"/>
              <a:gd name="connsiteY36" fmla="*/ 530130 h 955271"/>
              <a:gd name="connsiteX37" fmla="*/ 1988411 w 5741575"/>
              <a:gd name="connsiteY37" fmla="*/ 491599 h 955271"/>
              <a:gd name="connsiteX38" fmla="*/ 2085507 w 5741575"/>
              <a:gd name="connsiteY38" fmla="*/ 498527 h 955271"/>
              <a:gd name="connsiteX39" fmla="*/ 2090767 w 5741575"/>
              <a:gd name="connsiteY39" fmla="*/ 490616 h 955271"/>
              <a:gd name="connsiteX40" fmla="*/ 2151143 w 5741575"/>
              <a:gd name="connsiteY40" fmla="*/ 478332 h 955271"/>
              <a:gd name="connsiteX41" fmla="*/ 2378710 w 5741575"/>
              <a:gd name="connsiteY41" fmla="*/ 477570 h 955271"/>
              <a:gd name="connsiteX42" fmla="*/ 2496256 w 5741575"/>
              <a:gd name="connsiteY42" fmla="*/ 452396 h 955271"/>
              <a:gd name="connsiteX43" fmla="*/ 2535387 w 5741575"/>
              <a:gd name="connsiteY43" fmla="*/ 436645 h 955271"/>
              <a:gd name="connsiteX44" fmla="*/ 2601109 w 5741575"/>
              <a:gd name="connsiteY44" fmla="*/ 410678 h 955271"/>
              <a:gd name="connsiteX45" fmla="*/ 2643855 w 5741575"/>
              <a:gd name="connsiteY45" fmla="*/ 374482 h 955271"/>
              <a:gd name="connsiteX46" fmla="*/ 2657726 w 5741575"/>
              <a:gd name="connsiteY46" fmla="*/ 365841 h 955271"/>
              <a:gd name="connsiteX47" fmla="*/ 2687125 w 5741575"/>
              <a:gd name="connsiteY47" fmla="*/ 366820 h 955271"/>
              <a:gd name="connsiteX48" fmla="*/ 2697479 w 5741575"/>
              <a:gd name="connsiteY48" fmla="*/ 361430 h 955271"/>
              <a:gd name="connsiteX49" fmla="*/ 2701547 w 5741575"/>
              <a:gd name="connsiteY49" fmla="*/ 361545 h 955271"/>
              <a:gd name="connsiteX50" fmla="*/ 2711054 w 5741575"/>
              <a:gd name="connsiteY50" fmla="*/ 360597 h 955271"/>
              <a:gd name="connsiteX51" fmla="*/ 2710438 w 5741575"/>
              <a:gd name="connsiteY51" fmla="*/ 366958 h 955271"/>
              <a:gd name="connsiteX52" fmla="*/ 2722936 w 5741575"/>
              <a:gd name="connsiteY52" fmla="*/ 377633 h 955271"/>
              <a:gd name="connsiteX53" fmla="*/ 2777227 w 5741575"/>
              <a:gd name="connsiteY53" fmla="*/ 368972 h 955271"/>
              <a:gd name="connsiteX54" fmla="*/ 2779510 w 5741575"/>
              <a:gd name="connsiteY54" fmla="*/ 361652 h 955271"/>
              <a:gd name="connsiteX55" fmla="*/ 2786278 w 5741575"/>
              <a:gd name="connsiteY55" fmla="*/ 359869 h 955271"/>
              <a:gd name="connsiteX56" fmla="*/ 2792101 w 5741575"/>
              <a:gd name="connsiteY56" fmla="*/ 365927 h 955271"/>
              <a:gd name="connsiteX57" fmla="*/ 2885545 w 5741575"/>
              <a:gd name="connsiteY57" fmla="*/ 372818 h 955271"/>
              <a:gd name="connsiteX58" fmla="*/ 3009558 w 5741575"/>
              <a:gd name="connsiteY58" fmla="*/ 370573 h 955271"/>
              <a:gd name="connsiteX59" fmla="*/ 3095010 w 5741575"/>
              <a:gd name="connsiteY59" fmla="*/ 332454 h 955271"/>
              <a:gd name="connsiteX60" fmla="*/ 3103742 w 5741575"/>
              <a:gd name="connsiteY60" fmla="*/ 337974 h 955271"/>
              <a:gd name="connsiteX61" fmla="*/ 3165093 w 5741575"/>
              <a:gd name="connsiteY61" fmla="*/ 329459 h 955271"/>
              <a:gd name="connsiteX62" fmla="*/ 3373785 w 5741575"/>
              <a:gd name="connsiteY62" fmla="*/ 255680 h 955271"/>
              <a:gd name="connsiteX63" fmla="*/ 3493851 w 5741575"/>
              <a:gd name="connsiteY63" fmla="*/ 240255 h 955271"/>
              <a:gd name="connsiteX64" fmla="*/ 3537470 w 5741575"/>
              <a:gd name="connsiteY64" fmla="*/ 241867 h 955271"/>
              <a:gd name="connsiteX65" fmla="*/ 3610489 w 5741575"/>
              <a:gd name="connsiteY65" fmla="*/ 244128 h 955271"/>
              <a:gd name="connsiteX66" fmla="*/ 3667539 w 5741575"/>
              <a:gd name="connsiteY66" fmla="*/ 263271 h 955271"/>
              <a:gd name="connsiteX67" fmla="*/ 3727614 w 5741575"/>
              <a:gd name="connsiteY67" fmla="*/ 258245 h 955271"/>
              <a:gd name="connsiteX68" fmla="*/ 3738369 w 5741575"/>
              <a:gd name="connsiteY68" fmla="*/ 234506 h 955271"/>
              <a:gd name="connsiteX69" fmla="*/ 3803670 w 5741575"/>
              <a:gd name="connsiteY69" fmla="*/ 236457 h 955271"/>
              <a:gd name="connsiteX70" fmla="*/ 3903080 w 5741575"/>
              <a:gd name="connsiteY70" fmla="*/ 241890 h 955271"/>
              <a:gd name="connsiteX71" fmla="*/ 4114838 w 5741575"/>
              <a:gd name="connsiteY71" fmla="*/ 238165 h 955271"/>
              <a:gd name="connsiteX72" fmla="*/ 4271023 w 5741575"/>
              <a:gd name="connsiteY72" fmla="*/ 241959 h 955271"/>
              <a:gd name="connsiteX73" fmla="*/ 4367397 w 5741575"/>
              <a:gd name="connsiteY73" fmla="*/ 271442 h 955271"/>
              <a:gd name="connsiteX74" fmla="*/ 4495366 w 5741575"/>
              <a:gd name="connsiteY74" fmla="*/ 271618 h 955271"/>
              <a:gd name="connsiteX75" fmla="*/ 4517347 w 5741575"/>
              <a:gd name="connsiteY75" fmla="*/ 275639 h 955271"/>
              <a:gd name="connsiteX76" fmla="*/ 4546116 w 5741575"/>
              <a:gd name="connsiteY76" fmla="*/ 268568 h 955271"/>
              <a:gd name="connsiteX77" fmla="*/ 4661259 w 5741575"/>
              <a:gd name="connsiteY77" fmla="*/ 238966 h 955271"/>
              <a:gd name="connsiteX78" fmla="*/ 4750403 w 5741575"/>
              <a:gd name="connsiteY78" fmla="*/ 204364 h 955271"/>
              <a:gd name="connsiteX79" fmla="*/ 4867614 w 5741575"/>
              <a:gd name="connsiteY79" fmla="*/ 208668 h 955271"/>
              <a:gd name="connsiteX80" fmla="*/ 4937036 w 5741575"/>
              <a:gd name="connsiteY80" fmla="*/ 195446 h 955271"/>
              <a:gd name="connsiteX81" fmla="*/ 5047626 w 5741575"/>
              <a:gd name="connsiteY81" fmla="*/ 149604 h 955271"/>
              <a:gd name="connsiteX82" fmla="*/ 5200247 w 5741575"/>
              <a:gd name="connsiteY82" fmla="*/ 142695 h 955271"/>
              <a:gd name="connsiteX83" fmla="*/ 5235691 w 5741575"/>
              <a:gd name="connsiteY83" fmla="*/ 173330 h 955271"/>
              <a:gd name="connsiteX84" fmla="*/ 5280133 w 5741575"/>
              <a:gd name="connsiteY84" fmla="*/ 189342 h 955271"/>
              <a:gd name="connsiteX85" fmla="*/ 5291963 w 5741575"/>
              <a:gd name="connsiteY85" fmla="*/ 139446 h 955271"/>
              <a:gd name="connsiteX86" fmla="*/ 5418472 w 5741575"/>
              <a:gd name="connsiteY86" fmla="*/ 89163 h 955271"/>
              <a:gd name="connsiteX87" fmla="*/ 5482354 w 5741575"/>
              <a:gd name="connsiteY87" fmla="*/ 69470 h 955271"/>
              <a:gd name="connsiteX88" fmla="*/ 5583280 w 5741575"/>
              <a:gd name="connsiteY88" fmla="*/ 49787 h 955271"/>
              <a:gd name="connsiteX89" fmla="*/ 5613766 w 5741575"/>
              <a:gd name="connsiteY89" fmla="*/ 41855 h 955271"/>
              <a:gd name="connsiteX90" fmla="*/ 5684952 w 5741575"/>
              <a:gd name="connsiteY90" fmla="*/ 26088 h 955271"/>
              <a:gd name="connsiteX91" fmla="*/ 5741575 w 5741575"/>
              <a:gd name="connsiteY91" fmla="*/ 0 h 955271"/>
              <a:gd name="connsiteX0" fmla="*/ 5741575 w 5741575"/>
              <a:gd name="connsiteY0" fmla="*/ 0 h 955271"/>
              <a:gd name="connsiteX1" fmla="*/ 5741575 w 5741575"/>
              <a:gd name="connsiteY1" fmla="*/ 955271 h 955271"/>
              <a:gd name="connsiteX2" fmla="*/ 0 w 5741575"/>
              <a:gd name="connsiteY2" fmla="*/ 955271 h 955271"/>
              <a:gd name="connsiteX3" fmla="*/ 8558 w 5741575"/>
              <a:gd name="connsiteY3" fmla="*/ 953971 h 955271"/>
              <a:gd name="connsiteX4" fmla="*/ 16894 w 5741575"/>
              <a:gd name="connsiteY4" fmla="*/ 953847 h 955271"/>
              <a:gd name="connsiteX5" fmla="*/ 28156 w 5741575"/>
              <a:gd name="connsiteY5" fmla="*/ 951374 h 955271"/>
              <a:gd name="connsiteX6" fmla="*/ 28293 w 5741575"/>
              <a:gd name="connsiteY6" fmla="*/ 950971 h 955271"/>
              <a:gd name="connsiteX7" fmla="*/ 39115 w 5741575"/>
              <a:gd name="connsiteY7" fmla="*/ 949326 h 955271"/>
              <a:gd name="connsiteX8" fmla="*/ 93851 w 5741575"/>
              <a:gd name="connsiteY8" fmla="*/ 945611 h 955271"/>
              <a:gd name="connsiteX9" fmla="*/ 148657 w 5741575"/>
              <a:gd name="connsiteY9" fmla="*/ 898134 h 955271"/>
              <a:gd name="connsiteX10" fmla="*/ 174554 w 5741575"/>
              <a:gd name="connsiteY10" fmla="*/ 886351 h 955271"/>
              <a:gd name="connsiteX11" fmla="*/ 187633 w 5741575"/>
              <a:gd name="connsiteY11" fmla="*/ 878226 h 955271"/>
              <a:gd name="connsiteX12" fmla="*/ 187961 w 5741575"/>
              <a:gd name="connsiteY12" fmla="*/ 876538 h 955271"/>
              <a:gd name="connsiteX13" fmla="*/ 240501 w 5741575"/>
              <a:gd name="connsiteY13" fmla="*/ 873150 h 955271"/>
              <a:gd name="connsiteX14" fmla="*/ 246345 w 5741575"/>
              <a:gd name="connsiteY14" fmla="*/ 869942 h 955271"/>
              <a:gd name="connsiteX15" fmla="*/ 282041 w 5741575"/>
              <a:gd name="connsiteY15" fmla="*/ 871263 h 955271"/>
              <a:gd name="connsiteX16" fmla="*/ 299711 w 5741575"/>
              <a:gd name="connsiteY16" fmla="*/ 870064 h 955271"/>
              <a:gd name="connsiteX17" fmla="*/ 306299 w 5741575"/>
              <a:gd name="connsiteY17" fmla="*/ 873609 h 955271"/>
              <a:gd name="connsiteX18" fmla="*/ 331571 w 5741575"/>
              <a:gd name="connsiteY18" fmla="*/ 869866 h 955271"/>
              <a:gd name="connsiteX19" fmla="*/ 333872 w 5741575"/>
              <a:gd name="connsiteY19" fmla="*/ 867971 h 955271"/>
              <a:gd name="connsiteX20" fmla="*/ 356953 w 5741575"/>
              <a:gd name="connsiteY20" fmla="*/ 870334 h 955271"/>
              <a:gd name="connsiteX21" fmla="*/ 570239 w 5741575"/>
              <a:gd name="connsiteY21" fmla="*/ 829596 h 955271"/>
              <a:gd name="connsiteX22" fmla="*/ 787156 w 5741575"/>
              <a:gd name="connsiteY22" fmla="*/ 838447 h 955271"/>
              <a:gd name="connsiteX23" fmla="*/ 948872 w 5741575"/>
              <a:gd name="connsiteY23" fmla="*/ 772201 h 955271"/>
              <a:gd name="connsiteX24" fmla="*/ 1212574 w 5741575"/>
              <a:gd name="connsiteY24" fmla="*/ 724238 h 955271"/>
              <a:gd name="connsiteX25" fmla="*/ 1280768 w 5741575"/>
              <a:gd name="connsiteY25" fmla="*/ 699122 h 955271"/>
              <a:gd name="connsiteX26" fmla="*/ 1352027 w 5741575"/>
              <a:gd name="connsiteY26" fmla="*/ 704323 h 955271"/>
              <a:gd name="connsiteX27" fmla="*/ 1374314 w 5741575"/>
              <a:gd name="connsiteY27" fmla="*/ 688815 h 955271"/>
              <a:gd name="connsiteX28" fmla="*/ 1378034 w 5741575"/>
              <a:gd name="connsiteY28" fmla="*/ 685842 h 955271"/>
              <a:gd name="connsiteX29" fmla="*/ 1395604 w 5741575"/>
              <a:gd name="connsiteY29" fmla="*/ 680460 h 955271"/>
              <a:gd name="connsiteX30" fmla="*/ 1397206 w 5741575"/>
              <a:gd name="connsiteY30" fmla="*/ 670793 h 955271"/>
              <a:gd name="connsiteX31" fmla="*/ 1421250 w 5741575"/>
              <a:gd name="connsiteY31" fmla="*/ 656855 h 955271"/>
              <a:gd name="connsiteX32" fmla="*/ 1454524 w 5741575"/>
              <a:gd name="connsiteY32" fmla="*/ 649224 h 955271"/>
              <a:gd name="connsiteX33" fmla="*/ 1616217 w 5741575"/>
              <a:gd name="connsiteY33" fmla="*/ 622107 h 955271"/>
              <a:gd name="connsiteX34" fmla="*/ 1710928 w 5741575"/>
              <a:gd name="connsiteY34" fmla="*/ 600666 h 955271"/>
              <a:gd name="connsiteX35" fmla="*/ 1743718 w 5741575"/>
              <a:gd name="connsiteY35" fmla="*/ 584327 h 955271"/>
              <a:gd name="connsiteX36" fmla="*/ 1873778 w 5741575"/>
              <a:gd name="connsiteY36" fmla="*/ 530130 h 955271"/>
              <a:gd name="connsiteX37" fmla="*/ 1988411 w 5741575"/>
              <a:gd name="connsiteY37" fmla="*/ 491599 h 955271"/>
              <a:gd name="connsiteX38" fmla="*/ 2085507 w 5741575"/>
              <a:gd name="connsiteY38" fmla="*/ 498527 h 955271"/>
              <a:gd name="connsiteX39" fmla="*/ 2090767 w 5741575"/>
              <a:gd name="connsiteY39" fmla="*/ 490616 h 955271"/>
              <a:gd name="connsiteX40" fmla="*/ 2151143 w 5741575"/>
              <a:gd name="connsiteY40" fmla="*/ 478332 h 955271"/>
              <a:gd name="connsiteX41" fmla="*/ 2378710 w 5741575"/>
              <a:gd name="connsiteY41" fmla="*/ 477570 h 955271"/>
              <a:gd name="connsiteX42" fmla="*/ 2496256 w 5741575"/>
              <a:gd name="connsiteY42" fmla="*/ 452396 h 955271"/>
              <a:gd name="connsiteX43" fmla="*/ 2535387 w 5741575"/>
              <a:gd name="connsiteY43" fmla="*/ 436645 h 955271"/>
              <a:gd name="connsiteX44" fmla="*/ 2601109 w 5741575"/>
              <a:gd name="connsiteY44" fmla="*/ 410678 h 955271"/>
              <a:gd name="connsiteX45" fmla="*/ 2643855 w 5741575"/>
              <a:gd name="connsiteY45" fmla="*/ 374482 h 955271"/>
              <a:gd name="connsiteX46" fmla="*/ 2657726 w 5741575"/>
              <a:gd name="connsiteY46" fmla="*/ 365841 h 955271"/>
              <a:gd name="connsiteX47" fmla="*/ 2687125 w 5741575"/>
              <a:gd name="connsiteY47" fmla="*/ 366820 h 955271"/>
              <a:gd name="connsiteX48" fmla="*/ 2697479 w 5741575"/>
              <a:gd name="connsiteY48" fmla="*/ 361430 h 955271"/>
              <a:gd name="connsiteX49" fmla="*/ 2701547 w 5741575"/>
              <a:gd name="connsiteY49" fmla="*/ 361545 h 955271"/>
              <a:gd name="connsiteX50" fmla="*/ 2711054 w 5741575"/>
              <a:gd name="connsiteY50" fmla="*/ 360597 h 955271"/>
              <a:gd name="connsiteX51" fmla="*/ 2710438 w 5741575"/>
              <a:gd name="connsiteY51" fmla="*/ 366958 h 955271"/>
              <a:gd name="connsiteX52" fmla="*/ 2722936 w 5741575"/>
              <a:gd name="connsiteY52" fmla="*/ 377633 h 955271"/>
              <a:gd name="connsiteX53" fmla="*/ 2777227 w 5741575"/>
              <a:gd name="connsiteY53" fmla="*/ 368972 h 955271"/>
              <a:gd name="connsiteX54" fmla="*/ 2779510 w 5741575"/>
              <a:gd name="connsiteY54" fmla="*/ 361652 h 955271"/>
              <a:gd name="connsiteX55" fmla="*/ 2786278 w 5741575"/>
              <a:gd name="connsiteY55" fmla="*/ 359869 h 955271"/>
              <a:gd name="connsiteX56" fmla="*/ 2792101 w 5741575"/>
              <a:gd name="connsiteY56" fmla="*/ 365927 h 955271"/>
              <a:gd name="connsiteX57" fmla="*/ 2885545 w 5741575"/>
              <a:gd name="connsiteY57" fmla="*/ 372818 h 955271"/>
              <a:gd name="connsiteX58" fmla="*/ 3009558 w 5741575"/>
              <a:gd name="connsiteY58" fmla="*/ 370573 h 955271"/>
              <a:gd name="connsiteX59" fmla="*/ 3095010 w 5741575"/>
              <a:gd name="connsiteY59" fmla="*/ 332454 h 955271"/>
              <a:gd name="connsiteX60" fmla="*/ 3103742 w 5741575"/>
              <a:gd name="connsiteY60" fmla="*/ 337974 h 955271"/>
              <a:gd name="connsiteX61" fmla="*/ 3165093 w 5741575"/>
              <a:gd name="connsiteY61" fmla="*/ 329459 h 955271"/>
              <a:gd name="connsiteX62" fmla="*/ 3373785 w 5741575"/>
              <a:gd name="connsiteY62" fmla="*/ 255680 h 955271"/>
              <a:gd name="connsiteX63" fmla="*/ 3493851 w 5741575"/>
              <a:gd name="connsiteY63" fmla="*/ 240255 h 955271"/>
              <a:gd name="connsiteX64" fmla="*/ 3537470 w 5741575"/>
              <a:gd name="connsiteY64" fmla="*/ 241867 h 955271"/>
              <a:gd name="connsiteX65" fmla="*/ 3610489 w 5741575"/>
              <a:gd name="connsiteY65" fmla="*/ 244128 h 955271"/>
              <a:gd name="connsiteX66" fmla="*/ 3667539 w 5741575"/>
              <a:gd name="connsiteY66" fmla="*/ 263271 h 955271"/>
              <a:gd name="connsiteX67" fmla="*/ 3727614 w 5741575"/>
              <a:gd name="connsiteY67" fmla="*/ 258245 h 955271"/>
              <a:gd name="connsiteX68" fmla="*/ 3738369 w 5741575"/>
              <a:gd name="connsiteY68" fmla="*/ 234506 h 955271"/>
              <a:gd name="connsiteX69" fmla="*/ 3803670 w 5741575"/>
              <a:gd name="connsiteY69" fmla="*/ 236457 h 955271"/>
              <a:gd name="connsiteX70" fmla="*/ 3903080 w 5741575"/>
              <a:gd name="connsiteY70" fmla="*/ 241890 h 955271"/>
              <a:gd name="connsiteX71" fmla="*/ 4114838 w 5741575"/>
              <a:gd name="connsiteY71" fmla="*/ 238165 h 955271"/>
              <a:gd name="connsiteX72" fmla="*/ 4271023 w 5741575"/>
              <a:gd name="connsiteY72" fmla="*/ 241959 h 955271"/>
              <a:gd name="connsiteX73" fmla="*/ 4367397 w 5741575"/>
              <a:gd name="connsiteY73" fmla="*/ 271442 h 955271"/>
              <a:gd name="connsiteX74" fmla="*/ 4495366 w 5741575"/>
              <a:gd name="connsiteY74" fmla="*/ 271618 h 955271"/>
              <a:gd name="connsiteX75" fmla="*/ 4517347 w 5741575"/>
              <a:gd name="connsiteY75" fmla="*/ 275639 h 955271"/>
              <a:gd name="connsiteX76" fmla="*/ 4546116 w 5741575"/>
              <a:gd name="connsiteY76" fmla="*/ 268568 h 955271"/>
              <a:gd name="connsiteX77" fmla="*/ 4661259 w 5741575"/>
              <a:gd name="connsiteY77" fmla="*/ 238966 h 955271"/>
              <a:gd name="connsiteX78" fmla="*/ 4750403 w 5741575"/>
              <a:gd name="connsiteY78" fmla="*/ 204364 h 955271"/>
              <a:gd name="connsiteX79" fmla="*/ 4867614 w 5741575"/>
              <a:gd name="connsiteY79" fmla="*/ 208668 h 955271"/>
              <a:gd name="connsiteX80" fmla="*/ 4937036 w 5741575"/>
              <a:gd name="connsiteY80" fmla="*/ 195446 h 955271"/>
              <a:gd name="connsiteX81" fmla="*/ 5047626 w 5741575"/>
              <a:gd name="connsiteY81" fmla="*/ 149604 h 955271"/>
              <a:gd name="connsiteX82" fmla="*/ 5200247 w 5741575"/>
              <a:gd name="connsiteY82" fmla="*/ 142695 h 955271"/>
              <a:gd name="connsiteX83" fmla="*/ 5235691 w 5741575"/>
              <a:gd name="connsiteY83" fmla="*/ 173330 h 955271"/>
              <a:gd name="connsiteX84" fmla="*/ 5280133 w 5741575"/>
              <a:gd name="connsiteY84" fmla="*/ 189342 h 955271"/>
              <a:gd name="connsiteX85" fmla="*/ 5291963 w 5741575"/>
              <a:gd name="connsiteY85" fmla="*/ 139446 h 955271"/>
              <a:gd name="connsiteX86" fmla="*/ 5418472 w 5741575"/>
              <a:gd name="connsiteY86" fmla="*/ 89163 h 955271"/>
              <a:gd name="connsiteX87" fmla="*/ 5482354 w 5741575"/>
              <a:gd name="connsiteY87" fmla="*/ 69470 h 955271"/>
              <a:gd name="connsiteX88" fmla="*/ 5583280 w 5741575"/>
              <a:gd name="connsiteY88" fmla="*/ 49787 h 955271"/>
              <a:gd name="connsiteX89" fmla="*/ 5613766 w 5741575"/>
              <a:gd name="connsiteY89" fmla="*/ 41855 h 955271"/>
              <a:gd name="connsiteX90" fmla="*/ 5684952 w 5741575"/>
              <a:gd name="connsiteY90" fmla="*/ 26088 h 955271"/>
              <a:gd name="connsiteX91" fmla="*/ 5741575 w 5741575"/>
              <a:gd name="connsiteY91" fmla="*/ 0 h 955271"/>
              <a:gd name="connsiteX0" fmla="*/ 5741575 w 5741575"/>
              <a:gd name="connsiteY0" fmla="*/ 0 h 955271"/>
              <a:gd name="connsiteX1" fmla="*/ 5741575 w 5741575"/>
              <a:gd name="connsiteY1" fmla="*/ 955271 h 955271"/>
              <a:gd name="connsiteX2" fmla="*/ 0 w 5741575"/>
              <a:gd name="connsiteY2" fmla="*/ 955271 h 955271"/>
              <a:gd name="connsiteX3" fmla="*/ 8558 w 5741575"/>
              <a:gd name="connsiteY3" fmla="*/ 953971 h 955271"/>
              <a:gd name="connsiteX4" fmla="*/ 16894 w 5741575"/>
              <a:gd name="connsiteY4" fmla="*/ 953847 h 955271"/>
              <a:gd name="connsiteX5" fmla="*/ 28156 w 5741575"/>
              <a:gd name="connsiteY5" fmla="*/ 951374 h 955271"/>
              <a:gd name="connsiteX6" fmla="*/ 28293 w 5741575"/>
              <a:gd name="connsiteY6" fmla="*/ 950971 h 955271"/>
              <a:gd name="connsiteX7" fmla="*/ 39115 w 5741575"/>
              <a:gd name="connsiteY7" fmla="*/ 949326 h 955271"/>
              <a:gd name="connsiteX8" fmla="*/ 93851 w 5741575"/>
              <a:gd name="connsiteY8" fmla="*/ 945611 h 955271"/>
              <a:gd name="connsiteX9" fmla="*/ 148657 w 5741575"/>
              <a:gd name="connsiteY9" fmla="*/ 898134 h 955271"/>
              <a:gd name="connsiteX10" fmla="*/ 174554 w 5741575"/>
              <a:gd name="connsiteY10" fmla="*/ 886351 h 955271"/>
              <a:gd name="connsiteX11" fmla="*/ 187633 w 5741575"/>
              <a:gd name="connsiteY11" fmla="*/ 878226 h 955271"/>
              <a:gd name="connsiteX12" fmla="*/ 187961 w 5741575"/>
              <a:gd name="connsiteY12" fmla="*/ 876538 h 955271"/>
              <a:gd name="connsiteX13" fmla="*/ 240501 w 5741575"/>
              <a:gd name="connsiteY13" fmla="*/ 873150 h 955271"/>
              <a:gd name="connsiteX14" fmla="*/ 246345 w 5741575"/>
              <a:gd name="connsiteY14" fmla="*/ 869942 h 955271"/>
              <a:gd name="connsiteX15" fmla="*/ 282041 w 5741575"/>
              <a:gd name="connsiteY15" fmla="*/ 871263 h 955271"/>
              <a:gd name="connsiteX16" fmla="*/ 299711 w 5741575"/>
              <a:gd name="connsiteY16" fmla="*/ 870064 h 955271"/>
              <a:gd name="connsiteX17" fmla="*/ 306299 w 5741575"/>
              <a:gd name="connsiteY17" fmla="*/ 873609 h 955271"/>
              <a:gd name="connsiteX18" fmla="*/ 331571 w 5741575"/>
              <a:gd name="connsiteY18" fmla="*/ 869866 h 955271"/>
              <a:gd name="connsiteX19" fmla="*/ 333872 w 5741575"/>
              <a:gd name="connsiteY19" fmla="*/ 867971 h 955271"/>
              <a:gd name="connsiteX20" fmla="*/ 356953 w 5741575"/>
              <a:gd name="connsiteY20" fmla="*/ 870334 h 955271"/>
              <a:gd name="connsiteX21" fmla="*/ 570239 w 5741575"/>
              <a:gd name="connsiteY21" fmla="*/ 829596 h 955271"/>
              <a:gd name="connsiteX22" fmla="*/ 787156 w 5741575"/>
              <a:gd name="connsiteY22" fmla="*/ 838447 h 955271"/>
              <a:gd name="connsiteX23" fmla="*/ 948872 w 5741575"/>
              <a:gd name="connsiteY23" fmla="*/ 772201 h 955271"/>
              <a:gd name="connsiteX24" fmla="*/ 1127089 w 5741575"/>
              <a:gd name="connsiteY24" fmla="*/ 746926 h 955271"/>
              <a:gd name="connsiteX25" fmla="*/ 1280768 w 5741575"/>
              <a:gd name="connsiteY25" fmla="*/ 699122 h 955271"/>
              <a:gd name="connsiteX26" fmla="*/ 1352027 w 5741575"/>
              <a:gd name="connsiteY26" fmla="*/ 704323 h 955271"/>
              <a:gd name="connsiteX27" fmla="*/ 1374314 w 5741575"/>
              <a:gd name="connsiteY27" fmla="*/ 688815 h 955271"/>
              <a:gd name="connsiteX28" fmla="*/ 1378034 w 5741575"/>
              <a:gd name="connsiteY28" fmla="*/ 685842 h 955271"/>
              <a:gd name="connsiteX29" fmla="*/ 1395604 w 5741575"/>
              <a:gd name="connsiteY29" fmla="*/ 680460 h 955271"/>
              <a:gd name="connsiteX30" fmla="*/ 1397206 w 5741575"/>
              <a:gd name="connsiteY30" fmla="*/ 670793 h 955271"/>
              <a:gd name="connsiteX31" fmla="*/ 1421250 w 5741575"/>
              <a:gd name="connsiteY31" fmla="*/ 656855 h 955271"/>
              <a:gd name="connsiteX32" fmla="*/ 1454524 w 5741575"/>
              <a:gd name="connsiteY32" fmla="*/ 649224 h 955271"/>
              <a:gd name="connsiteX33" fmla="*/ 1616217 w 5741575"/>
              <a:gd name="connsiteY33" fmla="*/ 622107 h 955271"/>
              <a:gd name="connsiteX34" fmla="*/ 1710928 w 5741575"/>
              <a:gd name="connsiteY34" fmla="*/ 600666 h 955271"/>
              <a:gd name="connsiteX35" fmla="*/ 1743718 w 5741575"/>
              <a:gd name="connsiteY35" fmla="*/ 584327 h 955271"/>
              <a:gd name="connsiteX36" fmla="*/ 1873778 w 5741575"/>
              <a:gd name="connsiteY36" fmla="*/ 530130 h 955271"/>
              <a:gd name="connsiteX37" fmla="*/ 1988411 w 5741575"/>
              <a:gd name="connsiteY37" fmla="*/ 491599 h 955271"/>
              <a:gd name="connsiteX38" fmla="*/ 2085507 w 5741575"/>
              <a:gd name="connsiteY38" fmla="*/ 498527 h 955271"/>
              <a:gd name="connsiteX39" fmla="*/ 2090767 w 5741575"/>
              <a:gd name="connsiteY39" fmla="*/ 490616 h 955271"/>
              <a:gd name="connsiteX40" fmla="*/ 2151143 w 5741575"/>
              <a:gd name="connsiteY40" fmla="*/ 478332 h 955271"/>
              <a:gd name="connsiteX41" fmla="*/ 2378710 w 5741575"/>
              <a:gd name="connsiteY41" fmla="*/ 477570 h 955271"/>
              <a:gd name="connsiteX42" fmla="*/ 2496256 w 5741575"/>
              <a:gd name="connsiteY42" fmla="*/ 452396 h 955271"/>
              <a:gd name="connsiteX43" fmla="*/ 2535387 w 5741575"/>
              <a:gd name="connsiteY43" fmla="*/ 436645 h 955271"/>
              <a:gd name="connsiteX44" fmla="*/ 2601109 w 5741575"/>
              <a:gd name="connsiteY44" fmla="*/ 410678 h 955271"/>
              <a:gd name="connsiteX45" fmla="*/ 2643855 w 5741575"/>
              <a:gd name="connsiteY45" fmla="*/ 374482 h 955271"/>
              <a:gd name="connsiteX46" fmla="*/ 2657726 w 5741575"/>
              <a:gd name="connsiteY46" fmla="*/ 365841 h 955271"/>
              <a:gd name="connsiteX47" fmla="*/ 2687125 w 5741575"/>
              <a:gd name="connsiteY47" fmla="*/ 366820 h 955271"/>
              <a:gd name="connsiteX48" fmla="*/ 2697479 w 5741575"/>
              <a:gd name="connsiteY48" fmla="*/ 361430 h 955271"/>
              <a:gd name="connsiteX49" fmla="*/ 2701547 w 5741575"/>
              <a:gd name="connsiteY49" fmla="*/ 361545 h 955271"/>
              <a:gd name="connsiteX50" fmla="*/ 2711054 w 5741575"/>
              <a:gd name="connsiteY50" fmla="*/ 360597 h 955271"/>
              <a:gd name="connsiteX51" fmla="*/ 2710438 w 5741575"/>
              <a:gd name="connsiteY51" fmla="*/ 366958 h 955271"/>
              <a:gd name="connsiteX52" fmla="*/ 2722936 w 5741575"/>
              <a:gd name="connsiteY52" fmla="*/ 377633 h 955271"/>
              <a:gd name="connsiteX53" fmla="*/ 2777227 w 5741575"/>
              <a:gd name="connsiteY53" fmla="*/ 368972 h 955271"/>
              <a:gd name="connsiteX54" fmla="*/ 2779510 w 5741575"/>
              <a:gd name="connsiteY54" fmla="*/ 361652 h 955271"/>
              <a:gd name="connsiteX55" fmla="*/ 2786278 w 5741575"/>
              <a:gd name="connsiteY55" fmla="*/ 359869 h 955271"/>
              <a:gd name="connsiteX56" fmla="*/ 2792101 w 5741575"/>
              <a:gd name="connsiteY56" fmla="*/ 365927 h 955271"/>
              <a:gd name="connsiteX57" fmla="*/ 2885545 w 5741575"/>
              <a:gd name="connsiteY57" fmla="*/ 372818 h 955271"/>
              <a:gd name="connsiteX58" fmla="*/ 3009558 w 5741575"/>
              <a:gd name="connsiteY58" fmla="*/ 370573 h 955271"/>
              <a:gd name="connsiteX59" fmla="*/ 3095010 w 5741575"/>
              <a:gd name="connsiteY59" fmla="*/ 332454 h 955271"/>
              <a:gd name="connsiteX60" fmla="*/ 3103742 w 5741575"/>
              <a:gd name="connsiteY60" fmla="*/ 337974 h 955271"/>
              <a:gd name="connsiteX61" fmla="*/ 3165093 w 5741575"/>
              <a:gd name="connsiteY61" fmla="*/ 329459 h 955271"/>
              <a:gd name="connsiteX62" fmla="*/ 3373785 w 5741575"/>
              <a:gd name="connsiteY62" fmla="*/ 255680 h 955271"/>
              <a:gd name="connsiteX63" fmla="*/ 3493851 w 5741575"/>
              <a:gd name="connsiteY63" fmla="*/ 240255 h 955271"/>
              <a:gd name="connsiteX64" fmla="*/ 3537470 w 5741575"/>
              <a:gd name="connsiteY64" fmla="*/ 241867 h 955271"/>
              <a:gd name="connsiteX65" fmla="*/ 3610489 w 5741575"/>
              <a:gd name="connsiteY65" fmla="*/ 244128 h 955271"/>
              <a:gd name="connsiteX66" fmla="*/ 3667539 w 5741575"/>
              <a:gd name="connsiteY66" fmla="*/ 263271 h 955271"/>
              <a:gd name="connsiteX67" fmla="*/ 3727614 w 5741575"/>
              <a:gd name="connsiteY67" fmla="*/ 258245 h 955271"/>
              <a:gd name="connsiteX68" fmla="*/ 3738369 w 5741575"/>
              <a:gd name="connsiteY68" fmla="*/ 234506 h 955271"/>
              <a:gd name="connsiteX69" fmla="*/ 3803670 w 5741575"/>
              <a:gd name="connsiteY69" fmla="*/ 236457 h 955271"/>
              <a:gd name="connsiteX70" fmla="*/ 3903080 w 5741575"/>
              <a:gd name="connsiteY70" fmla="*/ 241890 h 955271"/>
              <a:gd name="connsiteX71" fmla="*/ 4114838 w 5741575"/>
              <a:gd name="connsiteY71" fmla="*/ 238165 h 955271"/>
              <a:gd name="connsiteX72" fmla="*/ 4271023 w 5741575"/>
              <a:gd name="connsiteY72" fmla="*/ 241959 h 955271"/>
              <a:gd name="connsiteX73" fmla="*/ 4367397 w 5741575"/>
              <a:gd name="connsiteY73" fmla="*/ 271442 h 955271"/>
              <a:gd name="connsiteX74" fmla="*/ 4495366 w 5741575"/>
              <a:gd name="connsiteY74" fmla="*/ 271618 h 955271"/>
              <a:gd name="connsiteX75" fmla="*/ 4517347 w 5741575"/>
              <a:gd name="connsiteY75" fmla="*/ 275639 h 955271"/>
              <a:gd name="connsiteX76" fmla="*/ 4546116 w 5741575"/>
              <a:gd name="connsiteY76" fmla="*/ 268568 h 955271"/>
              <a:gd name="connsiteX77" fmla="*/ 4661259 w 5741575"/>
              <a:gd name="connsiteY77" fmla="*/ 238966 h 955271"/>
              <a:gd name="connsiteX78" fmla="*/ 4750403 w 5741575"/>
              <a:gd name="connsiteY78" fmla="*/ 204364 h 955271"/>
              <a:gd name="connsiteX79" fmla="*/ 4867614 w 5741575"/>
              <a:gd name="connsiteY79" fmla="*/ 208668 h 955271"/>
              <a:gd name="connsiteX80" fmla="*/ 4937036 w 5741575"/>
              <a:gd name="connsiteY80" fmla="*/ 195446 h 955271"/>
              <a:gd name="connsiteX81" fmla="*/ 5047626 w 5741575"/>
              <a:gd name="connsiteY81" fmla="*/ 149604 h 955271"/>
              <a:gd name="connsiteX82" fmla="*/ 5200247 w 5741575"/>
              <a:gd name="connsiteY82" fmla="*/ 142695 h 955271"/>
              <a:gd name="connsiteX83" fmla="*/ 5235691 w 5741575"/>
              <a:gd name="connsiteY83" fmla="*/ 173330 h 955271"/>
              <a:gd name="connsiteX84" fmla="*/ 5280133 w 5741575"/>
              <a:gd name="connsiteY84" fmla="*/ 189342 h 955271"/>
              <a:gd name="connsiteX85" fmla="*/ 5291963 w 5741575"/>
              <a:gd name="connsiteY85" fmla="*/ 139446 h 955271"/>
              <a:gd name="connsiteX86" fmla="*/ 5418472 w 5741575"/>
              <a:gd name="connsiteY86" fmla="*/ 89163 h 955271"/>
              <a:gd name="connsiteX87" fmla="*/ 5482354 w 5741575"/>
              <a:gd name="connsiteY87" fmla="*/ 69470 h 955271"/>
              <a:gd name="connsiteX88" fmla="*/ 5583280 w 5741575"/>
              <a:gd name="connsiteY88" fmla="*/ 49787 h 955271"/>
              <a:gd name="connsiteX89" fmla="*/ 5613766 w 5741575"/>
              <a:gd name="connsiteY89" fmla="*/ 41855 h 955271"/>
              <a:gd name="connsiteX90" fmla="*/ 5684952 w 5741575"/>
              <a:gd name="connsiteY90" fmla="*/ 26088 h 955271"/>
              <a:gd name="connsiteX91" fmla="*/ 5741575 w 5741575"/>
              <a:gd name="connsiteY91" fmla="*/ 0 h 955271"/>
              <a:gd name="connsiteX0" fmla="*/ 5741575 w 5741575"/>
              <a:gd name="connsiteY0" fmla="*/ 0 h 955271"/>
              <a:gd name="connsiteX1" fmla="*/ 5741575 w 5741575"/>
              <a:gd name="connsiteY1" fmla="*/ 955271 h 955271"/>
              <a:gd name="connsiteX2" fmla="*/ 0 w 5741575"/>
              <a:gd name="connsiteY2" fmla="*/ 955271 h 955271"/>
              <a:gd name="connsiteX3" fmla="*/ 8558 w 5741575"/>
              <a:gd name="connsiteY3" fmla="*/ 953971 h 955271"/>
              <a:gd name="connsiteX4" fmla="*/ 16894 w 5741575"/>
              <a:gd name="connsiteY4" fmla="*/ 953847 h 955271"/>
              <a:gd name="connsiteX5" fmla="*/ 28156 w 5741575"/>
              <a:gd name="connsiteY5" fmla="*/ 951374 h 955271"/>
              <a:gd name="connsiteX6" fmla="*/ 28293 w 5741575"/>
              <a:gd name="connsiteY6" fmla="*/ 950971 h 955271"/>
              <a:gd name="connsiteX7" fmla="*/ 39115 w 5741575"/>
              <a:gd name="connsiteY7" fmla="*/ 949326 h 955271"/>
              <a:gd name="connsiteX8" fmla="*/ 93851 w 5741575"/>
              <a:gd name="connsiteY8" fmla="*/ 945611 h 955271"/>
              <a:gd name="connsiteX9" fmla="*/ 148657 w 5741575"/>
              <a:gd name="connsiteY9" fmla="*/ 898134 h 955271"/>
              <a:gd name="connsiteX10" fmla="*/ 174554 w 5741575"/>
              <a:gd name="connsiteY10" fmla="*/ 886351 h 955271"/>
              <a:gd name="connsiteX11" fmla="*/ 187633 w 5741575"/>
              <a:gd name="connsiteY11" fmla="*/ 878226 h 955271"/>
              <a:gd name="connsiteX12" fmla="*/ 187961 w 5741575"/>
              <a:gd name="connsiteY12" fmla="*/ 876538 h 955271"/>
              <a:gd name="connsiteX13" fmla="*/ 240501 w 5741575"/>
              <a:gd name="connsiteY13" fmla="*/ 873150 h 955271"/>
              <a:gd name="connsiteX14" fmla="*/ 246345 w 5741575"/>
              <a:gd name="connsiteY14" fmla="*/ 869942 h 955271"/>
              <a:gd name="connsiteX15" fmla="*/ 282041 w 5741575"/>
              <a:gd name="connsiteY15" fmla="*/ 871263 h 955271"/>
              <a:gd name="connsiteX16" fmla="*/ 299711 w 5741575"/>
              <a:gd name="connsiteY16" fmla="*/ 870064 h 955271"/>
              <a:gd name="connsiteX17" fmla="*/ 306299 w 5741575"/>
              <a:gd name="connsiteY17" fmla="*/ 873609 h 955271"/>
              <a:gd name="connsiteX18" fmla="*/ 331571 w 5741575"/>
              <a:gd name="connsiteY18" fmla="*/ 869866 h 955271"/>
              <a:gd name="connsiteX19" fmla="*/ 333872 w 5741575"/>
              <a:gd name="connsiteY19" fmla="*/ 867971 h 955271"/>
              <a:gd name="connsiteX20" fmla="*/ 356953 w 5741575"/>
              <a:gd name="connsiteY20" fmla="*/ 870334 h 955271"/>
              <a:gd name="connsiteX21" fmla="*/ 570239 w 5741575"/>
              <a:gd name="connsiteY21" fmla="*/ 829596 h 955271"/>
              <a:gd name="connsiteX22" fmla="*/ 787156 w 5741575"/>
              <a:gd name="connsiteY22" fmla="*/ 838447 h 955271"/>
              <a:gd name="connsiteX23" fmla="*/ 948872 w 5741575"/>
              <a:gd name="connsiteY23" fmla="*/ 772201 h 955271"/>
              <a:gd name="connsiteX24" fmla="*/ 1127089 w 5741575"/>
              <a:gd name="connsiteY24" fmla="*/ 746926 h 955271"/>
              <a:gd name="connsiteX25" fmla="*/ 1220426 w 5741575"/>
              <a:gd name="connsiteY25" fmla="*/ 721810 h 955271"/>
              <a:gd name="connsiteX26" fmla="*/ 1352027 w 5741575"/>
              <a:gd name="connsiteY26" fmla="*/ 704323 h 955271"/>
              <a:gd name="connsiteX27" fmla="*/ 1374314 w 5741575"/>
              <a:gd name="connsiteY27" fmla="*/ 688815 h 955271"/>
              <a:gd name="connsiteX28" fmla="*/ 1378034 w 5741575"/>
              <a:gd name="connsiteY28" fmla="*/ 685842 h 955271"/>
              <a:gd name="connsiteX29" fmla="*/ 1395604 w 5741575"/>
              <a:gd name="connsiteY29" fmla="*/ 680460 h 955271"/>
              <a:gd name="connsiteX30" fmla="*/ 1397206 w 5741575"/>
              <a:gd name="connsiteY30" fmla="*/ 670793 h 955271"/>
              <a:gd name="connsiteX31" fmla="*/ 1421250 w 5741575"/>
              <a:gd name="connsiteY31" fmla="*/ 656855 h 955271"/>
              <a:gd name="connsiteX32" fmla="*/ 1454524 w 5741575"/>
              <a:gd name="connsiteY32" fmla="*/ 649224 h 955271"/>
              <a:gd name="connsiteX33" fmla="*/ 1616217 w 5741575"/>
              <a:gd name="connsiteY33" fmla="*/ 622107 h 955271"/>
              <a:gd name="connsiteX34" fmla="*/ 1710928 w 5741575"/>
              <a:gd name="connsiteY34" fmla="*/ 600666 h 955271"/>
              <a:gd name="connsiteX35" fmla="*/ 1743718 w 5741575"/>
              <a:gd name="connsiteY35" fmla="*/ 584327 h 955271"/>
              <a:gd name="connsiteX36" fmla="*/ 1873778 w 5741575"/>
              <a:gd name="connsiteY36" fmla="*/ 530130 h 955271"/>
              <a:gd name="connsiteX37" fmla="*/ 1988411 w 5741575"/>
              <a:gd name="connsiteY37" fmla="*/ 491599 h 955271"/>
              <a:gd name="connsiteX38" fmla="*/ 2085507 w 5741575"/>
              <a:gd name="connsiteY38" fmla="*/ 498527 h 955271"/>
              <a:gd name="connsiteX39" fmla="*/ 2090767 w 5741575"/>
              <a:gd name="connsiteY39" fmla="*/ 490616 h 955271"/>
              <a:gd name="connsiteX40" fmla="*/ 2151143 w 5741575"/>
              <a:gd name="connsiteY40" fmla="*/ 478332 h 955271"/>
              <a:gd name="connsiteX41" fmla="*/ 2378710 w 5741575"/>
              <a:gd name="connsiteY41" fmla="*/ 477570 h 955271"/>
              <a:gd name="connsiteX42" fmla="*/ 2496256 w 5741575"/>
              <a:gd name="connsiteY42" fmla="*/ 452396 h 955271"/>
              <a:gd name="connsiteX43" fmla="*/ 2535387 w 5741575"/>
              <a:gd name="connsiteY43" fmla="*/ 436645 h 955271"/>
              <a:gd name="connsiteX44" fmla="*/ 2601109 w 5741575"/>
              <a:gd name="connsiteY44" fmla="*/ 410678 h 955271"/>
              <a:gd name="connsiteX45" fmla="*/ 2643855 w 5741575"/>
              <a:gd name="connsiteY45" fmla="*/ 374482 h 955271"/>
              <a:gd name="connsiteX46" fmla="*/ 2657726 w 5741575"/>
              <a:gd name="connsiteY46" fmla="*/ 365841 h 955271"/>
              <a:gd name="connsiteX47" fmla="*/ 2687125 w 5741575"/>
              <a:gd name="connsiteY47" fmla="*/ 366820 h 955271"/>
              <a:gd name="connsiteX48" fmla="*/ 2697479 w 5741575"/>
              <a:gd name="connsiteY48" fmla="*/ 361430 h 955271"/>
              <a:gd name="connsiteX49" fmla="*/ 2701547 w 5741575"/>
              <a:gd name="connsiteY49" fmla="*/ 361545 h 955271"/>
              <a:gd name="connsiteX50" fmla="*/ 2711054 w 5741575"/>
              <a:gd name="connsiteY50" fmla="*/ 360597 h 955271"/>
              <a:gd name="connsiteX51" fmla="*/ 2710438 w 5741575"/>
              <a:gd name="connsiteY51" fmla="*/ 366958 h 955271"/>
              <a:gd name="connsiteX52" fmla="*/ 2722936 w 5741575"/>
              <a:gd name="connsiteY52" fmla="*/ 377633 h 955271"/>
              <a:gd name="connsiteX53" fmla="*/ 2777227 w 5741575"/>
              <a:gd name="connsiteY53" fmla="*/ 368972 h 955271"/>
              <a:gd name="connsiteX54" fmla="*/ 2779510 w 5741575"/>
              <a:gd name="connsiteY54" fmla="*/ 361652 h 955271"/>
              <a:gd name="connsiteX55" fmla="*/ 2786278 w 5741575"/>
              <a:gd name="connsiteY55" fmla="*/ 359869 h 955271"/>
              <a:gd name="connsiteX56" fmla="*/ 2792101 w 5741575"/>
              <a:gd name="connsiteY56" fmla="*/ 365927 h 955271"/>
              <a:gd name="connsiteX57" fmla="*/ 2885545 w 5741575"/>
              <a:gd name="connsiteY57" fmla="*/ 372818 h 955271"/>
              <a:gd name="connsiteX58" fmla="*/ 3009558 w 5741575"/>
              <a:gd name="connsiteY58" fmla="*/ 370573 h 955271"/>
              <a:gd name="connsiteX59" fmla="*/ 3095010 w 5741575"/>
              <a:gd name="connsiteY59" fmla="*/ 332454 h 955271"/>
              <a:gd name="connsiteX60" fmla="*/ 3103742 w 5741575"/>
              <a:gd name="connsiteY60" fmla="*/ 337974 h 955271"/>
              <a:gd name="connsiteX61" fmla="*/ 3165093 w 5741575"/>
              <a:gd name="connsiteY61" fmla="*/ 329459 h 955271"/>
              <a:gd name="connsiteX62" fmla="*/ 3373785 w 5741575"/>
              <a:gd name="connsiteY62" fmla="*/ 255680 h 955271"/>
              <a:gd name="connsiteX63" fmla="*/ 3493851 w 5741575"/>
              <a:gd name="connsiteY63" fmla="*/ 240255 h 955271"/>
              <a:gd name="connsiteX64" fmla="*/ 3537470 w 5741575"/>
              <a:gd name="connsiteY64" fmla="*/ 241867 h 955271"/>
              <a:gd name="connsiteX65" fmla="*/ 3610489 w 5741575"/>
              <a:gd name="connsiteY65" fmla="*/ 244128 h 955271"/>
              <a:gd name="connsiteX66" fmla="*/ 3667539 w 5741575"/>
              <a:gd name="connsiteY66" fmla="*/ 263271 h 955271"/>
              <a:gd name="connsiteX67" fmla="*/ 3727614 w 5741575"/>
              <a:gd name="connsiteY67" fmla="*/ 258245 h 955271"/>
              <a:gd name="connsiteX68" fmla="*/ 3738369 w 5741575"/>
              <a:gd name="connsiteY68" fmla="*/ 234506 h 955271"/>
              <a:gd name="connsiteX69" fmla="*/ 3803670 w 5741575"/>
              <a:gd name="connsiteY69" fmla="*/ 236457 h 955271"/>
              <a:gd name="connsiteX70" fmla="*/ 3903080 w 5741575"/>
              <a:gd name="connsiteY70" fmla="*/ 241890 h 955271"/>
              <a:gd name="connsiteX71" fmla="*/ 4114838 w 5741575"/>
              <a:gd name="connsiteY71" fmla="*/ 238165 h 955271"/>
              <a:gd name="connsiteX72" fmla="*/ 4271023 w 5741575"/>
              <a:gd name="connsiteY72" fmla="*/ 241959 h 955271"/>
              <a:gd name="connsiteX73" fmla="*/ 4367397 w 5741575"/>
              <a:gd name="connsiteY73" fmla="*/ 271442 h 955271"/>
              <a:gd name="connsiteX74" fmla="*/ 4495366 w 5741575"/>
              <a:gd name="connsiteY74" fmla="*/ 271618 h 955271"/>
              <a:gd name="connsiteX75" fmla="*/ 4517347 w 5741575"/>
              <a:gd name="connsiteY75" fmla="*/ 275639 h 955271"/>
              <a:gd name="connsiteX76" fmla="*/ 4546116 w 5741575"/>
              <a:gd name="connsiteY76" fmla="*/ 268568 h 955271"/>
              <a:gd name="connsiteX77" fmla="*/ 4661259 w 5741575"/>
              <a:gd name="connsiteY77" fmla="*/ 238966 h 955271"/>
              <a:gd name="connsiteX78" fmla="*/ 4750403 w 5741575"/>
              <a:gd name="connsiteY78" fmla="*/ 204364 h 955271"/>
              <a:gd name="connsiteX79" fmla="*/ 4867614 w 5741575"/>
              <a:gd name="connsiteY79" fmla="*/ 208668 h 955271"/>
              <a:gd name="connsiteX80" fmla="*/ 4937036 w 5741575"/>
              <a:gd name="connsiteY80" fmla="*/ 195446 h 955271"/>
              <a:gd name="connsiteX81" fmla="*/ 5047626 w 5741575"/>
              <a:gd name="connsiteY81" fmla="*/ 149604 h 955271"/>
              <a:gd name="connsiteX82" fmla="*/ 5200247 w 5741575"/>
              <a:gd name="connsiteY82" fmla="*/ 142695 h 955271"/>
              <a:gd name="connsiteX83" fmla="*/ 5235691 w 5741575"/>
              <a:gd name="connsiteY83" fmla="*/ 173330 h 955271"/>
              <a:gd name="connsiteX84" fmla="*/ 5280133 w 5741575"/>
              <a:gd name="connsiteY84" fmla="*/ 189342 h 955271"/>
              <a:gd name="connsiteX85" fmla="*/ 5291963 w 5741575"/>
              <a:gd name="connsiteY85" fmla="*/ 139446 h 955271"/>
              <a:gd name="connsiteX86" fmla="*/ 5418472 w 5741575"/>
              <a:gd name="connsiteY86" fmla="*/ 89163 h 955271"/>
              <a:gd name="connsiteX87" fmla="*/ 5482354 w 5741575"/>
              <a:gd name="connsiteY87" fmla="*/ 69470 h 955271"/>
              <a:gd name="connsiteX88" fmla="*/ 5583280 w 5741575"/>
              <a:gd name="connsiteY88" fmla="*/ 49787 h 955271"/>
              <a:gd name="connsiteX89" fmla="*/ 5613766 w 5741575"/>
              <a:gd name="connsiteY89" fmla="*/ 41855 h 955271"/>
              <a:gd name="connsiteX90" fmla="*/ 5684952 w 5741575"/>
              <a:gd name="connsiteY90" fmla="*/ 26088 h 955271"/>
              <a:gd name="connsiteX91" fmla="*/ 5741575 w 5741575"/>
              <a:gd name="connsiteY91" fmla="*/ 0 h 955271"/>
              <a:gd name="connsiteX0" fmla="*/ 5741575 w 5741575"/>
              <a:gd name="connsiteY0" fmla="*/ 0 h 955271"/>
              <a:gd name="connsiteX1" fmla="*/ 5741575 w 5741575"/>
              <a:gd name="connsiteY1" fmla="*/ 955271 h 955271"/>
              <a:gd name="connsiteX2" fmla="*/ 0 w 5741575"/>
              <a:gd name="connsiteY2" fmla="*/ 955271 h 955271"/>
              <a:gd name="connsiteX3" fmla="*/ 8558 w 5741575"/>
              <a:gd name="connsiteY3" fmla="*/ 953971 h 955271"/>
              <a:gd name="connsiteX4" fmla="*/ 16894 w 5741575"/>
              <a:gd name="connsiteY4" fmla="*/ 953847 h 955271"/>
              <a:gd name="connsiteX5" fmla="*/ 28156 w 5741575"/>
              <a:gd name="connsiteY5" fmla="*/ 951374 h 955271"/>
              <a:gd name="connsiteX6" fmla="*/ 28293 w 5741575"/>
              <a:gd name="connsiteY6" fmla="*/ 950971 h 955271"/>
              <a:gd name="connsiteX7" fmla="*/ 39115 w 5741575"/>
              <a:gd name="connsiteY7" fmla="*/ 949326 h 955271"/>
              <a:gd name="connsiteX8" fmla="*/ 93851 w 5741575"/>
              <a:gd name="connsiteY8" fmla="*/ 945611 h 955271"/>
              <a:gd name="connsiteX9" fmla="*/ 148657 w 5741575"/>
              <a:gd name="connsiteY9" fmla="*/ 898134 h 955271"/>
              <a:gd name="connsiteX10" fmla="*/ 174554 w 5741575"/>
              <a:gd name="connsiteY10" fmla="*/ 886351 h 955271"/>
              <a:gd name="connsiteX11" fmla="*/ 187633 w 5741575"/>
              <a:gd name="connsiteY11" fmla="*/ 878226 h 955271"/>
              <a:gd name="connsiteX12" fmla="*/ 187961 w 5741575"/>
              <a:gd name="connsiteY12" fmla="*/ 876538 h 955271"/>
              <a:gd name="connsiteX13" fmla="*/ 240501 w 5741575"/>
              <a:gd name="connsiteY13" fmla="*/ 873150 h 955271"/>
              <a:gd name="connsiteX14" fmla="*/ 246345 w 5741575"/>
              <a:gd name="connsiteY14" fmla="*/ 869942 h 955271"/>
              <a:gd name="connsiteX15" fmla="*/ 282041 w 5741575"/>
              <a:gd name="connsiteY15" fmla="*/ 871263 h 955271"/>
              <a:gd name="connsiteX16" fmla="*/ 299711 w 5741575"/>
              <a:gd name="connsiteY16" fmla="*/ 870064 h 955271"/>
              <a:gd name="connsiteX17" fmla="*/ 306299 w 5741575"/>
              <a:gd name="connsiteY17" fmla="*/ 873609 h 955271"/>
              <a:gd name="connsiteX18" fmla="*/ 331571 w 5741575"/>
              <a:gd name="connsiteY18" fmla="*/ 869866 h 955271"/>
              <a:gd name="connsiteX19" fmla="*/ 333872 w 5741575"/>
              <a:gd name="connsiteY19" fmla="*/ 867971 h 955271"/>
              <a:gd name="connsiteX20" fmla="*/ 356953 w 5741575"/>
              <a:gd name="connsiteY20" fmla="*/ 870334 h 955271"/>
              <a:gd name="connsiteX21" fmla="*/ 570239 w 5741575"/>
              <a:gd name="connsiteY21" fmla="*/ 829596 h 955271"/>
              <a:gd name="connsiteX22" fmla="*/ 787156 w 5741575"/>
              <a:gd name="connsiteY22" fmla="*/ 838447 h 955271"/>
              <a:gd name="connsiteX23" fmla="*/ 948872 w 5741575"/>
              <a:gd name="connsiteY23" fmla="*/ 772201 h 955271"/>
              <a:gd name="connsiteX24" fmla="*/ 1127089 w 5741575"/>
              <a:gd name="connsiteY24" fmla="*/ 746926 h 955271"/>
              <a:gd name="connsiteX25" fmla="*/ 1220426 w 5741575"/>
              <a:gd name="connsiteY25" fmla="*/ 721810 h 955271"/>
              <a:gd name="connsiteX26" fmla="*/ 1306771 w 5741575"/>
              <a:gd name="connsiteY26" fmla="*/ 717936 h 955271"/>
              <a:gd name="connsiteX27" fmla="*/ 1374314 w 5741575"/>
              <a:gd name="connsiteY27" fmla="*/ 688815 h 955271"/>
              <a:gd name="connsiteX28" fmla="*/ 1378034 w 5741575"/>
              <a:gd name="connsiteY28" fmla="*/ 685842 h 955271"/>
              <a:gd name="connsiteX29" fmla="*/ 1395604 w 5741575"/>
              <a:gd name="connsiteY29" fmla="*/ 680460 h 955271"/>
              <a:gd name="connsiteX30" fmla="*/ 1397206 w 5741575"/>
              <a:gd name="connsiteY30" fmla="*/ 670793 h 955271"/>
              <a:gd name="connsiteX31" fmla="*/ 1421250 w 5741575"/>
              <a:gd name="connsiteY31" fmla="*/ 656855 h 955271"/>
              <a:gd name="connsiteX32" fmla="*/ 1454524 w 5741575"/>
              <a:gd name="connsiteY32" fmla="*/ 649224 h 955271"/>
              <a:gd name="connsiteX33" fmla="*/ 1616217 w 5741575"/>
              <a:gd name="connsiteY33" fmla="*/ 622107 h 955271"/>
              <a:gd name="connsiteX34" fmla="*/ 1710928 w 5741575"/>
              <a:gd name="connsiteY34" fmla="*/ 600666 h 955271"/>
              <a:gd name="connsiteX35" fmla="*/ 1743718 w 5741575"/>
              <a:gd name="connsiteY35" fmla="*/ 584327 h 955271"/>
              <a:gd name="connsiteX36" fmla="*/ 1873778 w 5741575"/>
              <a:gd name="connsiteY36" fmla="*/ 530130 h 955271"/>
              <a:gd name="connsiteX37" fmla="*/ 1988411 w 5741575"/>
              <a:gd name="connsiteY37" fmla="*/ 491599 h 955271"/>
              <a:gd name="connsiteX38" fmla="*/ 2085507 w 5741575"/>
              <a:gd name="connsiteY38" fmla="*/ 498527 h 955271"/>
              <a:gd name="connsiteX39" fmla="*/ 2090767 w 5741575"/>
              <a:gd name="connsiteY39" fmla="*/ 490616 h 955271"/>
              <a:gd name="connsiteX40" fmla="*/ 2151143 w 5741575"/>
              <a:gd name="connsiteY40" fmla="*/ 478332 h 955271"/>
              <a:gd name="connsiteX41" fmla="*/ 2378710 w 5741575"/>
              <a:gd name="connsiteY41" fmla="*/ 477570 h 955271"/>
              <a:gd name="connsiteX42" fmla="*/ 2496256 w 5741575"/>
              <a:gd name="connsiteY42" fmla="*/ 452396 h 955271"/>
              <a:gd name="connsiteX43" fmla="*/ 2535387 w 5741575"/>
              <a:gd name="connsiteY43" fmla="*/ 436645 h 955271"/>
              <a:gd name="connsiteX44" fmla="*/ 2601109 w 5741575"/>
              <a:gd name="connsiteY44" fmla="*/ 410678 h 955271"/>
              <a:gd name="connsiteX45" fmla="*/ 2643855 w 5741575"/>
              <a:gd name="connsiteY45" fmla="*/ 374482 h 955271"/>
              <a:gd name="connsiteX46" fmla="*/ 2657726 w 5741575"/>
              <a:gd name="connsiteY46" fmla="*/ 365841 h 955271"/>
              <a:gd name="connsiteX47" fmla="*/ 2687125 w 5741575"/>
              <a:gd name="connsiteY47" fmla="*/ 366820 h 955271"/>
              <a:gd name="connsiteX48" fmla="*/ 2697479 w 5741575"/>
              <a:gd name="connsiteY48" fmla="*/ 361430 h 955271"/>
              <a:gd name="connsiteX49" fmla="*/ 2701547 w 5741575"/>
              <a:gd name="connsiteY49" fmla="*/ 361545 h 955271"/>
              <a:gd name="connsiteX50" fmla="*/ 2711054 w 5741575"/>
              <a:gd name="connsiteY50" fmla="*/ 360597 h 955271"/>
              <a:gd name="connsiteX51" fmla="*/ 2710438 w 5741575"/>
              <a:gd name="connsiteY51" fmla="*/ 366958 h 955271"/>
              <a:gd name="connsiteX52" fmla="*/ 2722936 w 5741575"/>
              <a:gd name="connsiteY52" fmla="*/ 377633 h 955271"/>
              <a:gd name="connsiteX53" fmla="*/ 2777227 w 5741575"/>
              <a:gd name="connsiteY53" fmla="*/ 368972 h 955271"/>
              <a:gd name="connsiteX54" fmla="*/ 2779510 w 5741575"/>
              <a:gd name="connsiteY54" fmla="*/ 361652 h 955271"/>
              <a:gd name="connsiteX55" fmla="*/ 2786278 w 5741575"/>
              <a:gd name="connsiteY55" fmla="*/ 359869 h 955271"/>
              <a:gd name="connsiteX56" fmla="*/ 2792101 w 5741575"/>
              <a:gd name="connsiteY56" fmla="*/ 365927 h 955271"/>
              <a:gd name="connsiteX57" fmla="*/ 2885545 w 5741575"/>
              <a:gd name="connsiteY57" fmla="*/ 372818 h 955271"/>
              <a:gd name="connsiteX58" fmla="*/ 3009558 w 5741575"/>
              <a:gd name="connsiteY58" fmla="*/ 370573 h 955271"/>
              <a:gd name="connsiteX59" fmla="*/ 3095010 w 5741575"/>
              <a:gd name="connsiteY59" fmla="*/ 332454 h 955271"/>
              <a:gd name="connsiteX60" fmla="*/ 3103742 w 5741575"/>
              <a:gd name="connsiteY60" fmla="*/ 337974 h 955271"/>
              <a:gd name="connsiteX61" fmla="*/ 3165093 w 5741575"/>
              <a:gd name="connsiteY61" fmla="*/ 329459 h 955271"/>
              <a:gd name="connsiteX62" fmla="*/ 3373785 w 5741575"/>
              <a:gd name="connsiteY62" fmla="*/ 255680 h 955271"/>
              <a:gd name="connsiteX63" fmla="*/ 3493851 w 5741575"/>
              <a:gd name="connsiteY63" fmla="*/ 240255 h 955271"/>
              <a:gd name="connsiteX64" fmla="*/ 3537470 w 5741575"/>
              <a:gd name="connsiteY64" fmla="*/ 241867 h 955271"/>
              <a:gd name="connsiteX65" fmla="*/ 3610489 w 5741575"/>
              <a:gd name="connsiteY65" fmla="*/ 244128 h 955271"/>
              <a:gd name="connsiteX66" fmla="*/ 3667539 w 5741575"/>
              <a:gd name="connsiteY66" fmla="*/ 263271 h 955271"/>
              <a:gd name="connsiteX67" fmla="*/ 3727614 w 5741575"/>
              <a:gd name="connsiteY67" fmla="*/ 258245 h 955271"/>
              <a:gd name="connsiteX68" fmla="*/ 3738369 w 5741575"/>
              <a:gd name="connsiteY68" fmla="*/ 234506 h 955271"/>
              <a:gd name="connsiteX69" fmla="*/ 3803670 w 5741575"/>
              <a:gd name="connsiteY69" fmla="*/ 236457 h 955271"/>
              <a:gd name="connsiteX70" fmla="*/ 3903080 w 5741575"/>
              <a:gd name="connsiteY70" fmla="*/ 241890 h 955271"/>
              <a:gd name="connsiteX71" fmla="*/ 4114838 w 5741575"/>
              <a:gd name="connsiteY71" fmla="*/ 238165 h 955271"/>
              <a:gd name="connsiteX72" fmla="*/ 4271023 w 5741575"/>
              <a:gd name="connsiteY72" fmla="*/ 241959 h 955271"/>
              <a:gd name="connsiteX73" fmla="*/ 4367397 w 5741575"/>
              <a:gd name="connsiteY73" fmla="*/ 271442 h 955271"/>
              <a:gd name="connsiteX74" fmla="*/ 4495366 w 5741575"/>
              <a:gd name="connsiteY74" fmla="*/ 271618 h 955271"/>
              <a:gd name="connsiteX75" fmla="*/ 4517347 w 5741575"/>
              <a:gd name="connsiteY75" fmla="*/ 275639 h 955271"/>
              <a:gd name="connsiteX76" fmla="*/ 4546116 w 5741575"/>
              <a:gd name="connsiteY76" fmla="*/ 268568 h 955271"/>
              <a:gd name="connsiteX77" fmla="*/ 4661259 w 5741575"/>
              <a:gd name="connsiteY77" fmla="*/ 238966 h 955271"/>
              <a:gd name="connsiteX78" fmla="*/ 4750403 w 5741575"/>
              <a:gd name="connsiteY78" fmla="*/ 204364 h 955271"/>
              <a:gd name="connsiteX79" fmla="*/ 4867614 w 5741575"/>
              <a:gd name="connsiteY79" fmla="*/ 208668 h 955271"/>
              <a:gd name="connsiteX80" fmla="*/ 4937036 w 5741575"/>
              <a:gd name="connsiteY80" fmla="*/ 195446 h 955271"/>
              <a:gd name="connsiteX81" fmla="*/ 5047626 w 5741575"/>
              <a:gd name="connsiteY81" fmla="*/ 149604 h 955271"/>
              <a:gd name="connsiteX82" fmla="*/ 5200247 w 5741575"/>
              <a:gd name="connsiteY82" fmla="*/ 142695 h 955271"/>
              <a:gd name="connsiteX83" fmla="*/ 5235691 w 5741575"/>
              <a:gd name="connsiteY83" fmla="*/ 173330 h 955271"/>
              <a:gd name="connsiteX84" fmla="*/ 5280133 w 5741575"/>
              <a:gd name="connsiteY84" fmla="*/ 189342 h 955271"/>
              <a:gd name="connsiteX85" fmla="*/ 5291963 w 5741575"/>
              <a:gd name="connsiteY85" fmla="*/ 139446 h 955271"/>
              <a:gd name="connsiteX86" fmla="*/ 5418472 w 5741575"/>
              <a:gd name="connsiteY86" fmla="*/ 89163 h 955271"/>
              <a:gd name="connsiteX87" fmla="*/ 5482354 w 5741575"/>
              <a:gd name="connsiteY87" fmla="*/ 69470 h 955271"/>
              <a:gd name="connsiteX88" fmla="*/ 5583280 w 5741575"/>
              <a:gd name="connsiteY88" fmla="*/ 49787 h 955271"/>
              <a:gd name="connsiteX89" fmla="*/ 5613766 w 5741575"/>
              <a:gd name="connsiteY89" fmla="*/ 41855 h 955271"/>
              <a:gd name="connsiteX90" fmla="*/ 5684952 w 5741575"/>
              <a:gd name="connsiteY90" fmla="*/ 26088 h 955271"/>
              <a:gd name="connsiteX91" fmla="*/ 5741575 w 5741575"/>
              <a:gd name="connsiteY91" fmla="*/ 0 h 955271"/>
              <a:gd name="connsiteX0" fmla="*/ 5741575 w 5741575"/>
              <a:gd name="connsiteY0" fmla="*/ 0 h 955271"/>
              <a:gd name="connsiteX1" fmla="*/ 5741575 w 5741575"/>
              <a:gd name="connsiteY1" fmla="*/ 955271 h 955271"/>
              <a:gd name="connsiteX2" fmla="*/ 0 w 5741575"/>
              <a:gd name="connsiteY2" fmla="*/ 955271 h 955271"/>
              <a:gd name="connsiteX3" fmla="*/ 8558 w 5741575"/>
              <a:gd name="connsiteY3" fmla="*/ 953971 h 955271"/>
              <a:gd name="connsiteX4" fmla="*/ 16894 w 5741575"/>
              <a:gd name="connsiteY4" fmla="*/ 953847 h 955271"/>
              <a:gd name="connsiteX5" fmla="*/ 28156 w 5741575"/>
              <a:gd name="connsiteY5" fmla="*/ 951374 h 955271"/>
              <a:gd name="connsiteX6" fmla="*/ 28293 w 5741575"/>
              <a:gd name="connsiteY6" fmla="*/ 950971 h 955271"/>
              <a:gd name="connsiteX7" fmla="*/ 39115 w 5741575"/>
              <a:gd name="connsiteY7" fmla="*/ 949326 h 955271"/>
              <a:gd name="connsiteX8" fmla="*/ 93851 w 5741575"/>
              <a:gd name="connsiteY8" fmla="*/ 945611 h 955271"/>
              <a:gd name="connsiteX9" fmla="*/ 148657 w 5741575"/>
              <a:gd name="connsiteY9" fmla="*/ 898134 h 955271"/>
              <a:gd name="connsiteX10" fmla="*/ 174554 w 5741575"/>
              <a:gd name="connsiteY10" fmla="*/ 886351 h 955271"/>
              <a:gd name="connsiteX11" fmla="*/ 187633 w 5741575"/>
              <a:gd name="connsiteY11" fmla="*/ 878226 h 955271"/>
              <a:gd name="connsiteX12" fmla="*/ 187961 w 5741575"/>
              <a:gd name="connsiteY12" fmla="*/ 876538 h 955271"/>
              <a:gd name="connsiteX13" fmla="*/ 240501 w 5741575"/>
              <a:gd name="connsiteY13" fmla="*/ 873150 h 955271"/>
              <a:gd name="connsiteX14" fmla="*/ 246345 w 5741575"/>
              <a:gd name="connsiteY14" fmla="*/ 869942 h 955271"/>
              <a:gd name="connsiteX15" fmla="*/ 282041 w 5741575"/>
              <a:gd name="connsiteY15" fmla="*/ 871263 h 955271"/>
              <a:gd name="connsiteX16" fmla="*/ 299711 w 5741575"/>
              <a:gd name="connsiteY16" fmla="*/ 870064 h 955271"/>
              <a:gd name="connsiteX17" fmla="*/ 306299 w 5741575"/>
              <a:gd name="connsiteY17" fmla="*/ 873609 h 955271"/>
              <a:gd name="connsiteX18" fmla="*/ 331571 w 5741575"/>
              <a:gd name="connsiteY18" fmla="*/ 869866 h 955271"/>
              <a:gd name="connsiteX19" fmla="*/ 333872 w 5741575"/>
              <a:gd name="connsiteY19" fmla="*/ 867971 h 955271"/>
              <a:gd name="connsiteX20" fmla="*/ 356953 w 5741575"/>
              <a:gd name="connsiteY20" fmla="*/ 870334 h 955271"/>
              <a:gd name="connsiteX21" fmla="*/ 570239 w 5741575"/>
              <a:gd name="connsiteY21" fmla="*/ 829596 h 955271"/>
              <a:gd name="connsiteX22" fmla="*/ 787156 w 5741575"/>
              <a:gd name="connsiteY22" fmla="*/ 838447 h 955271"/>
              <a:gd name="connsiteX23" fmla="*/ 948872 w 5741575"/>
              <a:gd name="connsiteY23" fmla="*/ 772201 h 955271"/>
              <a:gd name="connsiteX24" fmla="*/ 1127089 w 5741575"/>
              <a:gd name="connsiteY24" fmla="*/ 746926 h 955271"/>
              <a:gd name="connsiteX25" fmla="*/ 1220426 w 5741575"/>
              <a:gd name="connsiteY25" fmla="*/ 721810 h 955271"/>
              <a:gd name="connsiteX26" fmla="*/ 1306771 w 5741575"/>
              <a:gd name="connsiteY26" fmla="*/ 717936 h 955271"/>
              <a:gd name="connsiteX27" fmla="*/ 1374314 w 5741575"/>
              <a:gd name="connsiteY27" fmla="*/ 688815 h 955271"/>
              <a:gd name="connsiteX28" fmla="*/ 1378034 w 5741575"/>
              <a:gd name="connsiteY28" fmla="*/ 685842 h 955271"/>
              <a:gd name="connsiteX29" fmla="*/ 1395604 w 5741575"/>
              <a:gd name="connsiteY29" fmla="*/ 680460 h 955271"/>
              <a:gd name="connsiteX30" fmla="*/ 1397206 w 5741575"/>
              <a:gd name="connsiteY30" fmla="*/ 670793 h 955271"/>
              <a:gd name="connsiteX31" fmla="*/ 1421250 w 5741575"/>
              <a:gd name="connsiteY31" fmla="*/ 656855 h 955271"/>
              <a:gd name="connsiteX32" fmla="*/ 1454524 w 5741575"/>
              <a:gd name="connsiteY32" fmla="*/ 649224 h 955271"/>
              <a:gd name="connsiteX33" fmla="*/ 1616217 w 5741575"/>
              <a:gd name="connsiteY33" fmla="*/ 622107 h 955271"/>
              <a:gd name="connsiteX34" fmla="*/ 1710928 w 5741575"/>
              <a:gd name="connsiteY34" fmla="*/ 600666 h 955271"/>
              <a:gd name="connsiteX35" fmla="*/ 1743718 w 5741575"/>
              <a:gd name="connsiteY35" fmla="*/ 584327 h 955271"/>
              <a:gd name="connsiteX36" fmla="*/ 1873778 w 5741575"/>
              <a:gd name="connsiteY36" fmla="*/ 530130 h 955271"/>
              <a:gd name="connsiteX37" fmla="*/ 1988411 w 5741575"/>
              <a:gd name="connsiteY37" fmla="*/ 491599 h 955271"/>
              <a:gd name="connsiteX38" fmla="*/ 2085507 w 5741575"/>
              <a:gd name="connsiteY38" fmla="*/ 498527 h 955271"/>
              <a:gd name="connsiteX39" fmla="*/ 2090767 w 5741575"/>
              <a:gd name="connsiteY39" fmla="*/ 490616 h 955271"/>
              <a:gd name="connsiteX40" fmla="*/ 2151143 w 5741575"/>
              <a:gd name="connsiteY40" fmla="*/ 478332 h 955271"/>
              <a:gd name="connsiteX41" fmla="*/ 2378710 w 5741575"/>
              <a:gd name="connsiteY41" fmla="*/ 477570 h 955271"/>
              <a:gd name="connsiteX42" fmla="*/ 2496256 w 5741575"/>
              <a:gd name="connsiteY42" fmla="*/ 452396 h 955271"/>
              <a:gd name="connsiteX43" fmla="*/ 2535387 w 5741575"/>
              <a:gd name="connsiteY43" fmla="*/ 436645 h 955271"/>
              <a:gd name="connsiteX44" fmla="*/ 2601109 w 5741575"/>
              <a:gd name="connsiteY44" fmla="*/ 410678 h 955271"/>
              <a:gd name="connsiteX45" fmla="*/ 2643855 w 5741575"/>
              <a:gd name="connsiteY45" fmla="*/ 374482 h 955271"/>
              <a:gd name="connsiteX46" fmla="*/ 2657726 w 5741575"/>
              <a:gd name="connsiteY46" fmla="*/ 365841 h 955271"/>
              <a:gd name="connsiteX47" fmla="*/ 2687125 w 5741575"/>
              <a:gd name="connsiteY47" fmla="*/ 366820 h 955271"/>
              <a:gd name="connsiteX48" fmla="*/ 2697479 w 5741575"/>
              <a:gd name="connsiteY48" fmla="*/ 361430 h 955271"/>
              <a:gd name="connsiteX49" fmla="*/ 2701547 w 5741575"/>
              <a:gd name="connsiteY49" fmla="*/ 361545 h 955271"/>
              <a:gd name="connsiteX50" fmla="*/ 2711054 w 5741575"/>
              <a:gd name="connsiteY50" fmla="*/ 360597 h 955271"/>
              <a:gd name="connsiteX51" fmla="*/ 2710438 w 5741575"/>
              <a:gd name="connsiteY51" fmla="*/ 366958 h 955271"/>
              <a:gd name="connsiteX52" fmla="*/ 2722936 w 5741575"/>
              <a:gd name="connsiteY52" fmla="*/ 377633 h 955271"/>
              <a:gd name="connsiteX53" fmla="*/ 2777227 w 5741575"/>
              <a:gd name="connsiteY53" fmla="*/ 368972 h 955271"/>
              <a:gd name="connsiteX54" fmla="*/ 2779510 w 5741575"/>
              <a:gd name="connsiteY54" fmla="*/ 361652 h 955271"/>
              <a:gd name="connsiteX55" fmla="*/ 2786278 w 5741575"/>
              <a:gd name="connsiteY55" fmla="*/ 359869 h 955271"/>
              <a:gd name="connsiteX56" fmla="*/ 2792101 w 5741575"/>
              <a:gd name="connsiteY56" fmla="*/ 365927 h 955271"/>
              <a:gd name="connsiteX57" fmla="*/ 2885545 w 5741575"/>
              <a:gd name="connsiteY57" fmla="*/ 372818 h 955271"/>
              <a:gd name="connsiteX58" fmla="*/ 3009558 w 5741575"/>
              <a:gd name="connsiteY58" fmla="*/ 370573 h 955271"/>
              <a:gd name="connsiteX59" fmla="*/ 3095010 w 5741575"/>
              <a:gd name="connsiteY59" fmla="*/ 332454 h 955271"/>
              <a:gd name="connsiteX60" fmla="*/ 3103742 w 5741575"/>
              <a:gd name="connsiteY60" fmla="*/ 337974 h 955271"/>
              <a:gd name="connsiteX61" fmla="*/ 3165093 w 5741575"/>
              <a:gd name="connsiteY61" fmla="*/ 329459 h 955271"/>
              <a:gd name="connsiteX62" fmla="*/ 3373785 w 5741575"/>
              <a:gd name="connsiteY62" fmla="*/ 255680 h 955271"/>
              <a:gd name="connsiteX63" fmla="*/ 3493851 w 5741575"/>
              <a:gd name="connsiteY63" fmla="*/ 240255 h 955271"/>
              <a:gd name="connsiteX64" fmla="*/ 3537470 w 5741575"/>
              <a:gd name="connsiteY64" fmla="*/ 241867 h 955271"/>
              <a:gd name="connsiteX65" fmla="*/ 3610489 w 5741575"/>
              <a:gd name="connsiteY65" fmla="*/ 244128 h 955271"/>
              <a:gd name="connsiteX66" fmla="*/ 3667539 w 5741575"/>
              <a:gd name="connsiteY66" fmla="*/ 263271 h 955271"/>
              <a:gd name="connsiteX67" fmla="*/ 3727614 w 5741575"/>
              <a:gd name="connsiteY67" fmla="*/ 258245 h 955271"/>
              <a:gd name="connsiteX68" fmla="*/ 3738369 w 5741575"/>
              <a:gd name="connsiteY68" fmla="*/ 234506 h 955271"/>
              <a:gd name="connsiteX69" fmla="*/ 3803670 w 5741575"/>
              <a:gd name="connsiteY69" fmla="*/ 236457 h 955271"/>
              <a:gd name="connsiteX70" fmla="*/ 3903080 w 5741575"/>
              <a:gd name="connsiteY70" fmla="*/ 241890 h 955271"/>
              <a:gd name="connsiteX71" fmla="*/ 4114838 w 5741575"/>
              <a:gd name="connsiteY71" fmla="*/ 238165 h 955271"/>
              <a:gd name="connsiteX72" fmla="*/ 4271023 w 5741575"/>
              <a:gd name="connsiteY72" fmla="*/ 241959 h 955271"/>
              <a:gd name="connsiteX73" fmla="*/ 4367397 w 5741575"/>
              <a:gd name="connsiteY73" fmla="*/ 271442 h 955271"/>
              <a:gd name="connsiteX74" fmla="*/ 4495366 w 5741575"/>
              <a:gd name="connsiteY74" fmla="*/ 271618 h 955271"/>
              <a:gd name="connsiteX75" fmla="*/ 4517347 w 5741575"/>
              <a:gd name="connsiteY75" fmla="*/ 275639 h 955271"/>
              <a:gd name="connsiteX76" fmla="*/ 4546116 w 5741575"/>
              <a:gd name="connsiteY76" fmla="*/ 268568 h 955271"/>
              <a:gd name="connsiteX77" fmla="*/ 4661259 w 5741575"/>
              <a:gd name="connsiteY77" fmla="*/ 238966 h 955271"/>
              <a:gd name="connsiteX78" fmla="*/ 4750403 w 5741575"/>
              <a:gd name="connsiteY78" fmla="*/ 204364 h 955271"/>
              <a:gd name="connsiteX79" fmla="*/ 4867614 w 5741575"/>
              <a:gd name="connsiteY79" fmla="*/ 208668 h 955271"/>
              <a:gd name="connsiteX80" fmla="*/ 4937036 w 5741575"/>
              <a:gd name="connsiteY80" fmla="*/ 195446 h 955271"/>
              <a:gd name="connsiteX81" fmla="*/ 5047626 w 5741575"/>
              <a:gd name="connsiteY81" fmla="*/ 149604 h 955271"/>
              <a:gd name="connsiteX82" fmla="*/ 5200247 w 5741575"/>
              <a:gd name="connsiteY82" fmla="*/ 142695 h 955271"/>
              <a:gd name="connsiteX83" fmla="*/ 5235691 w 5741575"/>
              <a:gd name="connsiteY83" fmla="*/ 173330 h 955271"/>
              <a:gd name="connsiteX84" fmla="*/ 5280133 w 5741575"/>
              <a:gd name="connsiteY84" fmla="*/ 189342 h 955271"/>
              <a:gd name="connsiteX85" fmla="*/ 5291963 w 5741575"/>
              <a:gd name="connsiteY85" fmla="*/ 139446 h 955271"/>
              <a:gd name="connsiteX86" fmla="*/ 5418472 w 5741575"/>
              <a:gd name="connsiteY86" fmla="*/ 89163 h 955271"/>
              <a:gd name="connsiteX87" fmla="*/ 5482354 w 5741575"/>
              <a:gd name="connsiteY87" fmla="*/ 69470 h 955271"/>
              <a:gd name="connsiteX88" fmla="*/ 5583280 w 5741575"/>
              <a:gd name="connsiteY88" fmla="*/ 49787 h 955271"/>
              <a:gd name="connsiteX89" fmla="*/ 5613766 w 5741575"/>
              <a:gd name="connsiteY89" fmla="*/ 41855 h 955271"/>
              <a:gd name="connsiteX90" fmla="*/ 5684952 w 5741575"/>
              <a:gd name="connsiteY90" fmla="*/ 26088 h 955271"/>
              <a:gd name="connsiteX91" fmla="*/ 5741575 w 5741575"/>
              <a:gd name="connsiteY91" fmla="*/ 0 h 955271"/>
              <a:gd name="connsiteX0" fmla="*/ 5741575 w 5741575"/>
              <a:gd name="connsiteY0" fmla="*/ 0 h 955271"/>
              <a:gd name="connsiteX1" fmla="*/ 5741575 w 5741575"/>
              <a:gd name="connsiteY1" fmla="*/ 955271 h 955271"/>
              <a:gd name="connsiteX2" fmla="*/ 0 w 5741575"/>
              <a:gd name="connsiteY2" fmla="*/ 955271 h 955271"/>
              <a:gd name="connsiteX3" fmla="*/ 8558 w 5741575"/>
              <a:gd name="connsiteY3" fmla="*/ 953971 h 955271"/>
              <a:gd name="connsiteX4" fmla="*/ 16894 w 5741575"/>
              <a:gd name="connsiteY4" fmla="*/ 953847 h 955271"/>
              <a:gd name="connsiteX5" fmla="*/ 28156 w 5741575"/>
              <a:gd name="connsiteY5" fmla="*/ 951374 h 955271"/>
              <a:gd name="connsiteX6" fmla="*/ 28293 w 5741575"/>
              <a:gd name="connsiteY6" fmla="*/ 950971 h 955271"/>
              <a:gd name="connsiteX7" fmla="*/ 39115 w 5741575"/>
              <a:gd name="connsiteY7" fmla="*/ 949326 h 955271"/>
              <a:gd name="connsiteX8" fmla="*/ 93851 w 5741575"/>
              <a:gd name="connsiteY8" fmla="*/ 945611 h 955271"/>
              <a:gd name="connsiteX9" fmla="*/ 148657 w 5741575"/>
              <a:gd name="connsiteY9" fmla="*/ 898134 h 955271"/>
              <a:gd name="connsiteX10" fmla="*/ 174554 w 5741575"/>
              <a:gd name="connsiteY10" fmla="*/ 886351 h 955271"/>
              <a:gd name="connsiteX11" fmla="*/ 187633 w 5741575"/>
              <a:gd name="connsiteY11" fmla="*/ 878226 h 955271"/>
              <a:gd name="connsiteX12" fmla="*/ 187961 w 5741575"/>
              <a:gd name="connsiteY12" fmla="*/ 876538 h 955271"/>
              <a:gd name="connsiteX13" fmla="*/ 240501 w 5741575"/>
              <a:gd name="connsiteY13" fmla="*/ 873150 h 955271"/>
              <a:gd name="connsiteX14" fmla="*/ 246345 w 5741575"/>
              <a:gd name="connsiteY14" fmla="*/ 869942 h 955271"/>
              <a:gd name="connsiteX15" fmla="*/ 282041 w 5741575"/>
              <a:gd name="connsiteY15" fmla="*/ 871263 h 955271"/>
              <a:gd name="connsiteX16" fmla="*/ 299711 w 5741575"/>
              <a:gd name="connsiteY16" fmla="*/ 870064 h 955271"/>
              <a:gd name="connsiteX17" fmla="*/ 306299 w 5741575"/>
              <a:gd name="connsiteY17" fmla="*/ 873609 h 955271"/>
              <a:gd name="connsiteX18" fmla="*/ 331571 w 5741575"/>
              <a:gd name="connsiteY18" fmla="*/ 869866 h 955271"/>
              <a:gd name="connsiteX19" fmla="*/ 333872 w 5741575"/>
              <a:gd name="connsiteY19" fmla="*/ 867971 h 955271"/>
              <a:gd name="connsiteX20" fmla="*/ 477637 w 5741575"/>
              <a:gd name="connsiteY20" fmla="*/ 870334 h 955271"/>
              <a:gd name="connsiteX21" fmla="*/ 570239 w 5741575"/>
              <a:gd name="connsiteY21" fmla="*/ 829596 h 955271"/>
              <a:gd name="connsiteX22" fmla="*/ 787156 w 5741575"/>
              <a:gd name="connsiteY22" fmla="*/ 838447 h 955271"/>
              <a:gd name="connsiteX23" fmla="*/ 948872 w 5741575"/>
              <a:gd name="connsiteY23" fmla="*/ 772201 h 955271"/>
              <a:gd name="connsiteX24" fmla="*/ 1127089 w 5741575"/>
              <a:gd name="connsiteY24" fmla="*/ 746926 h 955271"/>
              <a:gd name="connsiteX25" fmla="*/ 1220426 w 5741575"/>
              <a:gd name="connsiteY25" fmla="*/ 721810 h 955271"/>
              <a:gd name="connsiteX26" fmla="*/ 1306771 w 5741575"/>
              <a:gd name="connsiteY26" fmla="*/ 717936 h 955271"/>
              <a:gd name="connsiteX27" fmla="*/ 1374314 w 5741575"/>
              <a:gd name="connsiteY27" fmla="*/ 688815 h 955271"/>
              <a:gd name="connsiteX28" fmla="*/ 1378034 w 5741575"/>
              <a:gd name="connsiteY28" fmla="*/ 685842 h 955271"/>
              <a:gd name="connsiteX29" fmla="*/ 1395604 w 5741575"/>
              <a:gd name="connsiteY29" fmla="*/ 680460 h 955271"/>
              <a:gd name="connsiteX30" fmla="*/ 1397206 w 5741575"/>
              <a:gd name="connsiteY30" fmla="*/ 670793 h 955271"/>
              <a:gd name="connsiteX31" fmla="*/ 1421250 w 5741575"/>
              <a:gd name="connsiteY31" fmla="*/ 656855 h 955271"/>
              <a:gd name="connsiteX32" fmla="*/ 1454524 w 5741575"/>
              <a:gd name="connsiteY32" fmla="*/ 649224 h 955271"/>
              <a:gd name="connsiteX33" fmla="*/ 1616217 w 5741575"/>
              <a:gd name="connsiteY33" fmla="*/ 622107 h 955271"/>
              <a:gd name="connsiteX34" fmla="*/ 1710928 w 5741575"/>
              <a:gd name="connsiteY34" fmla="*/ 600666 h 955271"/>
              <a:gd name="connsiteX35" fmla="*/ 1743718 w 5741575"/>
              <a:gd name="connsiteY35" fmla="*/ 584327 h 955271"/>
              <a:gd name="connsiteX36" fmla="*/ 1873778 w 5741575"/>
              <a:gd name="connsiteY36" fmla="*/ 530130 h 955271"/>
              <a:gd name="connsiteX37" fmla="*/ 1988411 w 5741575"/>
              <a:gd name="connsiteY37" fmla="*/ 491599 h 955271"/>
              <a:gd name="connsiteX38" fmla="*/ 2085507 w 5741575"/>
              <a:gd name="connsiteY38" fmla="*/ 498527 h 955271"/>
              <a:gd name="connsiteX39" fmla="*/ 2090767 w 5741575"/>
              <a:gd name="connsiteY39" fmla="*/ 490616 h 955271"/>
              <a:gd name="connsiteX40" fmla="*/ 2151143 w 5741575"/>
              <a:gd name="connsiteY40" fmla="*/ 478332 h 955271"/>
              <a:gd name="connsiteX41" fmla="*/ 2378710 w 5741575"/>
              <a:gd name="connsiteY41" fmla="*/ 477570 h 955271"/>
              <a:gd name="connsiteX42" fmla="*/ 2496256 w 5741575"/>
              <a:gd name="connsiteY42" fmla="*/ 452396 h 955271"/>
              <a:gd name="connsiteX43" fmla="*/ 2535387 w 5741575"/>
              <a:gd name="connsiteY43" fmla="*/ 436645 h 955271"/>
              <a:gd name="connsiteX44" fmla="*/ 2601109 w 5741575"/>
              <a:gd name="connsiteY44" fmla="*/ 410678 h 955271"/>
              <a:gd name="connsiteX45" fmla="*/ 2643855 w 5741575"/>
              <a:gd name="connsiteY45" fmla="*/ 374482 h 955271"/>
              <a:gd name="connsiteX46" fmla="*/ 2657726 w 5741575"/>
              <a:gd name="connsiteY46" fmla="*/ 365841 h 955271"/>
              <a:gd name="connsiteX47" fmla="*/ 2687125 w 5741575"/>
              <a:gd name="connsiteY47" fmla="*/ 366820 h 955271"/>
              <a:gd name="connsiteX48" fmla="*/ 2697479 w 5741575"/>
              <a:gd name="connsiteY48" fmla="*/ 361430 h 955271"/>
              <a:gd name="connsiteX49" fmla="*/ 2701547 w 5741575"/>
              <a:gd name="connsiteY49" fmla="*/ 361545 h 955271"/>
              <a:gd name="connsiteX50" fmla="*/ 2711054 w 5741575"/>
              <a:gd name="connsiteY50" fmla="*/ 360597 h 955271"/>
              <a:gd name="connsiteX51" fmla="*/ 2710438 w 5741575"/>
              <a:gd name="connsiteY51" fmla="*/ 366958 h 955271"/>
              <a:gd name="connsiteX52" fmla="*/ 2722936 w 5741575"/>
              <a:gd name="connsiteY52" fmla="*/ 377633 h 955271"/>
              <a:gd name="connsiteX53" fmla="*/ 2777227 w 5741575"/>
              <a:gd name="connsiteY53" fmla="*/ 368972 h 955271"/>
              <a:gd name="connsiteX54" fmla="*/ 2779510 w 5741575"/>
              <a:gd name="connsiteY54" fmla="*/ 361652 h 955271"/>
              <a:gd name="connsiteX55" fmla="*/ 2786278 w 5741575"/>
              <a:gd name="connsiteY55" fmla="*/ 359869 h 955271"/>
              <a:gd name="connsiteX56" fmla="*/ 2792101 w 5741575"/>
              <a:gd name="connsiteY56" fmla="*/ 365927 h 955271"/>
              <a:gd name="connsiteX57" fmla="*/ 2885545 w 5741575"/>
              <a:gd name="connsiteY57" fmla="*/ 372818 h 955271"/>
              <a:gd name="connsiteX58" fmla="*/ 3009558 w 5741575"/>
              <a:gd name="connsiteY58" fmla="*/ 370573 h 955271"/>
              <a:gd name="connsiteX59" fmla="*/ 3095010 w 5741575"/>
              <a:gd name="connsiteY59" fmla="*/ 332454 h 955271"/>
              <a:gd name="connsiteX60" fmla="*/ 3103742 w 5741575"/>
              <a:gd name="connsiteY60" fmla="*/ 337974 h 955271"/>
              <a:gd name="connsiteX61" fmla="*/ 3165093 w 5741575"/>
              <a:gd name="connsiteY61" fmla="*/ 329459 h 955271"/>
              <a:gd name="connsiteX62" fmla="*/ 3373785 w 5741575"/>
              <a:gd name="connsiteY62" fmla="*/ 255680 h 955271"/>
              <a:gd name="connsiteX63" fmla="*/ 3493851 w 5741575"/>
              <a:gd name="connsiteY63" fmla="*/ 240255 h 955271"/>
              <a:gd name="connsiteX64" fmla="*/ 3537470 w 5741575"/>
              <a:gd name="connsiteY64" fmla="*/ 241867 h 955271"/>
              <a:gd name="connsiteX65" fmla="*/ 3610489 w 5741575"/>
              <a:gd name="connsiteY65" fmla="*/ 244128 h 955271"/>
              <a:gd name="connsiteX66" fmla="*/ 3667539 w 5741575"/>
              <a:gd name="connsiteY66" fmla="*/ 263271 h 955271"/>
              <a:gd name="connsiteX67" fmla="*/ 3727614 w 5741575"/>
              <a:gd name="connsiteY67" fmla="*/ 258245 h 955271"/>
              <a:gd name="connsiteX68" fmla="*/ 3738369 w 5741575"/>
              <a:gd name="connsiteY68" fmla="*/ 234506 h 955271"/>
              <a:gd name="connsiteX69" fmla="*/ 3803670 w 5741575"/>
              <a:gd name="connsiteY69" fmla="*/ 236457 h 955271"/>
              <a:gd name="connsiteX70" fmla="*/ 3903080 w 5741575"/>
              <a:gd name="connsiteY70" fmla="*/ 241890 h 955271"/>
              <a:gd name="connsiteX71" fmla="*/ 4114838 w 5741575"/>
              <a:gd name="connsiteY71" fmla="*/ 238165 h 955271"/>
              <a:gd name="connsiteX72" fmla="*/ 4271023 w 5741575"/>
              <a:gd name="connsiteY72" fmla="*/ 241959 h 955271"/>
              <a:gd name="connsiteX73" fmla="*/ 4367397 w 5741575"/>
              <a:gd name="connsiteY73" fmla="*/ 271442 h 955271"/>
              <a:gd name="connsiteX74" fmla="*/ 4495366 w 5741575"/>
              <a:gd name="connsiteY74" fmla="*/ 271618 h 955271"/>
              <a:gd name="connsiteX75" fmla="*/ 4517347 w 5741575"/>
              <a:gd name="connsiteY75" fmla="*/ 275639 h 955271"/>
              <a:gd name="connsiteX76" fmla="*/ 4546116 w 5741575"/>
              <a:gd name="connsiteY76" fmla="*/ 268568 h 955271"/>
              <a:gd name="connsiteX77" fmla="*/ 4661259 w 5741575"/>
              <a:gd name="connsiteY77" fmla="*/ 238966 h 955271"/>
              <a:gd name="connsiteX78" fmla="*/ 4750403 w 5741575"/>
              <a:gd name="connsiteY78" fmla="*/ 204364 h 955271"/>
              <a:gd name="connsiteX79" fmla="*/ 4867614 w 5741575"/>
              <a:gd name="connsiteY79" fmla="*/ 208668 h 955271"/>
              <a:gd name="connsiteX80" fmla="*/ 4937036 w 5741575"/>
              <a:gd name="connsiteY80" fmla="*/ 195446 h 955271"/>
              <a:gd name="connsiteX81" fmla="*/ 5047626 w 5741575"/>
              <a:gd name="connsiteY81" fmla="*/ 149604 h 955271"/>
              <a:gd name="connsiteX82" fmla="*/ 5200247 w 5741575"/>
              <a:gd name="connsiteY82" fmla="*/ 142695 h 955271"/>
              <a:gd name="connsiteX83" fmla="*/ 5235691 w 5741575"/>
              <a:gd name="connsiteY83" fmla="*/ 173330 h 955271"/>
              <a:gd name="connsiteX84" fmla="*/ 5280133 w 5741575"/>
              <a:gd name="connsiteY84" fmla="*/ 189342 h 955271"/>
              <a:gd name="connsiteX85" fmla="*/ 5291963 w 5741575"/>
              <a:gd name="connsiteY85" fmla="*/ 139446 h 955271"/>
              <a:gd name="connsiteX86" fmla="*/ 5418472 w 5741575"/>
              <a:gd name="connsiteY86" fmla="*/ 89163 h 955271"/>
              <a:gd name="connsiteX87" fmla="*/ 5482354 w 5741575"/>
              <a:gd name="connsiteY87" fmla="*/ 69470 h 955271"/>
              <a:gd name="connsiteX88" fmla="*/ 5583280 w 5741575"/>
              <a:gd name="connsiteY88" fmla="*/ 49787 h 955271"/>
              <a:gd name="connsiteX89" fmla="*/ 5613766 w 5741575"/>
              <a:gd name="connsiteY89" fmla="*/ 41855 h 955271"/>
              <a:gd name="connsiteX90" fmla="*/ 5684952 w 5741575"/>
              <a:gd name="connsiteY90" fmla="*/ 26088 h 955271"/>
              <a:gd name="connsiteX91" fmla="*/ 5741575 w 5741575"/>
              <a:gd name="connsiteY91" fmla="*/ 0 h 955271"/>
              <a:gd name="connsiteX0" fmla="*/ 5741575 w 5741575"/>
              <a:gd name="connsiteY0" fmla="*/ 0 h 955271"/>
              <a:gd name="connsiteX1" fmla="*/ 5741575 w 5741575"/>
              <a:gd name="connsiteY1" fmla="*/ 955271 h 955271"/>
              <a:gd name="connsiteX2" fmla="*/ 0 w 5741575"/>
              <a:gd name="connsiteY2" fmla="*/ 955271 h 955271"/>
              <a:gd name="connsiteX3" fmla="*/ 8558 w 5741575"/>
              <a:gd name="connsiteY3" fmla="*/ 953971 h 955271"/>
              <a:gd name="connsiteX4" fmla="*/ 16894 w 5741575"/>
              <a:gd name="connsiteY4" fmla="*/ 953847 h 955271"/>
              <a:gd name="connsiteX5" fmla="*/ 28156 w 5741575"/>
              <a:gd name="connsiteY5" fmla="*/ 951374 h 955271"/>
              <a:gd name="connsiteX6" fmla="*/ 28293 w 5741575"/>
              <a:gd name="connsiteY6" fmla="*/ 950971 h 955271"/>
              <a:gd name="connsiteX7" fmla="*/ 39115 w 5741575"/>
              <a:gd name="connsiteY7" fmla="*/ 949326 h 955271"/>
              <a:gd name="connsiteX8" fmla="*/ 93851 w 5741575"/>
              <a:gd name="connsiteY8" fmla="*/ 945611 h 955271"/>
              <a:gd name="connsiteX9" fmla="*/ 148657 w 5741575"/>
              <a:gd name="connsiteY9" fmla="*/ 898134 h 955271"/>
              <a:gd name="connsiteX10" fmla="*/ 174554 w 5741575"/>
              <a:gd name="connsiteY10" fmla="*/ 886351 h 955271"/>
              <a:gd name="connsiteX11" fmla="*/ 187633 w 5741575"/>
              <a:gd name="connsiteY11" fmla="*/ 878226 h 955271"/>
              <a:gd name="connsiteX12" fmla="*/ 187961 w 5741575"/>
              <a:gd name="connsiteY12" fmla="*/ 876538 h 955271"/>
              <a:gd name="connsiteX13" fmla="*/ 240501 w 5741575"/>
              <a:gd name="connsiteY13" fmla="*/ 873150 h 955271"/>
              <a:gd name="connsiteX14" fmla="*/ 246345 w 5741575"/>
              <a:gd name="connsiteY14" fmla="*/ 869942 h 955271"/>
              <a:gd name="connsiteX15" fmla="*/ 282041 w 5741575"/>
              <a:gd name="connsiteY15" fmla="*/ 871263 h 955271"/>
              <a:gd name="connsiteX16" fmla="*/ 299711 w 5741575"/>
              <a:gd name="connsiteY16" fmla="*/ 870064 h 955271"/>
              <a:gd name="connsiteX17" fmla="*/ 306299 w 5741575"/>
              <a:gd name="connsiteY17" fmla="*/ 873609 h 955271"/>
              <a:gd name="connsiteX18" fmla="*/ 331571 w 5741575"/>
              <a:gd name="connsiteY18" fmla="*/ 869866 h 955271"/>
              <a:gd name="connsiteX19" fmla="*/ 384157 w 5741575"/>
              <a:gd name="connsiteY19" fmla="*/ 867971 h 955271"/>
              <a:gd name="connsiteX20" fmla="*/ 477637 w 5741575"/>
              <a:gd name="connsiteY20" fmla="*/ 870334 h 955271"/>
              <a:gd name="connsiteX21" fmla="*/ 570239 w 5741575"/>
              <a:gd name="connsiteY21" fmla="*/ 829596 h 955271"/>
              <a:gd name="connsiteX22" fmla="*/ 787156 w 5741575"/>
              <a:gd name="connsiteY22" fmla="*/ 838447 h 955271"/>
              <a:gd name="connsiteX23" fmla="*/ 948872 w 5741575"/>
              <a:gd name="connsiteY23" fmla="*/ 772201 h 955271"/>
              <a:gd name="connsiteX24" fmla="*/ 1127089 w 5741575"/>
              <a:gd name="connsiteY24" fmla="*/ 746926 h 955271"/>
              <a:gd name="connsiteX25" fmla="*/ 1220426 w 5741575"/>
              <a:gd name="connsiteY25" fmla="*/ 721810 h 955271"/>
              <a:gd name="connsiteX26" fmla="*/ 1306771 w 5741575"/>
              <a:gd name="connsiteY26" fmla="*/ 717936 h 955271"/>
              <a:gd name="connsiteX27" fmla="*/ 1374314 w 5741575"/>
              <a:gd name="connsiteY27" fmla="*/ 688815 h 955271"/>
              <a:gd name="connsiteX28" fmla="*/ 1378034 w 5741575"/>
              <a:gd name="connsiteY28" fmla="*/ 685842 h 955271"/>
              <a:gd name="connsiteX29" fmla="*/ 1395604 w 5741575"/>
              <a:gd name="connsiteY29" fmla="*/ 680460 h 955271"/>
              <a:gd name="connsiteX30" fmla="*/ 1397206 w 5741575"/>
              <a:gd name="connsiteY30" fmla="*/ 670793 h 955271"/>
              <a:gd name="connsiteX31" fmla="*/ 1421250 w 5741575"/>
              <a:gd name="connsiteY31" fmla="*/ 656855 h 955271"/>
              <a:gd name="connsiteX32" fmla="*/ 1454524 w 5741575"/>
              <a:gd name="connsiteY32" fmla="*/ 649224 h 955271"/>
              <a:gd name="connsiteX33" fmla="*/ 1616217 w 5741575"/>
              <a:gd name="connsiteY33" fmla="*/ 622107 h 955271"/>
              <a:gd name="connsiteX34" fmla="*/ 1710928 w 5741575"/>
              <a:gd name="connsiteY34" fmla="*/ 600666 h 955271"/>
              <a:gd name="connsiteX35" fmla="*/ 1743718 w 5741575"/>
              <a:gd name="connsiteY35" fmla="*/ 584327 h 955271"/>
              <a:gd name="connsiteX36" fmla="*/ 1873778 w 5741575"/>
              <a:gd name="connsiteY36" fmla="*/ 530130 h 955271"/>
              <a:gd name="connsiteX37" fmla="*/ 1988411 w 5741575"/>
              <a:gd name="connsiteY37" fmla="*/ 491599 h 955271"/>
              <a:gd name="connsiteX38" fmla="*/ 2085507 w 5741575"/>
              <a:gd name="connsiteY38" fmla="*/ 498527 h 955271"/>
              <a:gd name="connsiteX39" fmla="*/ 2090767 w 5741575"/>
              <a:gd name="connsiteY39" fmla="*/ 490616 h 955271"/>
              <a:gd name="connsiteX40" fmla="*/ 2151143 w 5741575"/>
              <a:gd name="connsiteY40" fmla="*/ 478332 h 955271"/>
              <a:gd name="connsiteX41" fmla="*/ 2378710 w 5741575"/>
              <a:gd name="connsiteY41" fmla="*/ 477570 h 955271"/>
              <a:gd name="connsiteX42" fmla="*/ 2496256 w 5741575"/>
              <a:gd name="connsiteY42" fmla="*/ 452396 h 955271"/>
              <a:gd name="connsiteX43" fmla="*/ 2535387 w 5741575"/>
              <a:gd name="connsiteY43" fmla="*/ 436645 h 955271"/>
              <a:gd name="connsiteX44" fmla="*/ 2601109 w 5741575"/>
              <a:gd name="connsiteY44" fmla="*/ 410678 h 955271"/>
              <a:gd name="connsiteX45" fmla="*/ 2643855 w 5741575"/>
              <a:gd name="connsiteY45" fmla="*/ 374482 h 955271"/>
              <a:gd name="connsiteX46" fmla="*/ 2657726 w 5741575"/>
              <a:gd name="connsiteY46" fmla="*/ 365841 h 955271"/>
              <a:gd name="connsiteX47" fmla="*/ 2687125 w 5741575"/>
              <a:gd name="connsiteY47" fmla="*/ 366820 h 955271"/>
              <a:gd name="connsiteX48" fmla="*/ 2697479 w 5741575"/>
              <a:gd name="connsiteY48" fmla="*/ 361430 h 955271"/>
              <a:gd name="connsiteX49" fmla="*/ 2701547 w 5741575"/>
              <a:gd name="connsiteY49" fmla="*/ 361545 h 955271"/>
              <a:gd name="connsiteX50" fmla="*/ 2711054 w 5741575"/>
              <a:gd name="connsiteY50" fmla="*/ 360597 h 955271"/>
              <a:gd name="connsiteX51" fmla="*/ 2710438 w 5741575"/>
              <a:gd name="connsiteY51" fmla="*/ 366958 h 955271"/>
              <a:gd name="connsiteX52" fmla="*/ 2722936 w 5741575"/>
              <a:gd name="connsiteY52" fmla="*/ 377633 h 955271"/>
              <a:gd name="connsiteX53" fmla="*/ 2777227 w 5741575"/>
              <a:gd name="connsiteY53" fmla="*/ 368972 h 955271"/>
              <a:gd name="connsiteX54" fmla="*/ 2779510 w 5741575"/>
              <a:gd name="connsiteY54" fmla="*/ 361652 h 955271"/>
              <a:gd name="connsiteX55" fmla="*/ 2786278 w 5741575"/>
              <a:gd name="connsiteY55" fmla="*/ 359869 h 955271"/>
              <a:gd name="connsiteX56" fmla="*/ 2792101 w 5741575"/>
              <a:gd name="connsiteY56" fmla="*/ 365927 h 955271"/>
              <a:gd name="connsiteX57" fmla="*/ 2885545 w 5741575"/>
              <a:gd name="connsiteY57" fmla="*/ 372818 h 955271"/>
              <a:gd name="connsiteX58" fmla="*/ 3009558 w 5741575"/>
              <a:gd name="connsiteY58" fmla="*/ 370573 h 955271"/>
              <a:gd name="connsiteX59" fmla="*/ 3095010 w 5741575"/>
              <a:gd name="connsiteY59" fmla="*/ 332454 h 955271"/>
              <a:gd name="connsiteX60" fmla="*/ 3103742 w 5741575"/>
              <a:gd name="connsiteY60" fmla="*/ 337974 h 955271"/>
              <a:gd name="connsiteX61" fmla="*/ 3165093 w 5741575"/>
              <a:gd name="connsiteY61" fmla="*/ 329459 h 955271"/>
              <a:gd name="connsiteX62" fmla="*/ 3373785 w 5741575"/>
              <a:gd name="connsiteY62" fmla="*/ 255680 h 955271"/>
              <a:gd name="connsiteX63" fmla="*/ 3493851 w 5741575"/>
              <a:gd name="connsiteY63" fmla="*/ 240255 h 955271"/>
              <a:gd name="connsiteX64" fmla="*/ 3537470 w 5741575"/>
              <a:gd name="connsiteY64" fmla="*/ 241867 h 955271"/>
              <a:gd name="connsiteX65" fmla="*/ 3610489 w 5741575"/>
              <a:gd name="connsiteY65" fmla="*/ 244128 h 955271"/>
              <a:gd name="connsiteX66" fmla="*/ 3667539 w 5741575"/>
              <a:gd name="connsiteY66" fmla="*/ 263271 h 955271"/>
              <a:gd name="connsiteX67" fmla="*/ 3727614 w 5741575"/>
              <a:gd name="connsiteY67" fmla="*/ 258245 h 955271"/>
              <a:gd name="connsiteX68" fmla="*/ 3738369 w 5741575"/>
              <a:gd name="connsiteY68" fmla="*/ 234506 h 955271"/>
              <a:gd name="connsiteX69" fmla="*/ 3803670 w 5741575"/>
              <a:gd name="connsiteY69" fmla="*/ 236457 h 955271"/>
              <a:gd name="connsiteX70" fmla="*/ 3903080 w 5741575"/>
              <a:gd name="connsiteY70" fmla="*/ 241890 h 955271"/>
              <a:gd name="connsiteX71" fmla="*/ 4114838 w 5741575"/>
              <a:gd name="connsiteY71" fmla="*/ 238165 h 955271"/>
              <a:gd name="connsiteX72" fmla="*/ 4271023 w 5741575"/>
              <a:gd name="connsiteY72" fmla="*/ 241959 h 955271"/>
              <a:gd name="connsiteX73" fmla="*/ 4367397 w 5741575"/>
              <a:gd name="connsiteY73" fmla="*/ 271442 h 955271"/>
              <a:gd name="connsiteX74" fmla="*/ 4495366 w 5741575"/>
              <a:gd name="connsiteY74" fmla="*/ 271618 h 955271"/>
              <a:gd name="connsiteX75" fmla="*/ 4517347 w 5741575"/>
              <a:gd name="connsiteY75" fmla="*/ 275639 h 955271"/>
              <a:gd name="connsiteX76" fmla="*/ 4546116 w 5741575"/>
              <a:gd name="connsiteY76" fmla="*/ 268568 h 955271"/>
              <a:gd name="connsiteX77" fmla="*/ 4661259 w 5741575"/>
              <a:gd name="connsiteY77" fmla="*/ 238966 h 955271"/>
              <a:gd name="connsiteX78" fmla="*/ 4750403 w 5741575"/>
              <a:gd name="connsiteY78" fmla="*/ 204364 h 955271"/>
              <a:gd name="connsiteX79" fmla="*/ 4867614 w 5741575"/>
              <a:gd name="connsiteY79" fmla="*/ 208668 h 955271"/>
              <a:gd name="connsiteX80" fmla="*/ 4937036 w 5741575"/>
              <a:gd name="connsiteY80" fmla="*/ 195446 h 955271"/>
              <a:gd name="connsiteX81" fmla="*/ 5047626 w 5741575"/>
              <a:gd name="connsiteY81" fmla="*/ 149604 h 955271"/>
              <a:gd name="connsiteX82" fmla="*/ 5200247 w 5741575"/>
              <a:gd name="connsiteY82" fmla="*/ 142695 h 955271"/>
              <a:gd name="connsiteX83" fmla="*/ 5235691 w 5741575"/>
              <a:gd name="connsiteY83" fmla="*/ 173330 h 955271"/>
              <a:gd name="connsiteX84" fmla="*/ 5280133 w 5741575"/>
              <a:gd name="connsiteY84" fmla="*/ 189342 h 955271"/>
              <a:gd name="connsiteX85" fmla="*/ 5291963 w 5741575"/>
              <a:gd name="connsiteY85" fmla="*/ 139446 h 955271"/>
              <a:gd name="connsiteX86" fmla="*/ 5418472 w 5741575"/>
              <a:gd name="connsiteY86" fmla="*/ 89163 h 955271"/>
              <a:gd name="connsiteX87" fmla="*/ 5482354 w 5741575"/>
              <a:gd name="connsiteY87" fmla="*/ 69470 h 955271"/>
              <a:gd name="connsiteX88" fmla="*/ 5583280 w 5741575"/>
              <a:gd name="connsiteY88" fmla="*/ 49787 h 955271"/>
              <a:gd name="connsiteX89" fmla="*/ 5613766 w 5741575"/>
              <a:gd name="connsiteY89" fmla="*/ 41855 h 955271"/>
              <a:gd name="connsiteX90" fmla="*/ 5684952 w 5741575"/>
              <a:gd name="connsiteY90" fmla="*/ 26088 h 955271"/>
              <a:gd name="connsiteX91" fmla="*/ 5741575 w 5741575"/>
              <a:gd name="connsiteY91" fmla="*/ 0 h 955271"/>
              <a:gd name="connsiteX0" fmla="*/ 5741575 w 5741575"/>
              <a:gd name="connsiteY0" fmla="*/ 0 h 955271"/>
              <a:gd name="connsiteX1" fmla="*/ 5741575 w 5741575"/>
              <a:gd name="connsiteY1" fmla="*/ 955271 h 955271"/>
              <a:gd name="connsiteX2" fmla="*/ 0 w 5741575"/>
              <a:gd name="connsiteY2" fmla="*/ 955271 h 955271"/>
              <a:gd name="connsiteX3" fmla="*/ 8558 w 5741575"/>
              <a:gd name="connsiteY3" fmla="*/ 953971 h 955271"/>
              <a:gd name="connsiteX4" fmla="*/ 16894 w 5741575"/>
              <a:gd name="connsiteY4" fmla="*/ 953847 h 955271"/>
              <a:gd name="connsiteX5" fmla="*/ 28156 w 5741575"/>
              <a:gd name="connsiteY5" fmla="*/ 951374 h 955271"/>
              <a:gd name="connsiteX6" fmla="*/ 28293 w 5741575"/>
              <a:gd name="connsiteY6" fmla="*/ 950971 h 955271"/>
              <a:gd name="connsiteX7" fmla="*/ 39115 w 5741575"/>
              <a:gd name="connsiteY7" fmla="*/ 949326 h 955271"/>
              <a:gd name="connsiteX8" fmla="*/ 93851 w 5741575"/>
              <a:gd name="connsiteY8" fmla="*/ 945611 h 955271"/>
              <a:gd name="connsiteX9" fmla="*/ 148657 w 5741575"/>
              <a:gd name="connsiteY9" fmla="*/ 898134 h 955271"/>
              <a:gd name="connsiteX10" fmla="*/ 174554 w 5741575"/>
              <a:gd name="connsiteY10" fmla="*/ 886351 h 955271"/>
              <a:gd name="connsiteX11" fmla="*/ 187633 w 5741575"/>
              <a:gd name="connsiteY11" fmla="*/ 878226 h 955271"/>
              <a:gd name="connsiteX12" fmla="*/ 187961 w 5741575"/>
              <a:gd name="connsiteY12" fmla="*/ 876538 h 955271"/>
              <a:gd name="connsiteX13" fmla="*/ 240501 w 5741575"/>
              <a:gd name="connsiteY13" fmla="*/ 873150 h 955271"/>
              <a:gd name="connsiteX14" fmla="*/ 246345 w 5741575"/>
              <a:gd name="connsiteY14" fmla="*/ 869942 h 955271"/>
              <a:gd name="connsiteX15" fmla="*/ 282041 w 5741575"/>
              <a:gd name="connsiteY15" fmla="*/ 871263 h 955271"/>
              <a:gd name="connsiteX16" fmla="*/ 306299 w 5741575"/>
              <a:gd name="connsiteY16" fmla="*/ 873609 h 955271"/>
              <a:gd name="connsiteX17" fmla="*/ 331571 w 5741575"/>
              <a:gd name="connsiteY17" fmla="*/ 869866 h 955271"/>
              <a:gd name="connsiteX18" fmla="*/ 384157 w 5741575"/>
              <a:gd name="connsiteY18" fmla="*/ 867971 h 955271"/>
              <a:gd name="connsiteX19" fmla="*/ 477637 w 5741575"/>
              <a:gd name="connsiteY19" fmla="*/ 870334 h 955271"/>
              <a:gd name="connsiteX20" fmla="*/ 570239 w 5741575"/>
              <a:gd name="connsiteY20" fmla="*/ 829596 h 955271"/>
              <a:gd name="connsiteX21" fmla="*/ 787156 w 5741575"/>
              <a:gd name="connsiteY21" fmla="*/ 838447 h 955271"/>
              <a:gd name="connsiteX22" fmla="*/ 948872 w 5741575"/>
              <a:gd name="connsiteY22" fmla="*/ 772201 h 955271"/>
              <a:gd name="connsiteX23" fmla="*/ 1127089 w 5741575"/>
              <a:gd name="connsiteY23" fmla="*/ 746926 h 955271"/>
              <a:gd name="connsiteX24" fmla="*/ 1220426 w 5741575"/>
              <a:gd name="connsiteY24" fmla="*/ 721810 h 955271"/>
              <a:gd name="connsiteX25" fmla="*/ 1306771 w 5741575"/>
              <a:gd name="connsiteY25" fmla="*/ 717936 h 955271"/>
              <a:gd name="connsiteX26" fmla="*/ 1374314 w 5741575"/>
              <a:gd name="connsiteY26" fmla="*/ 688815 h 955271"/>
              <a:gd name="connsiteX27" fmla="*/ 1378034 w 5741575"/>
              <a:gd name="connsiteY27" fmla="*/ 685842 h 955271"/>
              <a:gd name="connsiteX28" fmla="*/ 1395604 w 5741575"/>
              <a:gd name="connsiteY28" fmla="*/ 680460 h 955271"/>
              <a:gd name="connsiteX29" fmla="*/ 1397206 w 5741575"/>
              <a:gd name="connsiteY29" fmla="*/ 670793 h 955271"/>
              <a:gd name="connsiteX30" fmla="*/ 1421250 w 5741575"/>
              <a:gd name="connsiteY30" fmla="*/ 656855 h 955271"/>
              <a:gd name="connsiteX31" fmla="*/ 1454524 w 5741575"/>
              <a:gd name="connsiteY31" fmla="*/ 649224 h 955271"/>
              <a:gd name="connsiteX32" fmla="*/ 1616217 w 5741575"/>
              <a:gd name="connsiteY32" fmla="*/ 622107 h 955271"/>
              <a:gd name="connsiteX33" fmla="*/ 1710928 w 5741575"/>
              <a:gd name="connsiteY33" fmla="*/ 600666 h 955271"/>
              <a:gd name="connsiteX34" fmla="*/ 1743718 w 5741575"/>
              <a:gd name="connsiteY34" fmla="*/ 584327 h 955271"/>
              <a:gd name="connsiteX35" fmla="*/ 1873778 w 5741575"/>
              <a:gd name="connsiteY35" fmla="*/ 530130 h 955271"/>
              <a:gd name="connsiteX36" fmla="*/ 1988411 w 5741575"/>
              <a:gd name="connsiteY36" fmla="*/ 491599 h 955271"/>
              <a:gd name="connsiteX37" fmla="*/ 2085507 w 5741575"/>
              <a:gd name="connsiteY37" fmla="*/ 498527 h 955271"/>
              <a:gd name="connsiteX38" fmla="*/ 2090767 w 5741575"/>
              <a:gd name="connsiteY38" fmla="*/ 490616 h 955271"/>
              <a:gd name="connsiteX39" fmla="*/ 2151143 w 5741575"/>
              <a:gd name="connsiteY39" fmla="*/ 478332 h 955271"/>
              <a:gd name="connsiteX40" fmla="*/ 2378710 w 5741575"/>
              <a:gd name="connsiteY40" fmla="*/ 477570 h 955271"/>
              <a:gd name="connsiteX41" fmla="*/ 2496256 w 5741575"/>
              <a:gd name="connsiteY41" fmla="*/ 452396 h 955271"/>
              <a:gd name="connsiteX42" fmla="*/ 2535387 w 5741575"/>
              <a:gd name="connsiteY42" fmla="*/ 436645 h 955271"/>
              <a:gd name="connsiteX43" fmla="*/ 2601109 w 5741575"/>
              <a:gd name="connsiteY43" fmla="*/ 410678 h 955271"/>
              <a:gd name="connsiteX44" fmla="*/ 2643855 w 5741575"/>
              <a:gd name="connsiteY44" fmla="*/ 374482 h 955271"/>
              <a:gd name="connsiteX45" fmla="*/ 2657726 w 5741575"/>
              <a:gd name="connsiteY45" fmla="*/ 365841 h 955271"/>
              <a:gd name="connsiteX46" fmla="*/ 2687125 w 5741575"/>
              <a:gd name="connsiteY46" fmla="*/ 366820 h 955271"/>
              <a:gd name="connsiteX47" fmla="*/ 2697479 w 5741575"/>
              <a:gd name="connsiteY47" fmla="*/ 361430 h 955271"/>
              <a:gd name="connsiteX48" fmla="*/ 2701547 w 5741575"/>
              <a:gd name="connsiteY48" fmla="*/ 361545 h 955271"/>
              <a:gd name="connsiteX49" fmla="*/ 2711054 w 5741575"/>
              <a:gd name="connsiteY49" fmla="*/ 360597 h 955271"/>
              <a:gd name="connsiteX50" fmla="*/ 2710438 w 5741575"/>
              <a:gd name="connsiteY50" fmla="*/ 366958 h 955271"/>
              <a:gd name="connsiteX51" fmla="*/ 2722936 w 5741575"/>
              <a:gd name="connsiteY51" fmla="*/ 377633 h 955271"/>
              <a:gd name="connsiteX52" fmla="*/ 2777227 w 5741575"/>
              <a:gd name="connsiteY52" fmla="*/ 368972 h 955271"/>
              <a:gd name="connsiteX53" fmla="*/ 2779510 w 5741575"/>
              <a:gd name="connsiteY53" fmla="*/ 361652 h 955271"/>
              <a:gd name="connsiteX54" fmla="*/ 2786278 w 5741575"/>
              <a:gd name="connsiteY54" fmla="*/ 359869 h 955271"/>
              <a:gd name="connsiteX55" fmla="*/ 2792101 w 5741575"/>
              <a:gd name="connsiteY55" fmla="*/ 365927 h 955271"/>
              <a:gd name="connsiteX56" fmla="*/ 2885545 w 5741575"/>
              <a:gd name="connsiteY56" fmla="*/ 372818 h 955271"/>
              <a:gd name="connsiteX57" fmla="*/ 3009558 w 5741575"/>
              <a:gd name="connsiteY57" fmla="*/ 370573 h 955271"/>
              <a:gd name="connsiteX58" fmla="*/ 3095010 w 5741575"/>
              <a:gd name="connsiteY58" fmla="*/ 332454 h 955271"/>
              <a:gd name="connsiteX59" fmla="*/ 3103742 w 5741575"/>
              <a:gd name="connsiteY59" fmla="*/ 337974 h 955271"/>
              <a:gd name="connsiteX60" fmla="*/ 3165093 w 5741575"/>
              <a:gd name="connsiteY60" fmla="*/ 329459 h 955271"/>
              <a:gd name="connsiteX61" fmla="*/ 3373785 w 5741575"/>
              <a:gd name="connsiteY61" fmla="*/ 255680 h 955271"/>
              <a:gd name="connsiteX62" fmla="*/ 3493851 w 5741575"/>
              <a:gd name="connsiteY62" fmla="*/ 240255 h 955271"/>
              <a:gd name="connsiteX63" fmla="*/ 3537470 w 5741575"/>
              <a:gd name="connsiteY63" fmla="*/ 241867 h 955271"/>
              <a:gd name="connsiteX64" fmla="*/ 3610489 w 5741575"/>
              <a:gd name="connsiteY64" fmla="*/ 244128 h 955271"/>
              <a:gd name="connsiteX65" fmla="*/ 3667539 w 5741575"/>
              <a:gd name="connsiteY65" fmla="*/ 263271 h 955271"/>
              <a:gd name="connsiteX66" fmla="*/ 3727614 w 5741575"/>
              <a:gd name="connsiteY66" fmla="*/ 258245 h 955271"/>
              <a:gd name="connsiteX67" fmla="*/ 3738369 w 5741575"/>
              <a:gd name="connsiteY67" fmla="*/ 234506 h 955271"/>
              <a:gd name="connsiteX68" fmla="*/ 3803670 w 5741575"/>
              <a:gd name="connsiteY68" fmla="*/ 236457 h 955271"/>
              <a:gd name="connsiteX69" fmla="*/ 3903080 w 5741575"/>
              <a:gd name="connsiteY69" fmla="*/ 241890 h 955271"/>
              <a:gd name="connsiteX70" fmla="*/ 4114838 w 5741575"/>
              <a:gd name="connsiteY70" fmla="*/ 238165 h 955271"/>
              <a:gd name="connsiteX71" fmla="*/ 4271023 w 5741575"/>
              <a:gd name="connsiteY71" fmla="*/ 241959 h 955271"/>
              <a:gd name="connsiteX72" fmla="*/ 4367397 w 5741575"/>
              <a:gd name="connsiteY72" fmla="*/ 271442 h 955271"/>
              <a:gd name="connsiteX73" fmla="*/ 4495366 w 5741575"/>
              <a:gd name="connsiteY73" fmla="*/ 271618 h 955271"/>
              <a:gd name="connsiteX74" fmla="*/ 4517347 w 5741575"/>
              <a:gd name="connsiteY74" fmla="*/ 275639 h 955271"/>
              <a:gd name="connsiteX75" fmla="*/ 4546116 w 5741575"/>
              <a:gd name="connsiteY75" fmla="*/ 268568 h 955271"/>
              <a:gd name="connsiteX76" fmla="*/ 4661259 w 5741575"/>
              <a:gd name="connsiteY76" fmla="*/ 238966 h 955271"/>
              <a:gd name="connsiteX77" fmla="*/ 4750403 w 5741575"/>
              <a:gd name="connsiteY77" fmla="*/ 204364 h 955271"/>
              <a:gd name="connsiteX78" fmla="*/ 4867614 w 5741575"/>
              <a:gd name="connsiteY78" fmla="*/ 208668 h 955271"/>
              <a:gd name="connsiteX79" fmla="*/ 4937036 w 5741575"/>
              <a:gd name="connsiteY79" fmla="*/ 195446 h 955271"/>
              <a:gd name="connsiteX80" fmla="*/ 5047626 w 5741575"/>
              <a:gd name="connsiteY80" fmla="*/ 149604 h 955271"/>
              <a:gd name="connsiteX81" fmla="*/ 5200247 w 5741575"/>
              <a:gd name="connsiteY81" fmla="*/ 142695 h 955271"/>
              <a:gd name="connsiteX82" fmla="*/ 5235691 w 5741575"/>
              <a:gd name="connsiteY82" fmla="*/ 173330 h 955271"/>
              <a:gd name="connsiteX83" fmla="*/ 5280133 w 5741575"/>
              <a:gd name="connsiteY83" fmla="*/ 189342 h 955271"/>
              <a:gd name="connsiteX84" fmla="*/ 5291963 w 5741575"/>
              <a:gd name="connsiteY84" fmla="*/ 139446 h 955271"/>
              <a:gd name="connsiteX85" fmla="*/ 5418472 w 5741575"/>
              <a:gd name="connsiteY85" fmla="*/ 89163 h 955271"/>
              <a:gd name="connsiteX86" fmla="*/ 5482354 w 5741575"/>
              <a:gd name="connsiteY86" fmla="*/ 69470 h 955271"/>
              <a:gd name="connsiteX87" fmla="*/ 5583280 w 5741575"/>
              <a:gd name="connsiteY87" fmla="*/ 49787 h 955271"/>
              <a:gd name="connsiteX88" fmla="*/ 5613766 w 5741575"/>
              <a:gd name="connsiteY88" fmla="*/ 41855 h 955271"/>
              <a:gd name="connsiteX89" fmla="*/ 5684952 w 5741575"/>
              <a:gd name="connsiteY89" fmla="*/ 26088 h 955271"/>
              <a:gd name="connsiteX90" fmla="*/ 5741575 w 5741575"/>
              <a:gd name="connsiteY90" fmla="*/ 0 h 955271"/>
              <a:gd name="connsiteX0" fmla="*/ 5741575 w 5741575"/>
              <a:gd name="connsiteY0" fmla="*/ 0 h 955271"/>
              <a:gd name="connsiteX1" fmla="*/ 5741575 w 5741575"/>
              <a:gd name="connsiteY1" fmla="*/ 955271 h 955271"/>
              <a:gd name="connsiteX2" fmla="*/ 0 w 5741575"/>
              <a:gd name="connsiteY2" fmla="*/ 955271 h 955271"/>
              <a:gd name="connsiteX3" fmla="*/ 8558 w 5741575"/>
              <a:gd name="connsiteY3" fmla="*/ 953971 h 955271"/>
              <a:gd name="connsiteX4" fmla="*/ 16894 w 5741575"/>
              <a:gd name="connsiteY4" fmla="*/ 953847 h 955271"/>
              <a:gd name="connsiteX5" fmla="*/ 28156 w 5741575"/>
              <a:gd name="connsiteY5" fmla="*/ 951374 h 955271"/>
              <a:gd name="connsiteX6" fmla="*/ 28293 w 5741575"/>
              <a:gd name="connsiteY6" fmla="*/ 950971 h 955271"/>
              <a:gd name="connsiteX7" fmla="*/ 39115 w 5741575"/>
              <a:gd name="connsiteY7" fmla="*/ 949326 h 955271"/>
              <a:gd name="connsiteX8" fmla="*/ 93851 w 5741575"/>
              <a:gd name="connsiteY8" fmla="*/ 945611 h 955271"/>
              <a:gd name="connsiteX9" fmla="*/ 148657 w 5741575"/>
              <a:gd name="connsiteY9" fmla="*/ 898134 h 955271"/>
              <a:gd name="connsiteX10" fmla="*/ 174554 w 5741575"/>
              <a:gd name="connsiteY10" fmla="*/ 886351 h 955271"/>
              <a:gd name="connsiteX11" fmla="*/ 187633 w 5741575"/>
              <a:gd name="connsiteY11" fmla="*/ 878226 h 955271"/>
              <a:gd name="connsiteX12" fmla="*/ 187961 w 5741575"/>
              <a:gd name="connsiteY12" fmla="*/ 876538 h 955271"/>
              <a:gd name="connsiteX13" fmla="*/ 240501 w 5741575"/>
              <a:gd name="connsiteY13" fmla="*/ 873150 h 955271"/>
              <a:gd name="connsiteX14" fmla="*/ 246345 w 5741575"/>
              <a:gd name="connsiteY14" fmla="*/ 869942 h 955271"/>
              <a:gd name="connsiteX15" fmla="*/ 306299 w 5741575"/>
              <a:gd name="connsiteY15" fmla="*/ 873609 h 955271"/>
              <a:gd name="connsiteX16" fmla="*/ 331571 w 5741575"/>
              <a:gd name="connsiteY16" fmla="*/ 869866 h 955271"/>
              <a:gd name="connsiteX17" fmla="*/ 384157 w 5741575"/>
              <a:gd name="connsiteY17" fmla="*/ 867971 h 955271"/>
              <a:gd name="connsiteX18" fmla="*/ 477637 w 5741575"/>
              <a:gd name="connsiteY18" fmla="*/ 870334 h 955271"/>
              <a:gd name="connsiteX19" fmla="*/ 570239 w 5741575"/>
              <a:gd name="connsiteY19" fmla="*/ 829596 h 955271"/>
              <a:gd name="connsiteX20" fmla="*/ 787156 w 5741575"/>
              <a:gd name="connsiteY20" fmla="*/ 838447 h 955271"/>
              <a:gd name="connsiteX21" fmla="*/ 948872 w 5741575"/>
              <a:gd name="connsiteY21" fmla="*/ 772201 h 955271"/>
              <a:gd name="connsiteX22" fmla="*/ 1127089 w 5741575"/>
              <a:gd name="connsiteY22" fmla="*/ 746926 h 955271"/>
              <a:gd name="connsiteX23" fmla="*/ 1220426 w 5741575"/>
              <a:gd name="connsiteY23" fmla="*/ 721810 h 955271"/>
              <a:gd name="connsiteX24" fmla="*/ 1306771 w 5741575"/>
              <a:gd name="connsiteY24" fmla="*/ 717936 h 955271"/>
              <a:gd name="connsiteX25" fmla="*/ 1374314 w 5741575"/>
              <a:gd name="connsiteY25" fmla="*/ 688815 h 955271"/>
              <a:gd name="connsiteX26" fmla="*/ 1378034 w 5741575"/>
              <a:gd name="connsiteY26" fmla="*/ 685842 h 955271"/>
              <a:gd name="connsiteX27" fmla="*/ 1395604 w 5741575"/>
              <a:gd name="connsiteY27" fmla="*/ 680460 h 955271"/>
              <a:gd name="connsiteX28" fmla="*/ 1397206 w 5741575"/>
              <a:gd name="connsiteY28" fmla="*/ 670793 h 955271"/>
              <a:gd name="connsiteX29" fmla="*/ 1421250 w 5741575"/>
              <a:gd name="connsiteY29" fmla="*/ 656855 h 955271"/>
              <a:gd name="connsiteX30" fmla="*/ 1454524 w 5741575"/>
              <a:gd name="connsiteY30" fmla="*/ 649224 h 955271"/>
              <a:gd name="connsiteX31" fmla="*/ 1616217 w 5741575"/>
              <a:gd name="connsiteY31" fmla="*/ 622107 h 955271"/>
              <a:gd name="connsiteX32" fmla="*/ 1710928 w 5741575"/>
              <a:gd name="connsiteY32" fmla="*/ 600666 h 955271"/>
              <a:gd name="connsiteX33" fmla="*/ 1743718 w 5741575"/>
              <a:gd name="connsiteY33" fmla="*/ 584327 h 955271"/>
              <a:gd name="connsiteX34" fmla="*/ 1873778 w 5741575"/>
              <a:gd name="connsiteY34" fmla="*/ 530130 h 955271"/>
              <a:gd name="connsiteX35" fmla="*/ 1988411 w 5741575"/>
              <a:gd name="connsiteY35" fmla="*/ 491599 h 955271"/>
              <a:gd name="connsiteX36" fmla="*/ 2085507 w 5741575"/>
              <a:gd name="connsiteY36" fmla="*/ 498527 h 955271"/>
              <a:gd name="connsiteX37" fmla="*/ 2090767 w 5741575"/>
              <a:gd name="connsiteY37" fmla="*/ 490616 h 955271"/>
              <a:gd name="connsiteX38" fmla="*/ 2151143 w 5741575"/>
              <a:gd name="connsiteY38" fmla="*/ 478332 h 955271"/>
              <a:gd name="connsiteX39" fmla="*/ 2378710 w 5741575"/>
              <a:gd name="connsiteY39" fmla="*/ 477570 h 955271"/>
              <a:gd name="connsiteX40" fmla="*/ 2496256 w 5741575"/>
              <a:gd name="connsiteY40" fmla="*/ 452396 h 955271"/>
              <a:gd name="connsiteX41" fmla="*/ 2535387 w 5741575"/>
              <a:gd name="connsiteY41" fmla="*/ 436645 h 955271"/>
              <a:gd name="connsiteX42" fmla="*/ 2601109 w 5741575"/>
              <a:gd name="connsiteY42" fmla="*/ 410678 h 955271"/>
              <a:gd name="connsiteX43" fmla="*/ 2643855 w 5741575"/>
              <a:gd name="connsiteY43" fmla="*/ 374482 h 955271"/>
              <a:gd name="connsiteX44" fmla="*/ 2657726 w 5741575"/>
              <a:gd name="connsiteY44" fmla="*/ 365841 h 955271"/>
              <a:gd name="connsiteX45" fmla="*/ 2687125 w 5741575"/>
              <a:gd name="connsiteY45" fmla="*/ 366820 h 955271"/>
              <a:gd name="connsiteX46" fmla="*/ 2697479 w 5741575"/>
              <a:gd name="connsiteY46" fmla="*/ 361430 h 955271"/>
              <a:gd name="connsiteX47" fmla="*/ 2701547 w 5741575"/>
              <a:gd name="connsiteY47" fmla="*/ 361545 h 955271"/>
              <a:gd name="connsiteX48" fmla="*/ 2711054 w 5741575"/>
              <a:gd name="connsiteY48" fmla="*/ 360597 h 955271"/>
              <a:gd name="connsiteX49" fmla="*/ 2710438 w 5741575"/>
              <a:gd name="connsiteY49" fmla="*/ 366958 h 955271"/>
              <a:gd name="connsiteX50" fmla="*/ 2722936 w 5741575"/>
              <a:gd name="connsiteY50" fmla="*/ 377633 h 955271"/>
              <a:gd name="connsiteX51" fmla="*/ 2777227 w 5741575"/>
              <a:gd name="connsiteY51" fmla="*/ 368972 h 955271"/>
              <a:gd name="connsiteX52" fmla="*/ 2779510 w 5741575"/>
              <a:gd name="connsiteY52" fmla="*/ 361652 h 955271"/>
              <a:gd name="connsiteX53" fmla="*/ 2786278 w 5741575"/>
              <a:gd name="connsiteY53" fmla="*/ 359869 h 955271"/>
              <a:gd name="connsiteX54" fmla="*/ 2792101 w 5741575"/>
              <a:gd name="connsiteY54" fmla="*/ 365927 h 955271"/>
              <a:gd name="connsiteX55" fmla="*/ 2885545 w 5741575"/>
              <a:gd name="connsiteY55" fmla="*/ 372818 h 955271"/>
              <a:gd name="connsiteX56" fmla="*/ 3009558 w 5741575"/>
              <a:gd name="connsiteY56" fmla="*/ 370573 h 955271"/>
              <a:gd name="connsiteX57" fmla="*/ 3095010 w 5741575"/>
              <a:gd name="connsiteY57" fmla="*/ 332454 h 955271"/>
              <a:gd name="connsiteX58" fmla="*/ 3103742 w 5741575"/>
              <a:gd name="connsiteY58" fmla="*/ 337974 h 955271"/>
              <a:gd name="connsiteX59" fmla="*/ 3165093 w 5741575"/>
              <a:gd name="connsiteY59" fmla="*/ 329459 h 955271"/>
              <a:gd name="connsiteX60" fmla="*/ 3373785 w 5741575"/>
              <a:gd name="connsiteY60" fmla="*/ 255680 h 955271"/>
              <a:gd name="connsiteX61" fmla="*/ 3493851 w 5741575"/>
              <a:gd name="connsiteY61" fmla="*/ 240255 h 955271"/>
              <a:gd name="connsiteX62" fmla="*/ 3537470 w 5741575"/>
              <a:gd name="connsiteY62" fmla="*/ 241867 h 955271"/>
              <a:gd name="connsiteX63" fmla="*/ 3610489 w 5741575"/>
              <a:gd name="connsiteY63" fmla="*/ 244128 h 955271"/>
              <a:gd name="connsiteX64" fmla="*/ 3667539 w 5741575"/>
              <a:gd name="connsiteY64" fmla="*/ 263271 h 955271"/>
              <a:gd name="connsiteX65" fmla="*/ 3727614 w 5741575"/>
              <a:gd name="connsiteY65" fmla="*/ 258245 h 955271"/>
              <a:gd name="connsiteX66" fmla="*/ 3738369 w 5741575"/>
              <a:gd name="connsiteY66" fmla="*/ 234506 h 955271"/>
              <a:gd name="connsiteX67" fmla="*/ 3803670 w 5741575"/>
              <a:gd name="connsiteY67" fmla="*/ 236457 h 955271"/>
              <a:gd name="connsiteX68" fmla="*/ 3903080 w 5741575"/>
              <a:gd name="connsiteY68" fmla="*/ 241890 h 955271"/>
              <a:gd name="connsiteX69" fmla="*/ 4114838 w 5741575"/>
              <a:gd name="connsiteY69" fmla="*/ 238165 h 955271"/>
              <a:gd name="connsiteX70" fmla="*/ 4271023 w 5741575"/>
              <a:gd name="connsiteY70" fmla="*/ 241959 h 955271"/>
              <a:gd name="connsiteX71" fmla="*/ 4367397 w 5741575"/>
              <a:gd name="connsiteY71" fmla="*/ 271442 h 955271"/>
              <a:gd name="connsiteX72" fmla="*/ 4495366 w 5741575"/>
              <a:gd name="connsiteY72" fmla="*/ 271618 h 955271"/>
              <a:gd name="connsiteX73" fmla="*/ 4517347 w 5741575"/>
              <a:gd name="connsiteY73" fmla="*/ 275639 h 955271"/>
              <a:gd name="connsiteX74" fmla="*/ 4546116 w 5741575"/>
              <a:gd name="connsiteY74" fmla="*/ 268568 h 955271"/>
              <a:gd name="connsiteX75" fmla="*/ 4661259 w 5741575"/>
              <a:gd name="connsiteY75" fmla="*/ 238966 h 955271"/>
              <a:gd name="connsiteX76" fmla="*/ 4750403 w 5741575"/>
              <a:gd name="connsiteY76" fmla="*/ 204364 h 955271"/>
              <a:gd name="connsiteX77" fmla="*/ 4867614 w 5741575"/>
              <a:gd name="connsiteY77" fmla="*/ 208668 h 955271"/>
              <a:gd name="connsiteX78" fmla="*/ 4937036 w 5741575"/>
              <a:gd name="connsiteY78" fmla="*/ 195446 h 955271"/>
              <a:gd name="connsiteX79" fmla="*/ 5047626 w 5741575"/>
              <a:gd name="connsiteY79" fmla="*/ 149604 h 955271"/>
              <a:gd name="connsiteX80" fmla="*/ 5200247 w 5741575"/>
              <a:gd name="connsiteY80" fmla="*/ 142695 h 955271"/>
              <a:gd name="connsiteX81" fmla="*/ 5235691 w 5741575"/>
              <a:gd name="connsiteY81" fmla="*/ 173330 h 955271"/>
              <a:gd name="connsiteX82" fmla="*/ 5280133 w 5741575"/>
              <a:gd name="connsiteY82" fmla="*/ 189342 h 955271"/>
              <a:gd name="connsiteX83" fmla="*/ 5291963 w 5741575"/>
              <a:gd name="connsiteY83" fmla="*/ 139446 h 955271"/>
              <a:gd name="connsiteX84" fmla="*/ 5418472 w 5741575"/>
              <a:gd name="connsiteY84" fmla="*/ 89163 h 955271"/>
              <a:gd name="connsiteX85" fmla="*/ 5482354 w 5741575"/>
              <a:gd name="connsiteY85" fmla="*/ 69470 h 955271"/>
              <a:gd name="connsiteX86" fmla="*/ 5583280 w 5741575"/>
              <a:gd name="connsiteY86" fmla="*/ 49787 h 955271"/>
              <a:gd name="connsiteX87" fmla="*/ 5613766 w 5741575"/>
              <a:gd name="connsiteY87" fmla="*/ 41855 h 955271"/>
              <a:gd name="connsiteX88" fmla="*/ 5684952 w 5741575"/>
              <a:gd name="connsiteY88" fmla="*/ 26088 h 955271"/>
              <a:gd name="connsiteX89" fmla="*/ 5741575 w 5741575"/>
              <a:gd name="connsiteY89" fmla="*/ 0 h 955271"/>
              <a:gd name="connsiteX0" fmla="*/ 5741575 w 5741575"/>
              <a:gd name="connsiteY0" fmla="*/ 0 h 955271"/>
              <a:gd name="connsiteX1" fmla="*/ 5741575 w 5741575"/>
              <a:gd name="connsiteY1" fmla="*/ 955271 h 955271"/>
              <a:gd name="connsiteX2" fmla="*/ 0 w 5741575"/>
              <a:gd name="connsiteY2" fmla="*/ 955271 h 955271"/>
              <a:gd name="connsiteX3" fmla="*/ 8558 w 5741575"/>
              <a:gd name="connsiteY3" fmla="*/ 953971 h 955271"/>
              <a:gd name="connsiteX4" fmla="*/ 16894 w 5741575"/>
              <a:gd name="connsiteY4" fmla="*/ 953847 h 955271"/>
              <a:gd name="connsiteX5" fmla="*/ 28156 w 5741575"/>
              <a:gd name="connsiteY5" fmla="*/ 951374 h 955271"/>
              <a:gd name="connsiteX6" fmla="*/ 28293 w 5741575"/>
              <a:gd name="connsiteY6" fmla="*/ 950971 h 955271"/>
              <a:gd name="connsiteX7" fmla="*/ 39115 w 5741575"/>
              <a:gd name="connsiteY7" fmla="*/ 949326 h 955271"/>
              <a:gd name="connsiteX8" fmla="*/ 93851 w 5741575"/>
              <a:gd name="connsiteY8" fmla="*/ 922923 h 955271"/>
              <a:gd name="connsiteX9" fmla="*/ 148657 w 5741575"/>
              <a:gd name="connsiteY9" fmla="*/ 898134 h 955271"/>
              <a:gd name="connsiteX10" fmla="*/ 174554 w 5741575"/>
              <a:gd name="connsiteY10" fmla="*/ 886351 h 955271"/>
              <a:gd name="connsiteX11" fmla="*/ 187633 w 5741575"/>
              <a:gd name="connsiteY11" fmla="*/ 878226 h 955271"/>
              <a:gd name="connsiteX12" fmla="*/ 187961 w 5741575"/>
              <a:gd name="connsiteY12" fmla="*/ 876538 h 955271"/>
              <a:gd name="connsiteX13" fmla="*/ 240501 w 5741575"/>
              <a:gd name="connsiteY13" fmla="*/ 873150 h 955271"/>
              <a:gd name="connsiteX14" fmla="*/ 246345 w 5741575"/>
              <a:gd name="connsiteY14" fmla="*/ 869942 h 955271"/>
              <a:gd name="connsiteX15" fmla="*/ 306299 w 5741575"/>
              <a:gd name="connsiteY15" fmla="*/ 873609 h 955271"/>
              <a:gd name="connsiteX16" fmla="*/ 331571 w 5741575"/>
              <a:gd name="connsiteY16" fmla="*/ 869866 h 955271"/>
              <a:gd name="connsiteX17" fmla="*/ 384157 w 5741575"/>
              <a:gd name="connsiteY17" fmla="*/ 867971 h 955271"/>
              <a:gd name="connsiteX18" fmla="*/ 477637 w 5741575"/>
              <a:gd name="connsiteY18" fmla="*/ 870334 h 955271"/>
              <a:gd name="connsiteX19" fmla="*/ 570239 w 5741575"/>
              <a:gd name="connsiteY19" fmla="*/ 829596 h 955271"/>
              <a:gd name="connsiteX20" fmla="*/ 787156 w 5741575"/>
              <a:gd name="connsiteY20" fmla="*/ 838447 h 955271"/>
              <a:gd name="connsiteX21" fmla="*/ 948872 w 5741575"/>
              <a:gd name="connsiteY21" fmla="*/ 772201 h 955271"/>
              <a:gd name="connsiteX22" fmla="*/ 1127089 w 5741575"/>
              <a:gd name="connsiteY22" fmla="*/ 746926 h 955271"/>
              <a:gd name="connsiteX23" fmla="*/ 1220426 w 5741575"/>
              <a:gd name="connsiteY23" fmla="*/ 721810 h 955271"/>
              <a:gd name="connsiteX24" fmla="*/ 1306771 w 5741575"/>
              <a:gd name="connsiteY24" fmla="*/ 717936 h 955271"/>
              <a:gd name="connsiteX25" fmla="*/ 1374314 w 5741575"/>
              <a:gd name="connsiteY25" fmla="*/ 688815 h 955271"/>
              <a:gd name="connsiteX26" fmla="*/ 1378034 w 5741575"/>
              <a:gd name="connsiteY26" fmla="*/ 685842 h 955271"/>
              <a:gd name="connsiteX27" fmla="*/ 1395604 w 5741575"/>
              <a:gd name="connsiteY27" fmla="*/ 680460 h 955271"/>
              <a:gd name="connsiteX28" fmla="*/ 1397206 w 5741575"/>
              <a:gd name="connsiteY28" fmla="*/ 670793 h 955271"/>
              <a:gd name="connsiteX29" fmla="*/ 1421250 w 5741575"/>
              <a:gd name="connsiteY29" fmla="*/ 656855 h 955271"/>
              <a:gd name="connsiteX30" fmla="*/ 1454524 w 5741575"/>
              <a:gd name="connsiteY30" fmla="*/ 649224 h 955271"/>
              <a:gd name="connsiteX31" fmla="*/ 1616217 w 5741575"/>
              <a:gd name="connsiteY31" fmla="*/ 622107 h 955271"/>
              <a:gd name="connsiteX32" fmla="*/ 1710928 w 5741575"/>
              <a:gd name="connsiteY32" fmla="*/ 600666 h 955271"/>
              <a:gd name="connsiteX33" fmla="*/ 1743718 w 5741575"/>
              <a:gd name="connsiteY33" fmla="*/ 584327 h 955271"/>
              <a:gd name="connsiteX34" fmla="*/ 1873778 w 5741575"/>
              <a:gd name="connsiteY34" fmla="*/ 530130 h 955271"/>
              <a:gd name="connsiteX35" fmla="*/ 1988411 w 5741575"/>
              <a:gd name="connsiteY35" fmla="*/ 491599 h 955271"/>
              <a:gd name="connsiteX36" fmla="*/ 2085507 w 5741575"/>
              <a:gd name="connsiteY36" fmla="*/ 498527 h 955271"/>
              <a:gd name="connsiteX37" fmla="*/ 2090767 w 5741575"/>
              <a:gd name="connsiteY37" fmla="*/ 490616 h 955271"/>
              <a:gd name="connsiteX38" fmla="*/ 2151143 w 5741575"/>
              <a:gd name="connsiteY38" fmla="*/ 478332 h 955271"/>
              <a:gd name="connsiteX39" fmla="*/ 2378710 w 5741575"/>
              <a:gd name="connsiteY39" fmla="*/ 477570 h 955271"/>
              <a:gd name="connsiteX40" fmla="*/ 2496256 w 5741575"/>
              <a:gd name="connsiteY40" fmla="*/ 452396 h 955271"/>
              <a:gd name="connsiteX41" fmla="*/ 2535387 w 5741575"/>
              <a:gd name="connsiteY41" fmla="*/ 436645 h 955271"/>
              <a:gd name="connsiteX42" fmla="*/ 2601109 w 5741575"/>
              <a:gd name="connsiteY42" fmla="*/ 410678 h 955271"/>
              <a:gd name="connsiteX43" fmla="*/ 2643855 w 5741575"/>
              <a:gd name="connsiteY43" fmla="*/ 374482 h 955271"/>
              <a:gd name="connsiteX44" fmla="*/ 2657726 w 5741575"/>
              <a:gd name="connsiteY44" fmla="*/ 365841 h 955271"/>
              <a:gd name="connsiteX45" fmla="*/ 2687125 w 5741575"/>
              <a:gd name="connsiteY45" fmla="*/ 366820 h 955271"/>
              <a:gd name="connsiteX46" fmla="*/ 2697479 w 5741575"/>
              <a:gd name="connsiteY46" fmla="*/ 361430 h 955271"/>
              <a:gd name="connsiteX47" fmla="*/ 2701547 w 5741575"/>
              <a:gd name="connsiteY47" fmla="*/ 361545 h 955271"/>
              <a:gd name="connsiteX48" fmla="*/ 2711054 w 5741575"/>
              <a:gd name="connsiteY48" fmla="*/ 360597 h 955271"/>
              <a:gd name="connsiteX49" fmla="*/ 2710438 w 5741575"/>
              <a:gd name="connsiteY49" fmla="*/ 366958 h 955271"/>
              <a:gd name="connsiteX50" fmla="*/ 2722936 w 5741575"/>
              <a:gd name="connsiteY50" fmla="*/ 377633 h 955271"/>
              <a:gd name="connsiteX51" fmla="*/ 2777227 w 5741575"/>
              <a:gd name="connsiteY51" fmla="*/ 368972 h 955271"/>
              <a:gd name="connsiteX52" fmla="*/ 2779510 w 5741575"/>
              <a:gd name="connsiteY52" fmla="*/ 361652 h 955271"/>
              <a:gd name="connsiteX53" fmla="*/ 2786278 w 5741575"/>
              <a:gd name="connsiteY53" fmla="*/ 359869 h 955271"/>
              <a:gd name="connsiteX54" fmla="*/ 2792101 w 5741575"/>
              <a:gd name="connsiteY54" fmla="*/ 365927 h 955271"/>
              <a:gd name="connsiteX55" fmla="*/ 2885545 w 5741575"/>
              <a:gd name="connsiteY55" fmla="*/ 372818 h 955271"/>
              <a:gd name="connsiteX56" fmla="*/ 3009558 w 5741575"/>
              <a:gd name="connsiteY56" fmla="*/ 370573 h 955271"/>
              <a:gd name="connsiteX57" fmla="*/ 3095010 w 5741575"/>
              <a:gd name="connsiteY57" fmla="*/ 332454 h 955271"/>
              <a:gd name="connsiteX58" fmla="*/ 3103742 w 5741575"/>
              <a:gd name="connsiteY58" fmla="*/ 337974 h 955271"/>
              <a:gd name="connsiteX59" fmla="*/ 3165093 w 5741575"/>
              <a:gd name="connsiteY59" fmla="*/ 329459 h 955271"/>
              <a:gd name="connsiteX60" fmla="*/ 3373785 w 5741575"/>
              <a:gd name="connsiteY60" fmla="*/ 255680 h 955271"/>
              <a:gd name="connsiteX61" fmla="*/ 3493851 w 5741575"/>
              <a:gd name="connsiteY61" fmla="*/ 240255 h 955271"/>
              <a:gd name="connsiteX62" fmla="*/ 3537470 w 5741575"/>
              <a:gd name="connsiteY62" fmla="*/ 241867 h 955271"/>
              <a:gd name="connsiteX63" fmla="*/ 3610489 w 5741575"/>
              <a:gd name="connsiteY63" fmla="*/ 244128 h 955271"/>
              <a:gd name="connsiteX64" fmla="*/ 3667539 w 5741575"/>
              <a:gd name="connsiteY64" fmla="*/ 263271 h 955271"/>
              <a:gd name="connsiteX65" fmla="*/ 3727614 w 5741575"/>
              <a:gd name="connsiteY65" fmla="*/ 258245 h 955271"/>
              <a:gd name="connsiteX66" fmla="*/ 3738369 w 5741575"/>
              <a:gd name="connsiteY66" fmla="*/ 234506 h 955271"/>
              <a:gd name="connsiteX67" fmla="*/ 3803670 w 5741575"/>
              <a:gd name="connsiteY67" fmla="*/ 236457 h 955271"/>
              <a:gd name="connsiteX68" fmla="*/ 3903080 w 5741575"/>
              <a:gd name="connsiteY68" fmla="*/ 241890 h 955271"/>
              <a:gd name="connsiteX69" fmla="*/ 4114838 w 5741575"/>
              <a:gd name="connsiteY69" fmla="*/ 238165 h 955271"/>
              <a:gd name="connsiteX70" fmla="*/ 4271023 w 5741575"/>
              <a:gd name="connsiteY70" fmla="*/ 241959 h 955271"/>
              <a:gd name="connsiteX71" fmla="*/ 4367397 w 5741575"/>
              <a:gd name="connsiteY71" fmla="*/ 271442 h 955271"/>
              <a:gd name="connsiteX72" fmla="*/ 4495366 w 5741575"/>
              <a:gd name="connsiteY72" fmla="*/ 271618 h 955271"/>
              <a:gd name="connsiteX73" fmla="*/ 4517347 w 5741575"/>
              <a:gd name="connsiteY73" fmla="*/ 275639 h 955271"/>
              <a:gd name="connsiteX74" fmla="*/ 4546116 w 5741575"/>
              <a:gd name="connsiteY74" fmla="*/ 268568 h 955271"/>
              <a:gd name="connsiteX75" fmla="*/ 4661259 w 5741575"/>
              <a:gd name="connsiteY75" fmla="*/ 238966 h 955271"/>
              <a:gd name="connsiteX76" fmla="*/ 4750403 w 5741575"/>
              <a:gd name="connsiteY76" fmla="*/ 204364 h 955271"/>
              <a:gd name="connsiteX77" fmla="*/ 4867614 w 5741575"/>
              <a:gd name="connsiteY77" fmla="*/ 208668 h 955271"/>
              <a:gd name="connsiteX78" fmla="*/ 4937036 w 5741575"/>
              <a:gd name="connsiteY78" fmla="*/ 195446 h 955271"/>
              <a:gd name="connsiteX79" fmla="*/ 5047626 w 5741575"/>
              <a:gd name="connsiteY79" fmla="*/ 149604 h 955271"/>
              <a:gd name="connsiteX80" fmla="*/ 5200247 w 5741575"/>
              <a:gd name="connsiteY80" fmla="*/ 142695 h 955271"/>
              <a:gd name="connsiteX81" fmla="*/ 5235691 w 5741575"/>
              <a:gd name="connsiteY81" fmla="*/ 173330 h 955271"/>
              <a:gd name="connsiteX82" fmla="*/ 5280133 w 5741575"/>
              <a:gd name="connsiteY82" fmla="*/ 189342 h 955271"/>
              <a:gd name="connsiteX83" fmla="*/ 5291963 w 5741575"/>
              <a:gd name="connsiteY83" fmla="*/ 139446 h 955271"/>
              <a:gd name="connsiteX84" fmla="*/ 5418472 w 5741575"/>
              <a:gd name="connsiteY84" fmla="*/ 89163 h 955271"/>
              <a:gd name="connsiteX85" fmla="*/ 5482354 w 5741575"/>
              <a:gd name="connsiteY85" fmla="*/ 69470 h 955271"/>
              <a:gd name="connsiteX86" fmla="*/ 5583280 w 5741575"/>
              <a:gd name="connsiteY86" fmla="*/ 49787 h 955271"/>
              <a:gd name="connsiteX87" fmla="*/ 5613766 w 5741575"/>
              <a:gd name="connsiteY87" fmla="*/ 41855 h 955271"/>
              <a:gd name="connsiteX88" fmla="*/ 5684952 w 5741575"/>
              <a:gd name="connsiteY88" fmla="*/ 26088 h 955271"/>
              <a:gd name="connsiteX89" fmla="*/ 5741575 w 5741575"/>
              <a:gd name="connsiteY89" fmla="*/ 0 h 955271"/>
              <a:gd name="connsiteX0" fmla="*/ 5741575 w 5741575"/>
              <a:gd name="connsiteY0" fmla="*/ 0 h 955271"/>
              <a:gd name="connsiteX1" fmla="*/ 5741575 w 5741575"/>
              <a:gd name="connsiteY1" fmla="*/ 955271 h 955271"/>
              <a:gd name="connsiteX2" fmla="*/ 0 w 5741575"/>
              <a:gd name="connsiteY2" fmla="*/ 955271 h 955271"/>
              <a:gd name="connsiteX3" fmla="*/ 8558 w 5741575"/>
              <a:gd name="connsiteY3" fmla="*/ 953971 h 955271"/>
              <a:gd name="connsiteX4" fmla="*/ 16894 w 5741575"/>
              <a:gd name="connsiteY4" fmla="*/ 953847 h 955271"/>
              <a:gd name="connsiteX5" fmla="*/ 28156 w 5741575"/>
              <a:gd name="connsiteY5" fmla="*/ 951374 h 955271"/>
              <a:gd name="connsiteX6" fmla="*/ 28293 w 5741575"/>
              <a:gd name="connsiteY6" fmla="*/ 950971 h 955271"/>
              <a:gd name="connsiteX7" fmla="*/ 39115 w 5741575"/>
              <a:gd name="connsiteY7" fmla="*/ 949326 h 955271"/>
              <a:gd name="connsiteX8" fmla="*/ 148657 w 5741575"/>
              <a:gd name="connsiteY8" fmla="*/ 898134 h 955271"/>
              <a:gd name="connsiteX9" fmla="*/ 174554 w 5741575"/>
              <a:gd name="connsiteY9" fmla="*/ 886351 h 955271"/>
              <a:gd name="connsiteX10" fmla="*/ 187633 w 5741575"/>
              <a:gd name="connsiteY10" fmla="*/ 878226 h 955271"/>
              <a:gd name="connsiteX11" fmla="*/ 187961 w 5741575"/>
              <a:gd name="connsiteY11" fmla="*/ 876538 h 955271"/>
              <a:gd name="connsiteX12" fmla="*/ 240501 w 5741575"/>
              <a:gd name="connsiteY12" fmla="*/ 873150 h 955271"/>
              <a:gd name="connsiteX13" fmla="*/ 246345 w 5741575"/>
              <a:gd name="connsiteY13" fmla="*/ 869942 h 955271"/>
              <a:gd name="connsiteX14" fmla="*/ 306299 w 5741575"/>
              <a:gd name="connsiteY14" fmla="*/ 873609 h 955271"/>
              <a:gd name="connsiteX15" fmla="*/ 331571 w 5741575"/>
              <a:gd name="connsiteY15" fmla="*/ 869866 h 955271"/>
              <a:gd name="connsiteX16" fmla="*/ 384157 w 5741575"/>
              <a:gd name="connsiteY16" fmla="*/ 867971 h 955271"/>
              <a:gd name="connsiteX17" fmla="*/ 477637 w 5741575"/>
              <a:gd name="connsiteY17" fmla="*/ 870334 h 955271"/>
              <a:gd name="connsiteX18" fmla="*/ 570239 w 5741575"/>
              <a:gd name="connsiteY18" fmla="*/ 829596 h 955271"/>
              <a:gd name="connsiteX19" fmla="*/ 787156 w 5741575"/>
              <a:gd name="connsiteY19" fmla="*/ 838447 h 955271"/>
              <a:gd name="connsiteX20" fmla="*/ 948872 w 5741575"/>
              <a:gd name="connsiteY20" fmla="*/ 772201 h 955271"/>
              <a:gd name="connsiteX21" fmla="*/ 1127089 w 5741575"/>
              <a:gd name="connsiteY21" fmla="*/ 746926 h 955271"/>
              <a:gd name="connsiteX22" fmla="*/ 1220426 w 5741575"/>
              <a:gd name="connsiteY22" fmla="*/ 721810 h 955271"/>
              <a:gd name="connsiteX23" fmla="*/ 1306771 w 5741575"/>
              <a:gd name="connsiteY23" fmla="*/ 717936 h 955271"/>
              <a:gd name="connsiteX24" fmla="*/ 1374314 w 5741575"/>
              <a:gd name="connsiteY24" fmla="*/ 688815 h 955271"/>
              <a:gd name="connsiteX25" fmla="*/ 1378034 w 5741575"/>
              <a:gd name="connsiteY25" fmla="*/ 685842 h 955271"/>
              <a:gd name="connsiteX26" fmla="*/ 1395604 w 5741575"/>
              <a:gd name="connsiteY26" fmla="*/ 680460 h 955271"/>
              <a:gd name="connsiteX27" fmla="*/ 1397206 w 5741575"/>
              <a:gd name="connsiteY27" fmla="*/ 670793 h 955271"/>
              <a:gd name="connsiteX28" fmla="*/ 1421250 w 5741575"/>
              <a:gd name="connsiteY28" fmla="*/ 656855 h 955271"/>
              <a:gd name="connsiteX29" fmla="*/ 1454524 w 5741575"/>
              <a:gd name="connsiteY29" fmla="*/ 649224 h 955271"/>
              <a:gd name="connsiteX30" fmla="*/ 1616217 w 5741575"/>
              <a:gd name="connsiteY30" fmla="*/ 622107 h 955271"/>
              <a:gd name="connsiteX31" fmla="*/ 1710928 w 5741575"/>
              <a:gd name="connsiteY31" fmla="*/ 600666 h 955271"/>
              <a:gd name="connsiteX32" fmla="*/ 1743718 w 5741575"/>
              <a:gd name="connsiteY32" fmla="*/ 584327 h 955271"/>
              <a:gd name="connsiteX33" fmla="*/ 1873778 w 5741575"/>
              <a:gd name="connsiteY33" fmla="*/ 530130 h 955271"/>
              <a:gd name="connsiteX34" fmla="*/ 1988411 w 5741575"/>
              <a:gd name="connsiteY34" fmla="*/ 491599 h 955271"/>
              <a:gd name="connsiteX35" fmla="*/ 2085507 w 5741575"/>
              <a:gd name="connsiteY35" fmla="*/ 498527 h 955271"/>
              <a:gd name="connsiteX36" fmla="*/ 2090767 w 5741575"/>
              <a:gd name="connsiteY36" fmla="*/ 490616 h 955271"/>
              <a:gd name="connsiteX37" fmla="*/ 2151143 w 5741575"/>
              <a:gd name="connsiteY37" fmla="*/ 478332 h 955271"/>
              <a:gd name="connsiteX38" fmla="*/ 2378710 w 5741575"/>
              <a:gd name="connsiteY38" fmla="*/ 477570 h 955271"/>
              <a:gd name="connsiteX39" fmla="*/ 2496256 w 5741575"/>
              <a:gd name="connsiteY39" fmla="*/ 452396 h 955271"/>
              <a:gd name="connsiteX40" fmla="*/ 2535387 w 5741575"/>
              <a:gd name="connsiteY40" fmla="*/ 436645 h 955271"/>
              <a:gd name="connsiteX41" fmla="*/ 2601109 w 5741575"/>
              <a:gd name="connsiteY41" fmla="*/ 410678 h 955271"/>
              <a:gd name="connsiteX42" fmla="*/ 2643855 w 5741575"/>
              <a:gd name="connsiteY42" fmla="*/ 374482 h 955271"/>
              <a:gd name="connsiteX43" fmla="*/ 2657726 w 5741575"/>
              <a:gd name="connsiteY43" fmla="*/ 365841 h 955271"/>
              <a:gd name="connsiteX44" fmla="*/ 2687125 w 5741575"/>
              <a:gd name="connsiteY44" fmla="*/ 366820 h 955271"/>
              <a:gd name="connsiteX45" fmla="*/ 2697479 w 5741575"/>
              <a:gd name="connsiteY45" fmla="*/ 361430 h 955271"/>
              <a:gd name="connsiteX46" fmla="*/ 2701547 w 5741575"/>
              <a:gd name="connsiteY46" fmla="*/ 361545 h 955271"/>
              <a:gd name="connsiteX47" fmla="*/ 2711054 w 5741575"/>
              <a:gd name="connsiteY47" fmla="*/ 360597 h 955271"/>
              <a:gd name="connsiteX48" fmla="*/ 2710438 w 5741575"/>
              <a:gd name="connsiteY48" fmla="*/ 366958 h 955271"/>
              <a:gd name="connsiteX49" fmla="*/ 2722936 w 5741575"/>
              <a:gd name="connsiteY49" fmla="*/ 377633 h 955271"/>
              <a:gd name="connsiteX50" fmla="*/ 2777227 w 5741575"/>
              <a:gd name="connsiteY50" fmla="*/ 368972 h 955271"/>
              <a:gd name="connsiteX51" fmla="*/ 2779510 w 5741575"/>
              <a:gd name="connsiteY51" fmla="*/ 361652 h 955271"/>
              <a:gd name="connsiteX52" fmla="*/ 2786278 w 5741575"/>
              <a:gd name="connsiteY52" fmla="*/ 359869 h 955271"/>
              <a:gd name="connsiteX53" fmla="*/ 2792101 w 5741575"/>
              <a:gd name="connsiteY53" fmla="*/ 365927 h 955271"/>
              <a:gd name="connsiteX54" fmla="*/ 2885545 w 5741575"/>
              <a:gd name="connsiteY54" fmla="*/ 372818 h 955271"/>
              <a:gd name="connsiteX55" fmla="*/ 3009558 w 5741575"/>
              <a:gd name="connsiteY55" fmla="*/ 370573 h 955271"/>
              <a:gd name="connsiteX56" fmla="*/ 3095010 w 5741575"/>
              <a:gd name="connsiteY56" fmla="*/ 332454 h 955271"/>
              <a:gd name="connsiteX57" fmla="*/ 3103742 w 5741575"/>
              <a:gd name="connsiteY57" fmla="*/ 337974 h 955271"/>
              <a:gd name="connsiteX58" fmla="*/ 3165093 w 5741575"/>
              <a:gd name="connsiteY58" fmla="*/ 329459 h 955271"/>
              <a:gd name="connsiteX59" fmla="*/ 3373785 w 5741575"/>
              <a:gd name="connsiteY59" fmla="*/ 255680 h 955271"/>
              <a:gd name="connsiteX60" fmla="*/ 3493851 w 5741575"/>
              <a:gd name="connsiteY60" fmla="*/ 240255 h 955271"/>
              <a:gd name="connsiteX61" fmla="*/ 3537470 w 5741575"/>
              <a:gd name="connsiteY61" fmla="*/ 241867 h 955271"/>
              <a:gd name="connsiteX62" fmla="*/ 3610489 w 5741575"/>
              <a:gd name="connsiteY62" fmla="*/ 244128 h 955271"/>
              <a:gd name="connsiteX63" fmla="*/ 3667539 w 5741575"/>
              <a:gd name="connsiteY63" fmla="*/ 263271 h 955271"/>
              <a:gd name="connsiteX64" fmla="*/ 3727614 w 5741575"/>
              <a:gd name="connsiteY64" fmla="*/ 258245 h 955271"/>
              <a:gd name="connsiteX65" fmla="*/ 3738369 w 5741575"/>
              <a:gd name="connsiteY65" fmla="*/ 234506 h 955271"/>
              <a:gd name="connsiteX66" fmla="*/ 3803670 w 5741575"/>
              <a:gd name="connsiteY66" fmla="*/ 236457 h 955271"/>
              <a:gd name="connsiteX67" fmla="*/ 3903080 w 5741575"/>
              <a:gd name="connsiteY67" fmla="*/ 241890 h 955271"/>
              <a:gd name="connsiteX68" fmla="*/ 4114838 w 5741575"/>
              <a:gd name="connsiteY68" fmla="*/ 238165 h 955271"/>
              <a:gd name="connsiteX69" fmla="*/ 4271023 w 5741575"/>
              <a:gd name="connsiteY69" fmla="*/ 241959 h 955271"/>
              <a:gd name="connsiteX70" fmla="*/ 4367397 w 5741575"/>
              <a:gd name="connsiteY70" fmla="*/ 271442 h 955271"/>
              <a:gd name="connsiteX71" fmla="*/ 4495366 w 5741575"/>
              <a:gd name="connsiteY71" fmla="*/ 271618 h 955271"/>
              <a:gd name="connsiteX72" fmla="*/ 4517347 w 5741575"/>
              <a:gd name="connsiteY72" fmla="*/ 275639 h 955271"/>
              <a:gd name="connsiteX73" fmla="*/ 4546116 w 5741575"/>
              <a:gd name="connsiteY73" fmla="*/ 268568 h 955271"/>
              <a:gd name="connsiteX74" fmla="*/ 4661259 w 5741575"/>
              <a:gd name="connsiteY74" fmla="*/ 238966 h 955271"/>
              <a:gd name="connsiteX75" fmla="*/ 4750403 w 5741575"/>
              <a:gd name="connsiteY75" fmla="*/ 204364 h 955271"/>
              <a:gd name="connsiteX76" fmla="*/ 4867614 w 5741575"/>
              <a:gd name="connsiteY76" fmla="*/ 208668 h 955271"/>
              <a:gd name="connsiteX77" fmla="*/ 4937036 w 5741575"/>
              <a:gd name="connsiteY77" fmla="*/ 195446 h 955271"/>
              <a:gd name="connsiteX78" fmla="*/ 5047626 w 5741575"/>
              <a:gd name="connsiteY78" fmla="*/ 149604 h 955271"/>
              <a:gd name="connsiteX79" fmla="*/ 5200247 w 5741575"/>
              <a:gd name="connsiteY79" fmla="*/ 142695 h 955271"/>
              <a:gd name="connsiteX80" fmla="*/ 5235691 w 5741575"/>
              <a:gd name="connsiteY80" fmla="*/ 173330 h 955271"/>
              <a:gd name="connsiteX81" fmla="*/ 5280133 w 5741575"/>
              <a:gd name="connsiteY81" fmla="*/ 189342 h 955271"/>
              <a:gd name="connsiteX82" fmla="*/ 5291963 w 5741575"/>
              <a:gd name="connsiteY82" fmla="*/ 139446 h 955271"/>
              <a:gd name="connsiteX83" fmla="*/ 5418472 w 5741575"/>
              <a:gd name="connsiteY83" fmla="*/ 89163 h 955271"/>
              <a:gd name="connsiteX84" fmla="*/ 5482354 w 5741575"/>
              <a:gd name="connsiteY84" fmla="*/ 69470 h 955271"/>
              <a:gd name="connsiteX85" fmla="*/ 5583280 w 5741575"/>
              <a:gd name="connsiteY85" fmla="*/ 49787 h 955271"/>
              <a:gd name="connsiteX86" fmla="*/ 5613766 w 5741575"/>
              <a:gd name="connsiteY86" fmla="*/ 41855 h 955271"/>
              <a:gd name="connsiteX87" fmla="*/ 5684952 w 5741575"/>
              <a:gd name="connsiteY87" fmla="*/ 26088 h 955271"/>
              <a:gd name="connsiteX88" fmla="*/ 5741575 w 5741575"/>
              <a:gd name="connsiteY88" fmla="*/ 0 h 955271"/>
              <a:gd name="connsiteX0" fmla="*/ 5741575 w 5741575"/>
              <a:gd name="connsiteY0" fmla="*/ 0 h 955271"/>
              <a:gd name="connsiteX1" fmla="*/ 5741575 w 5741575"/>
              <a:gd name="connsiteY1" fmla="*/ 955271 h 955271"/>
              <a:gd name="connsiteX2" fmla="*/ 0 w 5741575"/>
              <a:gd name="connsiteY2" fmla="*/ 955271 h 955271"/>
              <a:gd name="connsiteX3" fmla="*/ 8558 w 5741575"/>
              <a:gd name="connsiteY3" fmla="*/ 953971 h 955271"/>
              <a:gd name="connsiteX4" fmla="*/ 16894 w 5741575"/>
              <a:gd name="connsiteY4" fmla="*/ 953847 h 955271"/>
              <a:gd name="connsiteX5" fmla="*/ 28156 w 5741575"/>
              <a:gd name="connsiteY5" fmla="*/ 951374 h 955271"/>
              <a:gd name="connsiteX6" fmla="*/ 28293 w 5741575"/>
              <a:gd name="connsiteY6" fmla="*/ 950971 h 955271"/>
              <a:gd name="connsiteX7" fmla="*/ 59229 w 5741575"/>
              <a:gd name="connsiteY7" fmla="*/ 903950 h 955271"/>
              <a:gd name="connsiteX8" fmla="*/ 148657 w 5741575"/>
              <a:gd name="connsiteY8" fmla="*/ 898134 h 955271"/>
              <a:gd name="connsiteX9" fmla="*/ 174554 w 5741575"/>
              <a:gd name="connsiteY9" fmla="*/ 886351 h 955271"/>
              <a:gd name="connsiteX10" fmla="*/ 187633 w 5741575"/>
              <a:gd name="connsiteY10" fmla="*/ 878226 h 955271"/>
              <a:gd name="connsiteX11" fmla="*/ 187961 w 5741575"/>
              <a:gd name="connsiteY11" fmla="*/ 876538 h 955271"/>
              <a:gd name="connsiteX12" fmla="*/ 240501 w 5741575"/>
              <a:gd name="connsiteY12" fmla="*/ 873150 h 955271"/>
              <a:gd name="connsiteX13" fmla="*/ 246345 w 5741575"/>
              <a:gd name="connsiteY13" fmla="*/ 869942 h 955271"/>
              <a:gd name="connsiteX14" fmla="*/ 306299 w 5741575"/>
              <a:gd name="connsiteY14" fmla="*/ 873609 h 955271"/>
              <a:gd name="connsiteX15" fmla="*/ 331571 w 5741575"/>
              <a:gd name="connsiteY15" fmla="*/ 869866 h 955271"/>
              <a:gd name="connsiteX16" fmla="*/ 384157 w 5741575"/>
              <a:gd name="connsiteY16" fmla="*/ 867971 h 955271"/>
              <a:gd name="connsiteX17" fmla="*/ 477637 w 5741575"/>
              <a:gd name="connsiteY17" fmla="*/ 870334 h 955271"/>
              <a:gd name="connsiteX18" fmla="*/ 570239 w 5741575"/>
              <a:gd name="connsiteY18" fmla="*/ 829596 h 955271"/>
              <a:gd name="connsiteX19" fmla="*/ 787156 w 5741575"/>
              <a:gd name="connsiteY19" fmla="*/ 838447 h 955271"/>
              <a:gd name="connsiteX20" fmla="*/ 948872 w 5741575"/>
              <a:gd name="connsiteY20" fmla="*/ 772201 h 955271"/>
              <a:gd name="connsiteX21" fmla="*/ 1127089 w 5741575"/>
              <a:gd name="connsiteY21" fmla="*/ 746926 h 955271"/>
              <a:gd name="connsiteX22" fmla="*/ 1220426 w 5741575"/>
              <a:gd name="connsiteY22" fmla="*/ 721810 h 955271"/>
              <a:gd name="connsiteX23" fmla="*/ 1306771 w 5741575"/>
              <a:gd name="connsiteY23" fmla="*/ 717936 h 955271"/>
              <a:gd name="connsiteX24" fmla="*/ 1374314 w 5741575"/>
              <a:gd name="connsiteY24" fmla="*/ 688815 h 955271"/>
              <a:gd name="connsiteX25" fmla="*/ 1378034 w 5741575"/>
              <a:gd name="connsiteY25" fmla="*/ 685842 h 955271"/>
              <a:gd name="connsiteX26" fmla="*/ 1395604 w 5741575"/>
              <a:gd name="connsiteY26" fmla="*/ 680460 h 955271"/>
              <a:gd name="connsiteX27" fmla="*/ 1397206 w 5741575"/>
              <a:gd name="connsiteY27" fmla="*/ 670793 h 955271"/>
              <a:gd name="connsiteX28" fmla="*/ 1421250 w 5741575"/>
              <a:gd name="connsiteY28" fmla="*/ 656855 h 955271"/>
              <a:gd name="connsiteX29" fmla="*/ 1454524 w 5741575"/>
              <a:gd name="connsiteY29" fmla="*/ 649224 h 955271"/>
              <a:gd name="connsiteX30" fmla="*/ 1616217 w 5741575"/>
              <a:gd name="connsiteY30" fmla="*/ 622107 h 955271"/>
              <a:gd name="connsiteX31" fmla="*/ 1710928 w 5741575"/>
              <a:gd name="connsiteY31" fmla="*/ 600666 h 955271"/>
              <a:gd name="connsiteX32" fmla="*/ 1743718 w 5741575"/>
              <a:gd name="connsiteY32" fmla="*/ 584327 h 955271"/>
              <a:gd name="connsiteX33" fmla="*/ 1873778 w 5741575"/>
              <a:gd name="connsiteY33" fmla="*/ 530130 h 955271"/>
              <a:gd name="connsiteX34" fmla="*/ 1988411 w 5741575"/>
              <a:gd name="connsiteY34" fmla="*/ 491599 h 955271"/>
              <a:gd name="connsiteX35" fmla="*/ 2085507 w 5741575"/>
              <a:gd name="connsiteY35" fmla="*/ 498527 h 955271"/>
              <a:gd name="connsiteX36" fmla="*/ 2090767 w 5741575"/>
              <a:gd name="connsiteY36" fmla="*/ 490616 h 955271"/>
              <a:gd name="connsiteX37" fmla="*/ 2151143 w 5741575"/>
              <a:gd name="connsiteY37" fmla="*/ 478332 h 955271"/>
              <a:gd name="connsiteX38" fmla="*/ 2378710 w 5741575"/>
              <a:gd name="connsiteY38" fmla="*/ 477570 h 955271"/>
              <a:gd name="connsiteX39" fmla="*/ 2496256 w 5741575"/>
              <a:gd name="connsiteY39" fmla="*/ 452396 h 955271"/>
              <a:gd name="connsiteX40" fmla="*/ 2535387 w 5741575"/>
              <a:gd name="connsiteY40" fmla="*/ 436645 h 955271"/>
              <a:gd name="connsiteX41" fmla="*/ 2601109 w 5741575"/>
              <a:gd name="connsiteY41" fmla="*/ 410678 h 955271"/>
              <a:gd name="connsiteX42" fmla="*/ 2643855 w 5741575"/>
              <a:gd name="connsiteY42" fmla="*/ 374482 h 955271"/>
              <a:gd name="connsiteX43" fmla="*/ 2657726 w 5741575"/>
              <a:gd name="connsiteY43" fmla="*/ 365841 h 955271"/>
              <a:gd name="connsiteX44" fmla="*/ 2687125 w 5741575"/>
              <a:gd name="connsiteY44" fmla="*/ 366820 h 955271"/>
              <a:gd name="connsiteX45" fmla="*/ 2697479 w 5741575"/>
              <a:gd name="connsiteY45" fmla="*/ 361430 h 955271"/>
              <a:gd name="connsiteX46" fmla="*/ 2701547 w 5741575"/>
              <a:gd name="connsiteY46" fmla="*/ 361545 h 955271"/>
              <a:gd name="connsiteX47" fmla="*/ 2711054 w 5741575"/>
              <a:gd name="connsiteY47" fmla="*/ 360597 h 955271"/>
              <a:gd name="connsiteX48" fmla="*/ 2710438 w 5741575"/>
              <a:gd name="connsiteY48" fmla="*/ 366958 h 955271"/>
              <a:gd name="connsiteX49" fmla="*/ 2722936 w 5741575"/>
              <a:gd name="connsiteY49" fmla="*/ 377633 h 955271"/>
              <a:gd name="connsiteX50" fmla="*/ 2777227 w 5741575"/>
              <a:gd name="connsiteY50" fmla="*/ 368972 h 955271"/>
              <a:gd name="connsiteX51" fmla="*/ 2779510 w 5741575"/>
              <a:gd name="connsiteY51" fmla="*/ 361652 h 955271"/>
              <a:gd name="connsiteX52" fmla="*/ 2786278 w 5741575"/>
              <a:gd name="connsiteY52" fmla="*/ 359869 h 955271"/>
              <a:gd name="connsiteX53" fmla="*/ 2792101 w 5741575"/>
              <a:gd name="connsiteY53" fmla="*/ 365927 h 955271"/>
              <a:gd name="connsiteX54" fmla="*/ 2885545 w 5741575"/>
              <a:gd name="connsiteY54" fmla="*/ 372818 h 955271"/>
              <a:gd name="connsiteX55" fmla="*/ 3009558 w 5741575"/>
              <a:gd name="connsiteY55" fmla="*/ 370573 h 955271"/>
              <a:gd name="connsiteX56" fmla="*/ 3095010 w 5741575"/>
              <a:gd name="connsiteY56" fmla="*/ 332454 h 955271"/>
              <a:gd name="connsiteX57" fmla="*/ 3103742 w 5741575"/>
              <a:gd name="connsiteY57" fmla="*/ 337974 h 955271"/>
              <a:gd name="connsiteX58" fmla="*/ 3165093 w 5741575"/>
              <a:gd name="connsiteY58" fmla="*/ 329459 h 955271"/>
              <a:gd name="connsiteX59" fmla="*/ 3373785 w 5741575"/>
              <a:gd name="connsiteY59" fmla="*/ 255680 h 955271"/>
              <a:gd name="connsiteX60" fmla="*/ 3493851 w 5741575"/>
              <a:gd name="connsiteY60" fmla="*/ 240255 h 955271"/>
              <a:gd name="connsiteX61" fmla="*/ 3537470 w 5741575"/>
              <a:gd name="connsiteY61" fmla="*/ 241867 h 955271"/>
              <a:gd name="connsiteX62" fmla="*/ 3610489 w 5741575"/>
              <a:gd name="connsiteY62" fmla="*/ 244128 h 955271"/>
              <a:gd name="connsiteX63" fmla="*/ 3667539 w 5741575"/>
              <a:gd name="connsiteY63" fmla="*/ 263271 h 955271"/>
              <a:gd name="connsiteX64" fmla="*/ 3727614 w 5741575"/>
              <a:gd name="connsiteY64" fmla="*/ 258245 h 955271"/>
              <a:gd name="connsiteX65" fmla="*/ 3738369 w 5741575"/>
              <a:gd name="connsiteY65" fmla="*/ 234506 h 955271"/>
              <a:gd name="connsiteX66" fmla="*/ 3803670 w 5741575"/>
              <a:gd name="connsiteY66" fmla="*/ 236457 h 955271"/>
              <a:gd name="connsiteX67" fmla="*/ 3903080 w 5741575"/>
              <a:gd name="connsiteY67" fmla="*/ 241890 h 955271"/>
              <a:gd name="connsiteX68" fmla="*/ 4114838 w 5741575"/>
              <a:gd name="connsiteY68" fmla="*/ 238165 h 955271"/>
              <a:gd name="connsiteX69" fmla="*/ 4271023 w 5741575"/>
              <a:gd name="connsiteY69" fmla="*/ 241959 h 955271"/>
              <a:gd name="connsiteX70" fmla="*/ 4367397 w 5741575"/>
              <a:gd name="connsiteY70" fmla="*/ 271442 h 955271"/>
              <a:gd name="connsiteX71" fmla="*/ 4495366 w 5741575"/>
              <a:gd name="connsiteY71" fmla="*/ 271618 h 955271"/>
              <a:gd name="connsiteX72" fmla="*/ 4517347 w 5741575"/>
              <a:gd name="connsiteY72" fmla="*/ 275639 h 955271"/>
              <a:gd name="connsiteX73" fmla="*/ 4546116 w 5741575"/>
              <a:gd name="connsiteY73" fmla="*/ 268568 h 955271"/>
              <a:gd name="connsiteX74" fmla="*/ 4661259 w 5741575"/>
              <a:gd name="connsiteY74" fmla="*/ 238966 h 955271"/>
              <a:gd name="connsiteX75" fmla="*/ 4750403 w 5741575"/>
              <a:gd name="connsiteY75" fmla="*/ 204364 h 955271"/>
              <a:gd name="connsiteX76" fmla="*/ 4867614 w 5741575"/>
              <a:gd name="connsiteY76" fmla="*/ 208668 h 955271"/>
              <a:gd name="connsiteX77" fmla="*/ 4937036 w 5741575"/>
              <a:gd name="connsiteY77" fmla="*/ 195446 h 955271"/>
              <a:gd name="connsiteX78" fmla="*/ 5047626 w 5741575"/>
              <a:gd name="connsiteY78" fmla="*/ 149604 h 955271"/>
              <a:gd name="connsiteX79" fmla="*/ 5200247 w 5741575"/>
              <a:gd name="connsiteY79" fmla="*/ 142695 h 955271"/>
              <a:gd name="connsiteX80" fmla="*/ 5235691 w 5741575"/>
              <a:gd name="connsiteY80" fmla="*/ 173330 h 955271"/>
              <a:gd name="connsiteX81" fmla="*/ 5280133 w 5741575"/>
              <a:gd name="connsiteY81" fmla="*/ 189342 h 955271"/>
              <a:gd name="connsiteX82" fmla="*/ 5291963 w 5741575"/>
              <a:gd name="connsiteY82" fmla="*/ 139446 h 955271"/>
              <a:gd name="connsiteX83" fmla="*/ 5418472 w 5741575"/>
              <a:gd name="connsiteY83" fmla="*/ 89163 h 955271"/>
              <a:gd name="connsiteX84" fmla="*/ 5482354 w 5741575"/>
              <a:gd name="connsiteY84" fmla="*/ 69470 h 955271"/>
              <a:gd name="connsiteX85" fmla="*/ 5583280 w 5741575"/>
              <a:gd name="connsiteY85" fmla="*/ 49787 h 955271"/>
              <a:gd name="connsiteX86" fmla="*/ 5613766 w 5741575"/>
              <a:gd name="connsiteY86" fmla="*/ 41855 h 955271"/>
              <a:gd name="connsiteX87" fmla="*/ 5684952 w 5741575"/>
              <a:gd name="connsiteY87" fmla="*/ 26088 h 955271"/>
              <a:gd name="connsiteX88" fmla="*/ 5741575 w 5741575"/>
              <a:gd name="connsiteY88" fmla="*/ 0 h 955271"/>
              <a:gd name="connsiteX0" fmla="*/ 5741575 w 5741575"/>
              <a:gd name="connsiteY0" fmla="*/ 0 h 955271"/>
              <a:gd name="connsiteX1" fmla="*/ 5741575 w 5741575"/>
              <a:gd name="connsiteY1" fmla="*/ 955271 h 955271"/>
              <a:gd name="connsiteX2" fmla="*/ 0 w 5741575"/>
              <a:gd name="connsiteY2" fmla="*/ 955271 h 955271"/>
              <a:gd name="connsiteX3" fmla="*/ 8558 w 5741575"/>
              <a:gd name="connsiteY3" fmla="*/ 953971 h 955271"/>
              <a:gd name="connsiteX4" fmla="*/ 16894 w 5741575"/>
              <a:gd name="connsiteY4" fmla="*/ 953847 h 955271"/>
              <a:gd name="connsiteX5" fmla="*/ 28156 w 5741575"/>
              <a:gd name="connsiteY5" fmla="*/ 951374 h 955271"/>
              <a:gd name="connsiteX6" fmla="*/ 28293 w 5741575"/>
              <a:gd name="connsiteY6" fmla="*/ 950971 h 955271"/>
              <a:gd name="connsiteX7" fmla="*/ 59229 w 5741575"/>
              <a:gd name="connsiteY7" fmla="*/ 903950 h 955271"/>
              <a:gd name="connsiteX8" fmla="*/ 148657 w 5741575"/>
              <a:gd name="connsiteY8" fmla="*/ 898134 h 955271"/>
              <a:gd name="connsiteX9" fmla="*/ 174554 w 5741575"/>
              <a:gd name="connsiteY9" fmla="*/ 886351 h 955271"/>
              <a:gd name="connsiteX10" fmla="*/ 187633 w 5741575"/>
              <a:gd name="connsiteY10" fmla="*/ 878226 h 955271"/>
              <a:gd name="connsiteX11" fmla="*/ 187961 w 5741575"/>
              <a:gd name="connsiteY11" fmla="*/ 876538 h 955271"/>
              <a:gd name="connsiteX12" fmla="*/ 240501 w 5741575"/>
              <a:gd name="connsiteY12" fmla="*/ 873150 h 955271"/>
              <a:gd name="connsiteX13" fmla="*/ 246345 w 5741575"/>
              <a:gd name="connsiteY13" fmla="*/ 869942 h 955271"/>
              <a:gd name="connsiteX14" fmla="*/ 306299 w 5741575"/>
              <a:gd name="connsiteY14" fmla="*/ 873609 h 955271"/>
              <a:gd name="connsiteX15" fmla="*/ 331571 w 5741575"/>
              <a:gd name="connsiteY15" fmla="*/ 869866 h 955271"/>
              <a:gd name="connsiteX16" fmla="*/ 384157 w 5741575"/>
              <a:gd name="connsiteY16" fmla="*/ 867971 h 955271"/>
              <a:gd name="connsiteX17" fmla="*/ 477637 w 5741575"/>
              <a:gd name="connsiteY17" fmla="*/ 870334 h 955271"/>
              <a:gd name="connsiteX18" fmla="*/ 570239 w 5741575"/>
              <a:gd name="connsiteY18" fmla="*/ 829596 h 955271"/>
              <a:gd name="connsiteX19" fmla="*/ 772070 w 5741575"/>
              <a:gd name="connsiteY19" fmla="*/ 820296 h 955271"/>
              <a:gd name="connsiteX20" fmla="*/ 948872 w 5741575"/>
              <a:gd name="connsiteY20" fmla="*/ 772201 h 955271"/>
              <a:gd name="connsiteX21" fmla="*/ 1127089 w 5741575"/>
              <a:gd name="connsiteY21" fmla="*/ 746926 h 955271"/>
              <a:gd name="connsiteX22" fmla="*/ 1220426 w 5741575"/>
              <a:gd name="connsiteY22" fmla="*/ 721810 h 955271"/>
              <a:gd name="connsiteX23" fmla="*/ 1306771 w 5741575"/>
              <a:gd name="connsiteY23" fmla="*/ 717936 h 955271"/>
              <a:gd name="connsiteX24" fmla="*/ 1374314 w 5741575"/>
              <a:gd name="connsiteY24" fmla="*/ 688815 h 955271"/>
              <a:gd name="connsiteX25" fmla="*/ 1378034 w 5741575"/>
              <a:gd name="connsiteY25" fmla="*/ 685842 h 955271"/>
              <a:gd name="connsiteX26" fmla="*/ 1395604 w 5741575"/>
              <a:gd name="connsiteY26" fmla="*/ 680460 h 955271"/>
              <a:gd name="connsiteX27" fmla="*/ 1397206 w 5741575"/>
              <a:gd name="connsiteY27" fmla="*/ 670793 h 955271"/>
              <a:gd name="connsiteX28" fmla="*/ 1421250 w 5741575"/>
              <a:gd name="connsiteY28" fmla="*/ 656855 h 955271"/>
              <a:gd name="connsiteX29" fmla="*/ 1454524 w 5741575"/>
              <a:gd name="connsiteY29" fmla="*/ 649224 h 955271"/>
              <a:gd name="connsiteX30" fmla="*/ 1616217 w 5741575"/>
              <a:gd name="connsiteY30" fmla="*/ 622107 h 955271"/>
              <a:gd name="connsiteX31" fmla="*/ 1710928 w 5741575"/>
              <a:gd name="connsiteY31" fmla="*/ 600666 h 955271"/>
              <a:gd name="connsiteX32" fmla="*/ 1743718 w 5741575"/>
              <a:gd name="connsiteY32" fmla="*/ 584327 h 955271"/>
              <a:gd name="connsiteX33" fmla="*/ 1873778 w 5741575"/>
              <a:gd name="connsiteY33" fmla="*/ 530130 h 955271"/>
              <a:gd name="connsiteX34" fmla="*/ 1988411 w 5741575"/>
              <a:gd name="connsiteY34" fmla="*/ 491599 h 955271"/>
              <a:gd name="connsiteX35" fmla="*/ 2085507 w 5741575"/>
              <a:gd name="connsiteY35" fmla="*/ 498527 h 955271"/>
              <a:gd name="connsiteX36" fmla="*/ 2090767 w 5741575"/>
              <a:gd name="connsiteY36" fmla="*/ 490616 h 955271"/>
              <a:gd name="connsiteX37" fmla="*/ 2151143 w 5741575"/>
              <a:gd name="connsiteY37" fmla="*/ 478332 h 955271"/>
              <a:gd name="connsiteX38" fmla="*/ 2378710 w 5741575"/>
              <a:gd name="connsiteY38" fmla="*/ 477570 h 955271"/>
              <a:gd name="connsiteX39" fmla="*/ 2496256 w 5741575"/>
              <a:gd name="connsiteY39" fmla="*/ 452396 h 955271"/>
              <a:gd name="connsiteX40" fmla="*/ 2535387 w 5741575"/>
              <a:gd name="connsiteY40" fmla="*/ 436645 h 955271"/>
              <a:gd name="connsiteX41" fmla="*/ 2601109 w 5741575"/>
              <a:gd name="connsiteY41" fmla="*/ 410678 h 955271"/>
              <a:gd name="connsiteX42" fmla="*/ 2643855 w 5741575"/>
              <a:gd name="connsiteY42" fmla="*/ 374482 h 955271"/>
              <a:gd name="connsiteX43" fmla="*/ 2657726 w 5741575"/>
              <a:gd name="connsiteY43" fmla="*/ 365841 h 955271"/>
              <a:gd name="connsiteX44" fmla="*/ 2687125 w 5741575"/>
              <a:gd name="connsiteY44" fmla="*/ 366820 h 955271"/>
              <a:gd name="connsiteX45" fmla="*/ 2697479 w 5741575"/>
              <a:gd name="connsiteY45" fmla="*/ 361430 h 955271"/>
              <a:gd name="connsiteX46" fmla="*/ 2701547 w 5741575"/>
              <a:gd name="connsiteY46" fmla="*/ 361545 h 955271"/>
              <a:gd name="connsiteX47" fmla="*/ 2711054 w 5741575"/>
              <a:gd name="connsiteY47" fmla="*/ 360597 h 955271"/>
              <a:gd name="connsiteX48" fmla="*/ 2710438 w 5741575"/>
              <a:gd name="connsiteY48" fmla="*/ 366958 h 955271"/>
              <a:gd name="connsiteX49" fmla="*/ 2722936 w 5741575"/>
              <a:gd name="connsiteY49" fmla="*/ 377633 h 955271"/>
              <a:gd name="connsiteX50" fmla="*/ 2777227 w 5741575"/>
              <a:gd name="connsiteY50" fmla="*/ 368972 h 955271"/>
              <a:gd name="connsiteX51" fmla="*/ 2779510 w 5741575"/>
              <a:gd name="connsiteY51" fmla="*/ 361652 h 955271"/>
              <a:gd name="connsiteX52" fmla="*/ 2786278 w 5741575"/>
              <a:gd name="connsiteY52" fmla="*/ 359869 h 955271"/>
              <a:gd name="connsiteX53" fmla="*/ 2792101 w 5741575"/>
              <a:gd name="connsiteY53" fmla="*/ 365927 h 955271"/>
              <a:gd name="connsiteX54" fmla="*/ 2885545 w 5741575"/>
              <a:gd name="connsiteY54" fmla="*/ 372818 h 955271"/>
              <a:gd name="connsiteX55" fmla="*/ 3009558 w 5741575"/>
              <a:gd name="connsiteY55" fmla="*/ 370573 h 955271"/>
              <a:gd name="connsiteX56" fmla="*/ 3095010 w 5741575"/>
              <a:gd name="connsiteY56" fmla="*/ 332454 h 955271"/>
              <a:gd name="connsiteX57" fmla="*/ 3103742 w 5741575"/>
              <a:gd name="connsiteY57" fmla="*/ 337974 h 955271"/>
              <a:gd name="connsiteX58" fmla="*/ 3165093 w 5741575"/>
              <a:gd name="connsiteY58" fmla="*/ 329459 h 955271"/>
              <a:gd name="connsiteX59" fmla="*/ 3373785 w 5741575"/>
              <a:gd name="connsiteY59" fmla="*/ 255680 h 955271"/>
              <a:gd name="connsiteX60" fmla="*/ 3493851 w 5741575"/>
              <a:gd name="connsiteY60" fmla="*/ 240255 h 955271"/>
              <a:gd name="connsiteX61" fmla="*/ 3537470 w 5741575"/>
              <a:gd name="connsiteY61" fmla="*/ 241867 h 955271"/>
              <a:gd name="connsiteX62" fmla="*/ 3610489 w 5741575"/>
              <a:gd name="connsiteY62" fmla="*/ 244128 h 955271"/>
              <a:gd name="connsiteX63" fmla="*/ 3667539 w 5741575"/>
              <a:gd name="connsiteY63" fmla="*/ 263271 h 955271"/>
              <a:gd name="connsiteX64" fmla="*/ 3727614 w 5741575"/>
              <a:gd name="connsiteY64" fmla="*/ 258245 h 955271"/>
              <a:gd name="connsiteX65" fmla="*/ 3738369 w 5741575"/>
              <a:gd name="connsiteY65" fmla="*/ 234506 h 955271"/>
              <a:gd name="connsiteX66" fmla="*/ 3803670 w 5741575"/>
              <a:gd name="connsiteY66" fmla="*/ 236457 h 955271"/>
              <a:gd name="connsiteX67" fmla="*/ 3903080 w 5741575"/>
              <a:gd name="connsiteY67" fmla="*/ 241890 h 955271"/>
              <a:gd name="connsiteX68" fmla="*/ 4114838 w 5741575"/>
              <a:gd name="connsiteY68" fmla="*/ 238165 h 955271"/>
              <a:gd name="connsiteX69" fmla="*/ 4271023 w 5741575"/>
              <a:gd name="connsiteY69" fmla="*/ 241959 h 955271"/>
              <a:gd name="connsiteX70" fmla="*/ 4367397 w 5741575"/>
              <a:gd name="connsiteY70" fmla="*/ 271442 h 955271"/>
              <a:gd name="connsiteX71" fmla="*/ 4495366 w 5741575"/>
              <a:gd name="connsiteY71" fmla="*/ 271618 h 955271"/>
              <a:gd name="connsiteX72" fmla="*/ 4517347 w 5741575"/>
              <a:gd name="connsiteY72" fmla="*/ 275639 h 955271"/>
              <a:gd name="connsiteX73" fmla="*/ 4546116 w 5741575"/>
              <a:gd name="connsiteY73" fmla="*/ 268568 h 955271"/>
              <a:gd name="connsiteX74" fmla="*/ 4661259 w 5741575"/>
              <a:gd name="connsiteY74" fmla="*/ 238966 h 955271"/>
              <a:gd name="connsiteX75" fmla="*/ 4750403 w 5741575"/>
              <a:gd name="connsiteY75" fmla="*/ 204364 h 955271"/>
              <a:gd name="connsiteX76" fmla="*/ 4867614 w 5741575"/>
              <a:gd name="connsiteY76" fmla="*/ 208668 h 955271"/>
              <a:gd name="connsiteX77" fmla="*/ 4937036 w 5741575"/>
              <a:gd name="connsiteY77" fmla="*/ 195446 h 955271"/>
              <a:gd name="connsiteX78" fmla="*/ 5047626 w 5741575"/>
              <a:gd name="connsiteY78" fmla="*/ 149604 h 955271"/>
              <a:gd name="connsiteX79" fmla="*/ 5200247 w 5741575"/>
              <a:gd name="connsiteY79" fmla="*/ 142695 h 955271"/>
              <a:gd name="connsiteX80" fmla="*/ 5235691 w 5741575"/>
              <a:gd name="connsiteY80" fmla="*/ 173330 h 955271"/>
              <a:gd name="connsiteX81" fmla="*/ 5280133 w 5741575"/>
              <a:gd name="connsiteY81" fmla="*/ 189342 h 955271"/>
              <a:gd name="connsiteX82" fmla="*/ 5291963 w 5741575"/>
              <a:gd name="connsiteY82" fmla="*/ 139446 h 955271"/>
              <a:gd name="connsiteX83" fmla="*/ 5418472 w 5741575"/>
              <a:gd name="connsiteY83" fmla="*/ 89163 h 955271"/>
              <a:gd name="connsiteX84" fmla="*/ 5482354 w 5741575"/>
              <a:gd name="connsiteY84" fmla="*/ 69470 h 955271"/>
              <a:gd name="connsiteX85" fmla="*/ 5583280 w 5741575"/>
              <a:gd name="connsiteY85" fmla="*/ 49787 h 955271"/>
              <a:gd name="connsiteX86" fmla="*/ 5613766 w 5741575"/>
              <a:gd name="connsiteY86" fmla="*/ 41855 h 955271"/>
              <a:gd name="connsiteX87" fmla="*/ 5684952 w 5741575"/>
              <a:gd name="connsiteY87" fmla="*/ 26088 h 955271"/>
              <a:gd name="connsiteX88" fmla="*/ 5741575 w 5741575"/>
              <a:gd name="connsiteY88" fmla="*/ 0 h 955271"/>
              <a:gd name="connsiteX0" fmla="*/ 5741575 w 5741575"/>
              <a:gd name="connsiteY0" fmla="*/ 0 h 955271"/>
              <a:gd name="connsiteX1" fmla="*/ 5741575 w 5741575"/>
              <a:gd name="connsiteY1" fmla="*/ 955271 h 955271"/>
              <a:gd name="connsiteX2" fmla="*/ 0 w 5741575"/>
              <a:gd name="connsiteY2" fmla="*/ 955271 h 955271"/>
              <a:gd name="connsiteX3" fmla="*/ 8558 w 5741575"/>
              <a:gd name="connsiteY3" fmla="*/ 953971 h 955271"/>
              <a:gd name="connsiteX4" fmla="*/ 16894 w 5741575"/>
              <a:gd name="connsiteY4" fmla="*/ 953847 h 955271"/>
              <a:gd name="connsiteX5" fmla="*/ 28156 w 5741575"/>
              <a:gd name="connsiteY5" fmla="*/ 951374 h 955271"/>
              <a:gd name="connsiteX6" fmla="*/ 28293 w 5741575"/>
              <a:gd name="connsiteY6" fmla="*/ 950971 h 955271"/>
              <a:gd name="connsiteX7" fmla="*/ 59229 w 5741575"/>
              <a:gd name="connsiteY7" fmla="*/ 903950 h 955271"/>
              <a:gd name="connsiteX8" fmla="*/ 148657 w 5741575"/>
              <a:gd name="connsiteY8" fmla="*/ 898134 h 955271"/>
              <a:gd name="connsiteX9" fmla="*/ 174554 w 5741575"/>
              <a:gd name="connsiteY9" fmla="*/ 886351 h 955271"/>
              <a:gd name="connsiteX10" fmla="*/ 187633 w 5741575"/>
              <a:gd name="connsiteY10" fmla="*/ 878226 h 955271"/>
              <a:gd name="connsiteX11" fmla="*/ 187961 w 5741575"/>
              <a:gd name="connsiteY11" fmla="*/ 876538 h 955271"/>
              <a:gd name="connsiteX12" fmla="*/ 240501 w 5741575"/>
              <a:gd name="connsiteY12" fmla="*/ 873150 h 955271"/>
              <a:gd name="connsiteX13" fmla="*/ 246345 w 5741575"/>
              <a:gd name="connsiteY13" fmla="*/ 869942 h 955271"/>
              <a:gd name="connsiteX14" fmla="*/ 306299 w 5741575"/>
              <a:gd name="connsiteY14" fmla="*/ 873609 h 955271"/>
              <a:gd name="connsiteX15" fmla="*/ 331571 w 5741575"/>
              <a:gd name="connsiteY15" fmla="*/ 869866 h 955271"/>
              <a:gd name="connsiteX16" fmla="*/ 384157 w 5741575"/>
              <a:gd name="connsiteY16" fmla="*/ 867971 h 955271"/>
              <a:gd name="connsiteX17" fmla="*/ 477637 w 5741575"/>
              <a:gd name="connsiteY17" fmla="*/ 870334 h 955271"/>
              <a:gd name="connsiteX18" fmla="*/ 570239 w 5741575"/>
              <a:gd name="connsiteY18" fmla="*/ 829596 h 955271"/>
              <a:gd name="connsiteX19" fmla="*/ 772070 w 5741575"/>
              <a:gd name="connsiteY19" fmla="*/ 820296 h 955271"/>
              <a:gd name="connsiteX20" fmla="*/ 948872 w 5741575"/>
              <a:gd name="connsiteY20" fmla="*/ 772201 h 955271"/>
              <a:gd name="connsiteX21" fmla="*/ 1127089 w 5741575"/>
              <a:gd name="connsiteY21" fmla="*/ 746926 h 955271"/>
              <a:gd name="connsiteX22" fmla="*/ 1220426 w 5741575"/>
              <a:gd name="connsiteY22" fmla="*/ 721810 h 955271"/>
              <a:gd name="connsiteX23" fmla="*/ 1306771 w 5741575"/>
              <a:gd name="connsiteY23" fmla="*/ 717936 h 955271"/>
              <a:gd name="connsiteX24" fmla="*/ 1374314 w 5741575"/>
              <a:gd name="connsiteY24" fmla="*/ 688815 h 955271"/>
              <a:gd name="connsiteX25" fmla="*/ 1378034 w 5741575"/>
              <a:gd name="connsiteY25" fmla="*/ 685842 h 955271"/>
              <a:gd name="connsiteX26" fmla="*/ 1395604 w 5741575"/>
              <a:gd name="connsiteY26" fmla="*/ 680460 h 955271"/>
              <a:gd name="connsiteX27" fmla="*/ 1397206 w 5741575"/>
              <a:gd name="connsiteY27" fmla="*/ 670793 h 955271"/>
              <a:gd name="connsiteX28" fmla="*/ 1421250 w 5741575"/>
              <a:gd name="connsiteY28" fmla="*/ 656855 h 955271"/>
              <a:gd name="connsiteX29" fmla="*/ 1454524 w 5741575"/>
              <a:gd name="connsiteY29" fmla="*/ 649224 h 955271"/>
              <a:gd name="connsiteX30" fmla="*/ 1616217 w 5741575"/>
              <a:gd name="connsiteY30" fmla="*/ 622107 h 955271"/>
              <a:gd name="connsiteX31" fmla="*/ 1710928 w 5741575"/>
              <a:gd name="connsiteY31" fmla="*/ 600666 h 955271"/>
              <a:gd name="connsiteX32" fmla="*/ 1743718 w 5741575"/>
              <a:gd name="connsiteY32" fmla="*/ 584327 h 955271"/>
              <a:gd name="connsiteX33" fmla="*/ 1873778 w 5741575"/>
              <a:gd name="connsiteY33" fmla="*/ 530130 h 955271"/>
              <a:gd name="connsiteX34" fmla="*/ 1988411 w 5741575"/>
              <a:gd name="connsiteY34" fmla="*/ 491599 h 955271"/>
              <a:gd name="connsiteX35" fmla="*/ 2085507 w 5741575"/>
              <a:gd name="connsiteY35" fmla="*/ 498527 h 955271"/>
              <a:gd name="connsiteX36" fmla="*/ 2090767 w 5741575"/>
              <a:gd name="connsiteY36" fmla="*/ 490616 h 955271"/>
              <a:gd name="connsiteX37" fmla="*/ 2151143 w 5741575"/>
              <a:gd name="connsiteY37" fmla="*/ 478332 h 955271"/>
              <a:gd name="connsiteX38" fmla="*/ 2378710 w 5741575"/>
              <a:gd name="connsiteY38" fmla="*/ 477570 h 955271"/>
              <a:gd name="connsiteX39" fmla="*/ 2496256 w 5741575"/>
              <a:gd name="connsiteY39" fmla="*/ 452396 h 955271"/>
              <a:gd name="connsiteX40" fmla="*/ 2535387 w 5741575"/>
              <a:gd name="connsiteY40" fmla="*/ 436645 h 955271"/>
              <a:gd name="connsiteX41" fmla="*/ 2601109 w 5741575"/>
              <a:gd name="connsiteY41" fmla="*/ 410678 h 955271"/>
              <a:gd name="connsiteX42" fmla="*/ 2643855 w 5741575"/>
              <a:gd name="connsiteY42" fmla="*/ 374482 h 955271"/>
              <a:gd name="connsiteX43" fmla="*/ 2657726 w 5741575"/>
              <a:gd name="connsiteY43" fmla="*/ 365841 h 955271"/>
              <a:gd name="connsiteX44" fmla="*/ 2687125 w 5741575"/>
              <a:gd name="connsiteY44" fmla="*/ 366820 h 955271"/>
              <a:gd name="connsiteX45" fmla="*/ 2697479 w 5741575"/>
              <a:gd name="connsiteY45" fmla="*/ 361430 h 955271"/>
              <a:gd name="connsiteX46" fmla="*/ 2701547 w 5741575"/>
              <a:gd name="connsiteY46" fmla="*/ 361545 h 955271"/>
              <a:gd name="connsiteX47" fmla="*/ 2711054 w 5741575"/>
              <a:gd name="connsiteY47" fmla="*/ 360597 h 955271"/>
              <a:gd name="connsiteX48" fmla="*/ 2710438 w 5741575"/>
              <a:gd name="connsiteY48" fmla="*/ 366958 h 955271"/>
              <a:gd name="connsiteX49" fmla="*/ 2722936 w 5741575"/>
              <a:gd name="connsiteY49" fmla="*/ 377633 h 955271"/>
              <a:gd name="connsiteX50" fmla="*/ 2777227 w 5741575"/>
              <a:gd name="connsiteY50" fmla="*/ 368972 h 955271"/>
              <a:gd name="connsiteX51" fmla="*/ 2779510 w 5741575"/>
              <a:gd name="connsiteY51" fmla="*/ 361652 h 955271"/>
              <a:gd name="connsiteX52" fmla="*/ 2786278 w 5741575"/>
              <a:gd name="connsiteY52" fmla="*/ 359869 h 955271"/>
              <a:gd name="connsiteX53" fmla="*/ 2792101 w 5741575"/>
              <a:gd name="connsiteY53" fmla="*/ 365927 h 955271"/>
              <a:gd name="connsiteX54" fmla="*/ 2885545 w 5741575"/>
              <a:gd name="connsiteY54" fmla="*/ 372818 h 955271"/>
              <a:gd name="connsiteX55" fmla="*/ 3009558 w 5741575"/>
              <a:gd name="connsiteY55" fmla="*/ 370573 h 955271"/>
              <a:gd name="connsiteX56" fmla="*/ 3095010 w 5741575"/>
              <a:gd name="connsiteY56" fmla="*/ 332454 h 955271"/>
              <a:gd name="connsiteX57" fmla="*/ 3103742 w 5741575"/>
              <a:gd name="connsiteY57" fmla="*/ 337974 h 955271"/>
              <a:gd name="connsiteX58" fmla="*/ 3165093 w 5741575"/>
              <a:gd name="connsiteY58" fmla="*/ 329459 h 955271"/>
              <a:gd name="connsiteX59" fmla="*/ 3373785 w 5741575"/>
              <a:gd name="connsiteY59" fmla="*/ 255680 h 955271"/>
              <a:gd name="connsiteX60" fmla="*/ 3493851 w 5741575"/>
              <a:gd name="connsiteY60" fmla="*/ 240255 h 955271"/>
              <a:gd name="connsiteX61" fmla="*/ 3537470 w 5741575"/>
              <a:gd name="connsiteY61" fmla="*/ 241867 h 955271"/>
              <a:gd name="connsiteX62" fmla="*/ 3610489 w 5741575"/>
              <a:gd name="connsiteY62" fmla="*/ 244128 h 955271"/>
              <a:gd name="connsiteX63" fmla="*/ 3667539 w 5741575"/>
              <a:gd name="connsiteY63" fmla="*/ 263271 h 955271"/>
              <a:gd name="connsiteX64" fmla="*/ 3727614 w 5741575"/>
              <a:gd name="connsiteY64" fmla="*/ 258245 h 955271"/>
              <a:gd name="connsiteX65" fmla="*/ 3738369 w 5741575"/>
              <a:gd name="connsiteY65" fmla="*/ 234506 h 955271"/>
              <a:gd name="connsiteX66" fmla="*/ 3803670 w 5741575"/>
              <a:gd name="connsiteY66" fmla="*/ 236457 h 955271"/>
              <a:gd name="connsiteX67" fmla="*/ 3903080 w 5741575"/>
              <a:gd name="connsiteY67" fmla="*/ 241890 h 955271"/>
              <a:gd name="connsiteX68" fmla="*/ 4114838 w 5741575"/>
              <a:gd name="connsiteY68" fmla="*/ 238165 h 955271"/>
              <a:gd name="connsiteX69" fmla="*/ 4271023 w 5741575"/>
              <a:gd name="connsiteY69" fmla="*/ 241959 h 955271"/>
              <a:gd name="connsiteX70" fmla="*/ 4367397 w 5741575"/>
              <a:gd name="connsiteY70" fmla="*/ 271442 h 955271"/>
              <a:gd name="connsiteX71" fmla="*/ 4495366 w 5741575"/>
              <a:gd name="connsiteY71" fmla="*/ 271618 h 955271"/>
              <a:gd name="connsiteX72" fmla="*/ 4517347 w 5741575"/>
              <a:gd name="connsiteY72" fmla="*/ 275639 h 955271"/>
              <a:gd name="connsiteX73" fmla="*/ 4546116 w 5741575"/>
              <a:gd name="connsiteY73" fmla="*/ 268568 h 955271"/>
              <a:gd name="connsiteX74" fmla="*/ 4661259 w 5741575"/>
              <a:gd name="connsiteY74" fmla="*/ 238966 h 955271"/>
              <a:gd name="connsiteX75" fmla="*/ 4750403 w 5741575"/>
              <a:gd name="connsiteY75" fmla="*/ 204364 h 955271"/>
              <a:gd name="connsiteX76" fmla="*/ 4867614 w 5741575"/>
              <a:gd name="connsiteY76" fmla="*/ 208668 h 955271"/>
              <a:gd name="connsiteX77" fmla="*/ 4937036 w 5741575"/>
              <a:gd name="connsiteY77" fmla="*/ 195446 h 955271"/>
              <a:gd name="connsiteX78" fmla="*/ 5047626 w 5741575"/>
              <a:gd name="connsiteY78" fmla="*/ 149604 h 955271"/>
              <a:gd name="connsiteX79" fmla="*/ 5200247 w 5741575"/>
              <a:gd name="connsiteY79" fmla="*/ 142695 h 955271"/>
              <a:gd name="connsiteX80" fmla="*/ 5235691 w 5741575"/>
              <a:gd name="connsiteY80" fmla="*/ 173330 h 955271"/>
              <a:gd name="connsiteX81" fmla="*/ 5280133 w 5741575"/>
              <a:gd name="connsiteY81" fmla="*/ 189342 h 955271"/>
              <a:gd name="connsiteX82" fmla="*/ 5291963 w 5741575"/>
              <a:gd name="connsiteY82" fmla="*/ 139446 h 955271"/>
              <a:gd name="connsiteX83" fmla="*/ 5418472 w 5741575"/>
              <a:gd name="connsiteY83" fmla="*/ 89163 h 955271"/>
              <a:gd name="connsiteX84" fmla="*/ 5482354 w 5741575"/>
              <a:gd name="connsiteY84" fmla="*/ 69470 h 955271"/>
              <a:gd name="connsiteX85" fmla="*/ 5583280 w 5741575"/>
              <a:gd name="connsiteY85" fmla="*/ 49787 h 955271"/>
              <a:gd name="connsiteX86" fmla="*/ 5613766 w 5741575"/>
              <a:gd name="connsiteY86" fmla="*/ 41855 h 955271"/>
              <a:gd name="connsiteX87" fmla="*/ 5684952 w 5741575"/>
              <a:gd name="connsiteY87" fmla="*/ 26088 h 955271"/>
              <a:gd name="connsiteX88" fmla="*/ 5741575 w 5741575"/>
              <a:gd name="connsiteY88" fmla="*/ 0 h 955271"/>
              <a:gd name="connsiteX0" fmla="*/ 5741575 w 5741575"/>
              <a:gd name="connsiteY0" fmla="*/ 0 h 955271"/>
              <a:gd name="connsiteX1" fmla="*/ 5741575 w 5741575"/>
              <a:gd name="connsiteY1" fmla="*/ 955271 h 955271"/>
              <a:gd name="connsiteX2" fmla="*/ 0 w 5741575"/>
              <a:gd name="connsiteY2" fmla="*/ 955271 h 955271"/>
              <a:gd name="connsiteX3" fmla="*/ 8558 w 5741575"/>
              <a:gd name="connsiteY3" fmla="*/ 953971 h 955271"/>
              <a:gd name="connsiteX4" fmla="*/ 16894 w 5741575"/>
              <a:gd name="connsiteY4" fmla="*/ 953847 h 955271"/>
              <a:gd name="connsiteX5" fmla="*/ 28156 w 5741575"/>
              <a:gd name="connsiteY5" fmla="*/ 951374 h 955271"/>
              <a:gd name="connsiteX6" fmla="*/ 28293 w 5741575"/>
              <a:gd name="connsiteY6" fmla="*/ 950971 h 955271"/>
              <a:gd name="connsiteX7" fmla="*/ 59229 w 5741575"/>
              <a:gd name="connsiteY7" fmla="*/ 903950 h 955271"/>
              <a:gd name="connsiteX8" fmla="*/ 148657 w 5741575"/>
              <a:gd name="connsiteY8" fmla="*/ 898134 h 955271"/>
              <a:gd name="connsiteX9" fmla="*/ 174554 w 5741575"/>
              <a:gd name="connsiteY9" fmla="*/ 886351 h 955271"/>
              <a:gd name="connsiteX10" fmla="*/ 187633 w 5741575"/>
              <a:gd name="connsiteY10" fmla="*/ 878226 h 955271"/>
              <a:gd name="connsiteX11" fmla="*/ 187961 w 5741575"/>
              <a:gd name="connsiteY11" fmla="*/ 876538 h 955271"/>
              <a:gd name="connsiteX12" fmla="*/ 240501 w 5741575"/>
              <a:gd name="connsiteY12" fmla="*/ 873150 h 955271"/>
              <a:gd name="connsiteX13" fmla="*/ 246345 w 5741575"/>
              <a:gd name="connsiteY13" fmla="*/ 869942 h 955271"/>
              <a:gd name="connsiteX14" fmla="*/ 306299 w 5741575"/>
              <a:gd name="connsiteY14" fmla="*/ 873609 h 955271"/>
              <a:gd name="connsiteX15" fmla="*/ 331571 w 5741575"/>
              <a:gd name="connsiteY15" fmla="*/ 869866 h 955271"/>
              <a:gd name="connsiteX16" fmla="*/ 384157 w 5741575"/>
              <a:gd name="connsiteY16" fmla="*/ 867971 h 955271"/>
              <a:gd name="connsiteX17" fmla="*/ 477637 w 5741575"/>
              <a:gd name="connsiteY17" fmla="*/ 870334 h 955271"/>
              <a:gd name="connsiteX18" fmla="*/ 570239 w 5741575"/>
              <a:gd name="connsiteY18" fmla="*/ 829596 h 955271"/>
              <a:gd name="connsiteX19" fmla="*/ 772070 w 5741575"/>
              <a:gd name="connsiteY19" fmla="*/ 820296 h 955271"/>
              <a:gd name="connsiteX20" fmla="*/ 948872 w 5741575"/>
              <a:gd name="connsiteY20" fmla="*/ 772201 h 955271"/>
              <a:gd name="connsiteX21" fmla="*/ 1127089 w 5741575"/>
              <a:gd name="connsiteY21" fmla="*/ 746926 h 955271"/>
              <a:gd name="connsiteX22" fmla="*/ 1220426 w 5741575"/>
              <a:gd name="connsiteY22" fmla="*/ 721810 h 955271"/>
              <a:gd name="connsiteX23" fmla="*/ 1306771 w 5741575"/>
              <a:gd name="connsiteY23" fmla="*/ 717936 h 955271"/>
              <a:gd name="connsiteX24" fmla="*/ 1374314 w 5741575"/>
              <a:gd name="connsiteY24" fmla="*/ 688815 h 955271"/>
              <a:gd name="connsiteX25" fmla="*/ 1378034 w 5741575"/>
              <a:gd name="connsiteY25" fmla="*/ 685842 h 955271"/>
              <a:gd name="connsiteX26" fmla="*/ 1395604 w 5741575"/>
              <a:gd name="connsiteY26" fmla="*/ 680460 h 955271"/>
              <a:gd name="connsiteX27" fmla="*/ 1397206 w 5741575"/>
              <a:gd name="connsiteY27" fmla="*/ 670793 h 955271"/>
              <a:gd name="connsiteX28" fmla="*/ 1421250 w 5741575"/>
              <a:gd name="connsiteY28" fmla="*/ 656855 h 955271"/>
              <a:gd name="connsiteX29" fmla="*/ 1494753 w 5741575"/>
              <a:gd name="connsiteY29" fmla="*/ 644686 h 955271"/>
              <a:gd name="connsiteX30" fmla="*/ 1616217 w 5741575"/>
              <a:gd name="connsiteY30" fmla="*/ 622107 h 955271"/>
              <a:gd name="connsiteX31" fmla="*/ 1710928 w 5741575"/>
              <a:gd name="connsiteY31" fmla="*/ 600666 h 955271"/>
              <a:gd name="connsiteX32" fmla="*/ 1743718 w 5741575"/>
              <a:gd name="connsiteY32" fmla="*/ 584327 h 955271"/>
              <a:gd name="connsiteX33" fmla="*/ 1873778 w 5741575"/>
              <a:gd name="connsiteY33" fmla="*/ 530130 h 955271"/>
              <a:gd name="connsiteX34" fmla="*/ 1988411 w 5741575"/>
              <a:gd name="connsiteY34" fmla="*/ 491599 h 955271"/>
              <a:gd name="connsiteX35" fmla="*/ 2085507 w 5741575"/>
              <a:gd name="connsiteY35" fmla="*/ 498527 h 955271"/>
              <a:gd name="connsiteX36" fmla="*/ 2090767 w 5741575"/>
              <a:gd name="connsiteY36" fmla="*/ 490616 h 955271"/>
              <a:gd name="connsiteX37" fmla="*/ 2151143 w 5741575"/>
              <a:gd name="connsiteY37" fmla="*/ 478332 h 955271"/>
              <a:gd name="connsiteX38" fmla="*/ 2378710 w 5741575"/>
              <a:gd name="connsiteY38" fmla="*/ 477570 h 955271"/>
              <a:gd name="connsiteX39" fmla="*/ 2496256 w 5741575"/>
              <a:gd name="connsiteY39" fmla="*/ 452396 h 955271"/>
              <a:gd name="connsiteX40" fmla="*/ 2535387 w 5741575"/>
              <a:gd name="connsiteY40" fmla="*/ 436645 h 955271"/>
              <a:gd name="connsiteX41" fmla="*/ 2601109 w 5741575"/>
              <a:gd name="connsiteY41" fmla="*/ 410678 h 955271"/>
              <a:gd name="connsiteX42" fmla="*/ 2643855 w 5741575"/>
              <a:gd name="connsiteY42" fmla="*/ 374482 h 955271"/>
              <a:gd name="connsiteX43" fmla="*/ 2657726 w 5741575"/>
              <a:gd name="connsiteY43" fmla="*/ 365841 h 955271"/>
              <a:gd name="connsiteX44" fmla="*/ 2687125 w 5741575"/>
              <a:gd name="connsiteY44" fmla="*/ 366820 h 955271"/>
              <a:gd name="connsiteX45" fmla="*/ 2697479 w 5741575"/>
              <a:gd name="connsiteY45" fmla="*/ 361430 h 955271"/>
              <a:gd name="connsiteX46" fmla="*/ 2701547 w 5741575"/>
              <a:gd name="connsiteY46" fmla="*/ 361545 h 955271"/>
              <a:gd name="connsiteX47" fmla="*/ 2711054 w 5741575"/>
              <a:gd name="connsiteY47" fmla="*/ 360597 h 955271"/>
              <a:gd name="connsiteX48" fmla="*/ 2710438 w 5741575"/>
              <a:gd name="connsiteY48" fmla="*/ 366958 h 955271"/>
              <a:gd name="connsiteX49" fmla="*/ 2722936 w 5741575"/>
              <a:gd name="connsiteY49" fmla="*/ 377633 h 955271"/>
              <a:gd name="connsiteX50" fmla="*/ 2777227 w 5741575"/>
              <a:gd name="connsiteY50" fmla="*/ 368972 h 955271"/>
              <a:gd name="connsiteX51" fmla="*/ 2779510 w 5741575"/>
              <a:gd name="connsiteY51" fmla="*/ 361652 h 955271"/>
              <a:gd name="connsiteX52" fmla="*/ 2786278 w 5741575"/>
              <a:gd name="connsiteY52" fmla="*/ 359869 h 955271"/>
              <a:gd name="connsiteX53" fmla="*/ 2792101 w 5741575"/>
              <a:gd name="connsiteY53" fmla="*/ 365927 h 955271"/>
              <a:gd name="connsiteX54" fmla="*/ 2885545 w 5741575"/>
              <a:gd name="connsiteY54" fmla="*/ 372818 h 955271"/>
              <a:gd name="connsiteX55" fmla="*/ 3009558 w 5741575"/>
              <a:gd name="connsiteY55" fmla="*/ 370573 h 955271"/>
              <a:gd name="connsiteX56" fmla="*/ 3095010 w 5741575"/>
              <a:gd name="connsiteY56" fmla="*/ 332454 h 955271"/>
              <a:gd name="connsiteX57" fmla="*/ 3103742 w 5741575"/>
              <a:gd name="connsiteY57" fmla="*/ 337974 h 955271"/>
              <a:gd name="connsiteX58" fmla="*/ 3165093 w 5741575"/>
              <a:gd name="connsiteY58" fmla="*/ 329459 h 955271"/>
              <a:gd name="connsiteX59" fmla="*/ 3373785 w 5741575"/>
              <a:gd name="connsiteY59" fmla="*/ 255680 h 955271"/>
              <a:gd name="connsiteX60" fmla="*/ 3493851 w 5741575"/>
              <a:gd name="connsiteY60" fmla="*/ 240255 h 955271"/>
              <a:gd name="connsiteX61" fmla="*/ 3537470 w 5741575"/>
              <a:gd name="connsiteY61" fmla="*/ 241867 h 955271"/>
              <a:gd name="connsiteX62" fmla="*/ 3610489 w 5741575"/>
              <a:gd name="connsiteY62" fmla="*/ 244128 h 955271"/>
              <a:gd name="connsiteX63" fmla="*/ 3667539 w 5741575"/>
              <a:gd name="connsiteY63" fmla="*/ 263271 h 955271"/>
              <a:gd name="connsiteX64" fmla="*/ 3727614 w 5741575"/>
              <a:gd name="connsiteY64" fmla="*/ 258245 h 955271"/>
              <a:gd name="connsiteX65" fmla="*/ 3738369 w 5741575"/>
              <a:gd name="connsiteY65" fmla="*/ 234506 h 955271"/>
              <a:gd name="connsiteX66" fmla="*/ 3803670 w 5741575"/>
              <a:gd name="connsiteY66" fmla="*/ 236457 h 955271"/>
              <a:gd name="connsiteX67" fmla="*/ 3903080 w 5741575"/>
              <a:gd name="connsiteY67" fmla="*/ 241890 h 955271"/>
              <a:gd name="connsiteX68" fmla="*/ 4114838 w 5741575"/>
              <a:gd name="connsiteY68" fmla="*/ 238165 h 955271"/>
              <a:gd name="connsiteX69" fmla="*/ 4271023 w 5741575"/>
              <a:gd name="connsiteY69" fmla="*/ 241959 h 955271"/>
              <a:gd name="connsiteX70" fmla="*/ 4367397 w 5741575"/>
              <a:gd name="connsiteY70" fmla="*/ 271442 h 955271"/>
              <a:gd name="connsiteX71" fmla="*/ 4495366 w 5741575"/>
              <a:gd name="connsiteY71" fmla="*/ 271618 h 955271"/>
              <a:gd name="connsiteX72" fmla="*/ 4517347 w 5741575"/>
              <a:gd name="connsiteY72" fmla="*/ 275639 h 955271"/>
              <a:gd name="connsiteX73" fmla="*/ 4546116 w 5741575"/>
              <a:gd name="connsiteY73" fmla="*/ 268568 h 955271"/>
              <a:gd name="connsiteX74" fmla="*/ 4661259 w 5741575"/>
              <a:gd name="connsiteY74" fmla="*/ 238966 h 955271"/>
              <a:gd name="connsiteX75" fmla="*/ 4750403 w 5741575"/>
              <a:gd name="connsiteY75" fmla="*/ 204364 h 955271"/>
              <a:gd name="connsiteX76" fmla="*/ 4867614 w 5741575"/>
              <a:gd name="connsiteY76" fmla="*/ 208668 h 955271"/>
              <a:gd name="connsiteX77" fmla="*/ 4937036 w 5741575"/>
              <a:gd name="connsiteY77" fmla="*/ 195446 h 955271"/>
              <a:gd name="connsiteX78" fmla="*/ 5047626 w 5741575"/>
              <a:gd name="connsiteY78" fmla="*/ 149604 h 955271"/>
              <a:gd name="connsiteX79" fmla="*/ 5200247 w 5741575"/>
              <a:gd name="connsiteY79" fmla="*/ 142695 h 955271"/>
              <a:gd name="connsiteX80" fmla="*/ 5235691 w 5741575"/>
              <a:gd name="connsiteY80" fmla="*/ 173330 h 955271"/>
              <a:gd name="connsiteX81" fmla="*/ 5280133 w 5741575"/>
              <a:gd name="connsiteY81" fmla="*/ 189342 h 955271"/>
              <a:gd name="connsiteX82" fmla="*/ 5291963 w 5741575"/>
              <a:gd name="connsiteY82" fmla="*/ 139446 h 955271"/>
              <a:gd name="connsiteX83" fmla="*/ 5418472 w 5741575"/>
              <a:gd name="connsiteY83" fmla="*/ 89163 h 955271"/>
              <a:gd name="connsiteX84" fmla="*/ 5482354 w 5741575"/>
              <a:gd name="connsiteY84" fmla="*/ 69470 h 955271"/>
              <a:gd name="connsiteX85" fmla="*/ 5583280 w 5741575"/>
              <a:gd name="connsiteY85" fmla="*/ 49787 h 955271"/>
              <a:gd name="connsiteX86" fmla="*/ 5613766 w 5741575"/>
              <a:gd name="connsiteY86" fmla="*/ 41855 h 955271"/>
              <a:gd name="connsiteX87" fmla="*/ 5684952 w 5741575"/>
              <a:gd name="connsiteY87" fmla="*/ 26088 h 955271"/>
              <a:gd name="connsiteX88" fmla="*/ 5741575 w 5741575"/>
              <a:gd name="connsiteY88" fmla="*/ 0 h 955271"/>
              <a:gd name="connsiteX0" fmla="*/ 5741575 w 5741575"/>
              <a:gd name="connsiteY0" fmla="*/ 0 h 955271"/>
              <a:gd name="connsiteX1" fmla="*/ 5741575 w 5741575"/>
              <a:gd name="connsiteY1" fmla="*/ 955271 h 955271"/>
              <a:gd name="connsiteX2" fmla="*/ 0 w 5741575"/>
              <a:gd name="connsiteY2" fmla="*/ 955271 h 955271"/>
              <a:gd name="connsiteX3" fmla="*/ 8558 w 5741575"/>
              <a:gd name="connsiteY3" fmla="*/ 953971 h 955271"/>
              <a:gd name="connsiteX4" fmla="*/ 16894 w 5741575"/>
              <a:gd name="connsiteY4" fmla="*/ 953847 h 955271"/>
              <a:gd name="connsiteX5" fmla="*/ 28156 w 5741575"/>
              <a:gd name="connsiteY5" fmla="*/ 951374 h 955271"/>
              <a:gd name="connsiteX6" fmla="*/ 28293 w 5741575"/>
              <a:gd name="connsiteY6" fmla="*/ 950971 h 955271"/>
              <a:gd name="connsiteX7" fmla="*/ 59229 w 5741575"/>
              <a:gd name="connsiteY7" fmla="*/ 903950 h 955271"/>
              <a:gd name="connsiteX8" fmla="*/ 148657 w 5741575"/>
              <a:gd name="connsiteY8" fmla="*/ 898134 h 955271"/>
              <a:gd name="connsiteX9" fmla="*/ 174554 w 5741575"/>
              <a:gd name="connsiteY9" fmla="*/ 886351 h 955271"/>
              <a:gd name="connsiteX10" fmla="*/ 187633 w 5741575"/>
              <a:gd name="connsiteY10" fmla="*/ 878226 h 955271"/>
              <a:gd name="connsiteX11" fmla="*/ 187961 w 5741575"/>
              <a:gd name="connsiteY11" fmla="*/ 876538 h 955271"/>
              <a:gd name="connsiteX12" fmla="*/ 240501 w 5741575"/>
              <a:gd name="connsiteY12" fmla="*/ 873150 h 955271"/>
              <a:gd name="connsiteX13" fmla="*/ 246345 w 5741575"/>
              <a:gd name="connsiteY13" fmla="*/ 869942 h 955271"/>
              <a:gd name="connsiteX14" fmla="*/ 306299 w 5741575"/>
              <a:gd name="connsiteY14" fmla="*/ 873609 h 955271"/>
              <a:gd name="connsiteX15" fmla="*/ 331571 w 5741575"/>
              <a:gd name="connsiteY15" fmla="*/ 869866 h 955271"/>
              <a:gd name="connsiteX16" fmla="*/ 384157 w 5741575"/>
              <a:gd name="connsiteY16" fmla="*/ 867971 h 955271"/>
              <a:gd name="connsiteX17" fmla="*/ 477637 w 5741575"/>
              <a:gd name="connsiteY17" fmla="*/ 870334 h 955271"/>
              <a:gd name="connsiteX18" fmla="*/ 570239 w 5741575"/>
              <a:gd name="connsiteY18" fmla="*/ 829596 h 955271"/>
              <a:gd name="connsiteX19" fmla="*/ 772070 w 5741575"/>
              <a:gd name="connsiteY19" fmla="*/ 820296 h 955271"/>
              <a:gd name="connsiteX20" fmla="*/ 948872 w 5741575"/>
              <a:gd name="connsiteY20" fmla="*/ 772201 h 955271"/>
              <a:gd name="connsiteX21" fmla="*/ 1127089 w 5741575"/>
              <a:gd name="connsiteY21" fmla="*/ 746926 h 955271"/>
              <a:gd name="connsiteX22" fmla="*/ 1220426 w 5741575"/>
              <a:gd name="connsiteY22" fmla="*/ 721810 h 955271"/>
              <a:gd name="connsiteX23" fmla="*/ 1306771 w 5741575"/>
              <a:gd name="connsiteY23" fmla="*/ 717936 h 955271"/>
              <a:gd name="connsiteX24" fmla="*/ 1374314 w 5741575"/>
              <a:gd name="connsiteY24" fmla="*/ 688815 h 955271"/>
              <a:gd name="connsiteX25" fmla="*/ 1378034 w 5741575"/>
              <a:gd name="connsiteY25" fmla="*/ 685842 h 955271"/>
              <a:gd name="connsiteX26" fmla="*/ 1395604 w 5741575"/>
              <a:gd name="connsiteY26" fmla="*/ 680460 h 955271"/>
              <a:gd name="connsiteX27" fmla="*/ 1397206 w 5741575"/>
              <a:gd name="connsiteY27" fmla="*/ 670793 h 955271"/>
              <a:gd name="connsiteX28" fmla="*/ 1441364 w 5741575"/>
              <a:gd name="connsiteY28" fmla="*/ 661393 h 955271"/>
              <a:gd name="connsiteX29" fmla="*/ 1494753 w 5741575"/>
              <a:gd name="connsiteY29" fmla="*/ 644686 h 955271"/>
              <a:gd name="connsiteX30" fmla="*/ 1616217 w 5741575"/>
              <a:gd name="connsiteY30" fmla="*/ 622107 h 955271"/>
              <a:gd name="connsiteX31" fmla="*/ 1710928 w 5741575"/>
              <a:gd name="connsiteY31" fmla="*/ 600666 h 955271"/>
              <a:gd name="connsiteX32" fmla="*/ 1743718 w 5741575"/>
              <a:gd name="connsiteY32" fmla="*/ 584327 h 955271"/>
              <a:gd name="connsiteX33" fmla="*/ 1873778 w 5741575"/>
              <a:gd name="connsiteY33" fmla="*/ 530130 h 955271"/>
              <a:gd name="connsiteX34" fmla="*/ 1988411 w 5741575"/>
              <a:gd name="connsiteY34" fmla="*/ 491599 h 955271"/>
              <a:gd name="connsiteX35" fmla="*/ 2085507 w 5741575"/>
              <a:gd name="connsiteY35" fmla="*/ 498527 h 955271"/>
              <a:gd name="connsiteX36" fmla="*/ 2090767 w 5741575"/>
              <a:gd name="connsiteY36" fmla="*/ 490616 h 955271"/>
              <a:gd name="connsiteX37" fmla="*/ 2151143 w 5741575"/>
              <a:gd name="connsiteY37" fmla="*/ 478332 h 955271"/>
              <a:gd name="connsiteX38" fmla="*/ 2378710 w 5741575"/>
              <a:gd name="connsiteY38" fmla="*/ 477570 h 955271"/>
              <a:gd name="connsiteX39" fmla="*/ 2496256 w 5741575"/>
              <a:gd name="connsiteY39" fmla="*/ 452396 h 955271"/>
              <a:gd name="connsiteX40" fmla="*/ 2535387 w 5741575"/>
              <a:gd name="connsiteY40" fmla="*/ 436645 h 955271"/>
              <a:gd name="connsiteX41" fmla="*/ 2601109 w 5741575"/>
              <a:gd name="connsiteY41" fmla="*/ 410678 h 955271"/>
              <a:gd name="connsiteX42" fmla="*/ 2643855 w 5741575"/>
              <a:gd name="connsiteY42" fmla="*/ 374482 h 955271"/>
              <a:gd name="connsiteX43" fmla="*/ 2657726 w 5741575"/>
              <a:gd name="connsiteY43" fmla="*/ 365841 h 955271"/>
              <a:gd name="connsiteX44" fmla="*/ 2687125 w 5741575"/>
              <a:gd name="connsiteY44" fmla="*/ 366820 h 955271"/>
              <a:gd name="connsiteX45" fmla="*/ 2697479 w 5741575"/>
              <a:gd name="connsiteY45" fmla="*/ 361430 h 955271"/>
              <a:gd name="connsiteX46" fmla="*/ 2701547 w 5741575"/>
              <a:gd name="connsiteY46" fmla="*/ 361545 h 955271"/>
              <a:gd name="connsiteX47" fmla="*/ 2711054 w 5741575"/>
              <a:gd name="connsiteY47" fmla="*/ 360597 h 955271"/>
              <a:gd name="connsiteX48" fmla="*/ 2710438 w 5741575"/>
              <a:gd name="connsiteY48" fmla="*/ 366958 h 955271"/>
              <a:gd name="connsiteX49" fmla="*/ 2722936 w 5741575"/>
              <a:gd name="connsiteY49" fmla="*/ 377633 h 955271"/>
              <a:gd name="connsiteX50" fmla="*/ 2777227 w 5741575"/>
              <a:gd name="connsiteY50" fmla="*/ 368972 h 955271"/>
              <a:gd name="connsiteX51" fmla="*/ 2779510 w 5741575"/>
              <a:gd name="connsiteY51" fmla="*/ 361652 h 955271"/>
              <a:gd name="connsiteX52" fmla="*/ 2786278 w 5741575"/>
              <a:gd name="connsiteY52" fmla="*/ 359869 h 955271"/>
              <a:gd name="connsiteX53" fmla="*/ 2792101 w 5741575"/>
              <a:gd name="connsiteY53" fmla="*/ 365927 h 955271"/>
              <a:gd name="connsiteX54" fmla="*/ 2885545 w 5741575"/>
              <a:gd name="connsiteY54" fmla="*/ 372818 h 955271"/>
              <a:gd name="connsiteX55" fmla="*/ 3009558 w 5741575"/>
              <a:gd name="connsiteY55" fmla="*/ 370573 h 955271"/>
              <a:gd name="connsiteX56" fmla="*/ 3095010 w 5741575"/>
              <a:gd name="connsiteY56" fmla="*/ 332454 h 955271"/>
              <a:gd name="connsiteX57" fmla="*/ 3103742 w 5741575"/>
              <a:gd name="connsiteY57" fmla="*/ 337974 h 955271"/>
              <a:gd name="connsiteX58" fmla="*/ 3165093 w 5741575"/>
              <a:gd name="connsiteY58" fmla="*/ 329459 h 955271"/>
              <a:gd name="connsiteX59" fmla="*/ 3373785 w 5741575"/>
              <a:gd name="connsiteY59" fmla="*/ 255680 h 955271"/>
              <a:gd name="connsiteX60" fmla="*/ 3493851 w 5741575"/>
              <a:gd name="connsiteY60" fmla="*/ 240255 h 955271"/>
              <a:gd name="connsiteX61" fmla="*/ 3537470 w 5741575"/>
              <a:gd name="connsiteY61" fmla="*/ 241867 h 955271"/>
              <a:gd name="connsiteX62" fmla="*/ 3610489 w 5741575"/>
              <a:gd name="connsiteY62" fmla="*/ 244128 h 955271"/>
              <a:gd name="connsiteX63" fmla="*/ 3667539 w 5741575"/>
              <a:gd name="connsiteY63" fmla="*/ 263271 h 955271"/>
              <a:gd name="connsiteX64" fmla="*/ 3727614 w 5741575"/>
              <a:gd name="connsiteY64" fmla="*/ 258245 h 955271"/>
              <a:gd name="connsiteX65" fmla="*/ 3738369 w 5741575"/>
              <a:gd name="connsiteY65" fmla="*/ 234506 h 955271"/>
              <a:gd name="connsiteX66" fmla="*/ 3803670 w 5741575"/>
              <a:gd name="connsiteY66" fmla="*/ 236457 h 955271"/>
              <a:gd name="connsiteX67" fmla="*/ 3903080 w 5741575"/>
              <a:gd name="connsiteY67" fmla="*/ 241890 h 955271"/>
              <a:gd name="connsiteX68" fmla="*/ 4114838 w 5741575"/>
              <a:gd name="connsiteY68" fmla="*/ 238165 h 955271"/>
              <a:gd name="connsiteX69" fmla="*/ 4271023 w 5741575"/>
              <a:gd name="connsiteY69" fmla="*/ 241959 h 955271"/>
              <a:gd name="connsiteX70" fmla="*/ 4367397 w 5741575"/>
              <a:gd name="connsiteY70" fmla="*/ 271442 h 955271"/>
              <a:gd name="connsiteX71" fmla="*/ 4495366 w 5741575"/>
              <a:gd name="connsiteY71" fmla="*/ 271618 h 955271"/>
              <a:gd name="connsiteX72" fmla="*/ 4517347 w 5741575"/>
              <a:gd name="connsiteY72" fmla="*/ 275639 h 955271"/>
              <a:gd name="connsiteX73" fmla="*/ 4546116 w 5741575"/>
              <a:gd name="connsiteY73" fmla="*/ 268568 h 955271"/>
              <a:gd name="connsiteX74" fmla="*/ 4661259 w 5741575"/>
              <a:gd name="connsiteY74" fmla="*/ 238966 h 955271"/>
              <a:gd name="connsiteX75" fmla="*/ 4750403 w 5741575"/>
              <a:gd name="connsiteY75" fmla="*/ 204364 h 955271"/>
              <a:gd name="connsiteX76" fmla="*/ 4867614 w 5741575"/>
              <a:gd name="connsiteY76" fmla="*/ 208668 h 955271"/>
              <a:gd name="connsiteX77" fmla="*/ 4937036 w 5741575"/>
              <a:gd name="connsiteY77" fmla="*/ 195446 h 955271"/>
              <a:gd name="connsiteX78" fmla="*/ 5047626 w 5741575"/>
              <a:gd name="connsiteY78" fmla="*/ 149604 h 955271"/>
              <a:gd name="connsiteX79" fmla="*/ 5200247 w 5741575"/>
              <a:gd name="connsiteY79" fmla="*/ 142695 h 955271"/>
              <a:gd name="connsiteX80" fmla="*/ 5235691 w 5741575"/>
              <a:gd name="connsiteY80" fmla="*/ 173330 h 955271"/>
              <a:gd name="connsiteX81" fmla="*/ 5280133 w 5741575"/>
              <a:gd name="connsiteY81" fmla="*/ 189342 h 955271"/>
              <a:gd name="connsiteX82" fmla="*/ 5291963 w 5741575"/>
              <a:gd name="connsiteY82" fmla="*/ 139446 h 955271"/>
              <a:gd name="connsiteX83" fmla="*/ 5418472 w 5741575"/>
              <a:gd name="connsiteY83" fmla="*/ 89163 h 955271"/>
              <a:gd name="connsiteX84" fmla="*/ 5482354 w 5741575"/>
              <a:gd name="connsiteY84" fmla="*/ 69470 h 955271"/>
              <a:gd name="connsiteX85" fmla="*/ 5583280 w 5741575"/>
              <a:gd name="connsiteY85" fmla="*/ 49787 h 955271"/>
              <a:gd name="connsiteX86" fmla="*/ 5613766 w 5741575"/>
              <a:gd name="connsiteY86" fmla="*/ 41855 h 955271"/>
              <a:gd name="connsiteX87" fmla="*/ 5684952 w 5741575"/>
              <a:gd name="connsiteY87" fmla="*/ 26088 h 955271"/>
              <a:gd name="connsiteX88" fmla="*/ 5741575 w 5741575"/>
              <a:gd name="connsiteY88" fmla="*/ 0 h 955271"/>
              <a:gd name="connsiteX0" fmla="*/ 5741575 w 5741575"/>
              <a:gd name="connsiteY0" fmla="*/ 0 h 955271"/>
              <a:gd name="connsiteX1" fmla="*/ 5741575 w 5741575"/>
              <a:gd name="connsiteY1" fmla="*/ 955271 h 955271"/>
              <a:gd name="connsiteX2" fmla="*/ 0 w 5741575"/>
              <a:gd name="connsiteY2" fmla="*/ 955271 h 955271"/>
              <a:gd name="connsiteX3" fmla="*/ 8558 w 5741575"/>
              <a:gd name="connsiteY3" fmla="*/ 953971 h 955271"/>
              <a:gd name="connsiteX4" fmla="*/ 16894 w 5741575"/>
              <a:gd name="connsiteY4" fmla="*/ 953847 h 955271"/>
              <a:gd name="connsiteX5" fmla="*/ 28156 w 5741575"/>
              <a:gd name="connsiteY5" fmla="*/ 951374 h 955271"/>
              <a:gd name="connsiteX6" fmla="*/ 28293 w 5741575"/>
              <a:gd name="connsiteY6" fmla="*/ 950971 h 955271"/>
              <a:gd name="connsiteX7" fmla="*/ 59229 w 5741575"/>
              <a:gd name="connsiteY7" fmla="*/ 903950 h 955271"/>
              <a:gd name="connsiteX8" fmla="*/ 148657 w 5741575"/>
              <a:gd name="connsiteY8" fmla="*/ 898134 h 955271"/>
              <a:gd name="connsiteX9" fmla="*/ 174554 w 5741575"/>
              <a:gd name="connsiteY9" fmla="*/ 886351 h 955271"/>
              <a:gd name="connsiteX10" fmla="*/ 187633 w 5741575"/>
              <a:gd name="connsiteY10" fmla="*/ 878226 h 955271"/>
              <a:gd name="connsiteX11" fmla="*/ 187961 w 5741575"/>
              <a:gd name="connsiteY11" fmla="*/ 876538 h 955271"/>
              <a:gd name="connsiteX12" fmla="*/ 240501 w 5741575"/>
              <a:gd name="connsiteY12" fmla="*/ 873150 h 955271"/>
              <a:gd name="connsiteX13" fmla="*/ 246345 w 5741575"/>
              <a:gd name="connsiteY13" fmla="*/ 869942 h 955271"/>
              <a:gd name="connsiteX14" fmla="*/ 306299 w 5741575"/>
              <a:gd name="connsiteY14" fmla="*/ 873609 h 955271"/>
              <a:gd name="connsiteX15" fmla="*/ 331571 w 5741575"/>
              <a:gd name="connsiteY15" fmla="*/ 869866 h 955271"/>
              <a:gd name="connsiteX16" fmla="*/ 384157 w 5741575"/>
              <a:gd name="connsiteY16" fmla="*/ 867971 h 955271"/>
              <a:gd name="connsiteX17" fmla="*/ 477637 w 5741575"/>
              <a:gd name="connsiteY17" fmla="*/ 870334 h 955271"/>
              <a:gd name="connsiteX18" fmla="*/ 570239 w 5741575"/>
              <a:gd name="connsiteY18" fmla="*/ 829596 h 955271"/>
              <a:gd name="connsiteX19" fmla="*/ 772070 w 5741575"/>
              <a:gd name="connsiteY19" fmla="*/ 820296 h 955271"/>
              <a:gd name="connsiteX20" fmla="*/ 948872 w 5741575"/>
              <a:gd name="connsiteY20" fmla="*/ 772201 h 955271"/>
              <a:gd name="connsiteX21" fmla="*/ 1127089 w 5741575"/>
              <a:gd name="connsiteY21" fmla="*/ 746926 h 955271"/>
              <a:gd name="connsiteX22" fmla="*/ 1220426 w 5741575"/>
              <a:gd name="connsiteY22" fmla="*/ 721810 h 955271"/>
              <a:gd name="connsiteX23" fmla="*/ 1306771 w 5741575"/>
              <a:gd name="connsiteY23" fmla="*/ 717936 h 955271"/>
              <a:gd name="connsiteX24" fmla="*/ 1374314 w 5741575"/>
              <a:gd name="connsiteY24" fmla="*/ 688815 h 955271"/>
              <a:gd name="connsiteX25" fmla="*/ 1378034 w 5741575"/>
              <a:gd name="connsiteY25" fmla="*/ 685842 h 955271"/>
              <a:gd name="connsiteX26" fmla="*/ 1395604 w 5741575"/>
              <a:gd name="connsiteY26" fmla="*/ 680460 h 955271"/>
              <a:gd name="connsiteX27" fmla="*/ 1397206 w 5741575"/>
              <a:gd name="connsiteY27" fmla="*/ 670793 h 955271"/>
              <a:gd name="connsiteX28" fmla="*/ 1494753 w 5741575"/>
              <a:gd name="connsiteY28" fmla="*/ 644686 h 955271"/>
              <a:gd name="connsiteX29" fmla="*/ 1616217 w 5741575"/>
              <a:gd name="connsiteY29" fmla="*/ 622107 h 955271"/>
              <a:gd name="connsiteX30" fmla="*/ 1710928 w 5741575"/>
              <a:gd name="connsiteY30" fmla="*/ 600666 h 955271"/>
              <a:gd name="connsiteX31" fmla="*/ 1743718 w 5741575"/>
              <a:gd name="connsiteY31" fmla="*/ 584327 h 955271"/>
              <a:gd name="connsiteX32" fmla="*/ 1873778 w 5741575"/>
              <a:gd name="connsiteY32" fmla="*/ 530130 h 955271"/>
              <a:gd name="connsiteX33" fmla="*/ 1988411 w 5741575"/>
              <a:gd name="connsiteY33" fmla="*/ 491599 h 955271"/>
              <a:gd name="connsiteX34" fmla="*/ 2085507 w 5741575"/>
              <a:gd name="connsiteY34" fmla="*/ 498527 h 955271"/>
              <a:gd name="connsiteX35" fmla="*/ 2090767 w 5741575"/>
              <a:gd name="connsiteY35" fmla="*/ 490616 h 955271"/>
              <a:gd name="connsiteX36" fmla="*/ 2151143 w 5741575"/>
              <a:gd name="connsiteY36" fmla="*/ 478332 h 955271"/>
              <a:gd name="connsiteX37" fmla="*/ 2378710 w 5741575"/>
              <a:gd name="connsiteY37" fmla="*/ 477570 h 955271"/>
              <a:gd name="connsiteX38" fmla="*/ 2496256 w 5741575"/>
              <a:gd name="connsiteY38" fmla="*/ 452396 h 955271"/>
              <a:gd name="connsiteX39" fmla="*/ 2535387 w 5741575"/>
              <a:gd name="connsiteY39" fmla="*/ 436645 h 955271"/>
              <a:gd name="connsiteX40" fmla="*/ 2601109 w 5741575"/>
              <a:gd name="connsiteY40" fmla="*/ 410678 h 955271"/>
              <a:gd name="connsiteX41" fmla="*/ 2643855 w 5741575"/>
              <a:gd name="connsiteY41" fmla="*/ 374482 h 955271"/>
              <a:gd name="connsiteX42" fmla="*/ 2657726 w 5741575"/>
              <a:gd name="connsiteY42" fmla="*/ 365841 h 955271"/>
              <a:gd name="connsiteX43" fmla="*/ 2687125 w 5741575"/>
              <a:gd name="connsiteY43" fmla="*/ 366820 h 955271"/>
              <a:gd name="connsiteX44" fmla="*/ 2697479 w 5741575"/>
              <a:gd name="connsiteY44" fmla="*/ 361430 h 955271"/>
              <a:gd name="connsiteX45" fmla="*/ 2701547 w 5741575"/>
              <a:gd name="connsiteY45" fmla="*/ 361545 h 955271"/>
              <a:gd name="connsiteX46" fmla="*/ 2711054 w 5741575"/>
              <a:gd name="connsiteY46" fmla="*/ 360597 h 955271"/>
              <a:gd name="connsiteX47" fmla="*/ 2710438 w 5741575"/>
              <a:gd name="connsiteY47" fmla="*/ 366958 h 955271"/>
              <a:gd name="connsiteX48" fmla="*/ 2722936 w 5741575"/>
              <a:gd name="connsiteY48" fmla="*/ 377633 h 955271"/>
              <a:gd name="connsiteX49" fmla="*/ 2777227 w 5741575"/>
              <a:gd name="connsiteY49" fmla="*/ 368972 h 955271"/>
              <a:gd name="connsiteX50" fmla="*/ 2779510 w 5741575"/>
              <a:gd name="connsiteY50" fmla="*/ 361652 h 955271"/>
              <a:gd name="connsiteX51" fmla="*/ 2786278 w 5741575"/>
              <a:gd name="connsiteY51" fmla="*/ 359869 h 955271"/>
              <a:gd name="connsiteX52" fmla="*/ 2792101 w 5741575"/>
              <a:gd name="connsiteY52" fmla="*/ 365927 h 955271"/>
              <a:gd name="connsiteX53" fmla="*/ 2885545 w 5741575"/>
              <a:gd name="connsiteY53" fmla="*/ 372818 h 955271"/>
              <a:gd name="connsiteX54" fmla="*/ 3009558 w 5741575"/>
              <a:gd name="connsiteY54" fmla="*/ 370573 h 955271"/>
              <a:gd name="connsiteX55" fmla="*/ 3095010 w 5741575"/>
              <a:gd name="connsiteY55" fmla="*/ 332454 h 955271"/>
              <a:gd name="connsiteX56" fmla="*/ 3103742 w 5741575"/>
              <a:gd name="connsiteY56" fmla="*/ 337974 h 955271"/>
              <a:gd name="connsiteX57" fmla="*/ 3165093 w 5741575"/>
              <a:gd name="connsiteY57" fmla="*/ 329459 h 955271"/>
              <a:gd name="connsiteX58" fmla="*/ 3373785 w 5741575"/>
              <a:gd name="connsiteY58" fmla="*/ 255680 h 955271"/>
              <a:gd name="connsiteX59" fmla="*/ 3493851 w 5741575"/>
              <a:gd name="connsiteY59" fmla="*/ 240255 h 955271"/>
              <a:gd name="connsiteX60" fmla="*/ 3537470 w 5741575"/>
              <a:gd name="connsiteY60" fmla="*/ 241867 h 955271"/>
              <a:gd name="connsiteX61" fmla="*/ 3610489 w 5741575"/>
              <a:gd name="connsiteY61" fmla="*/ 244128 h 955271"/>
              <a:gd name="connsiteX62" fmla="*/ 3667539 w 5741575"/>
              <a:gd name="connsiteY62" fmla="*/ 263271 h 955271"/>
              <a:gd name="connsiteX63" fmla="*/ 3727614 w 5741575"/>
              <a:gd name="connsiteY63" fmla="*/ 258245 h 955271"/>
              <a:gd name="connsiteX64" fmla="*/ 3738369 w 5741575"/>
              <a:gd name="connsiteY64" fmla="*/ 234506 h 955271"/>
              <a:gd name="connsiteX65" fmla="*/ 3803670 w 5741575"/>
              <a:gd name="connsiteY65" fmla="*/ 236457 h 955271"/>
              <a:gd name="connsiteX66" fmla="*/ 3903080 w 5741575"/>
              <a:gd name="connsiteY66" fmla="*/ 241890 h 955271"/>
              <a:gd name="connsiteX67" fmla="*/ 4114838 w 5741575"/>
              <a:gd name="connsiteY67" fmla="*/ 238165 h 955271"/>
              <a:gd name="connsiteX68" fmla="*/ 4271023 w 5741575"/>
              <a:gd name="connsiteY68" fmla="*/ 241959 h 955271"/>
              <a:gd name="connsiteX69" fmla="*/ 4367397 w 5741575"/>
              <a:gd name="connsiteY69" fmla="*/ 271442 h 955271"/>
              <a:gd name="connsiteX70" fmla="*/ 4495366 w 5741575"/>
              <a:gd name="connsiteY70" fmla="*/ 271618 h 955271"/>
              <a:gd name="connsiteX71" fmla="*/ 4517347 w 5741575"/>
              <a:gd name="connsiteY71" fmla="*/ 275639 h 955271"/>
              <a:gd name="connsiteX72" fmla="*/ 4546116 w 5741575"/>
              <a:gd name="connsiteY72" fmla="*/ 268568 h 955271"/>
              <a:gd name="connsiteX73" fmla="*/ 4661259 w 5741575"/>
              <a:gd name="connsiteY73" fmla="*/ 238966 h 955271"/>
              <a:gd name="connsiteX74" fmla="*/ 4750403 w 5741575"/>
              <a:gd name="connsiteY74" fmla="*/ 204364 h 955271"/>
              <a:gd name="connsiteX75" fmla="*/ 4867614 w 5741575"/>
              <a:gd name="connsiteY75" fmla="*/ 208668 h 955271"/>
              <a:gd name="connsiteX76" fmla="*/ 4937036 w 5741575"/>
              <a:gd name="connsiteY76" fmla="*/ 195446 h 955271"/>
              <a:gd name="connsiteX77" fmla="*/ 5047626 w 5741575"/>
              <a:gd name="connsiteY77" fmla="*/ 149604 h 955271"/>
              <a:gd name="connsiteX78" fmla="*/ 5200247 w 5741575"/>
              <a:gd name="connsiteY78" fmla="*/ 142695 h 955271"/>
              <a:gd name="connsiteX79" fmla="*/ 5235691 w 5741575"/>
              <a:gd name="connsiteY79" fmla="*/ 173330 h 955271"/>
              <a:gd name="connsiteX80" fmla="*/ 5280133 w 5741575"/>
              <a:gd name="connsiteY80" fmla="*/ 189342 h 955271"/>
              <a:gd name="connsiteX81" fmla="*/ 5291963 w 5741575"/>
              <a:gd name="connsiteY81" fmla="*/ 139446 h 955271"/>
              <a:gd name="connsiteX82" fmla="*/ 5418472 w 5741575"/>
              <a:gd name="connsiteY82" fmla="*/ 89163 h 955271"/>
              <a:gd name="connsiteX83" fmla="*/ 5482354 w 5741575"/>
              <a:gd name="connsiteY83" fmla="*/ 69470 h 955271"/>
              <a:gd name="connsiteX84" fmla="*/ 5583280 w 5741575"/>
              <a:gd name="connsiteY84" fmla="*/ 49787 h 955271"/>
              <a:gd name="connsiteX85" fmla="*/ 5613766 w 5741575"/>
              <a:gd name="connsiteY85" fmla="*/ 41855 h 955271"/>
              <a:gd name="connsiteX86" fmla="*/ 5684952 w 5741575"/>
              <a:gd name="connsiteY86" fmla="*/ 26088 h 955271"/>
              <a:gd name="connsiteX87" fmla="*/ 5741575 w 5741575"/>
              <a:gd name="connsiteY87" fmla="*/ 0 h 955271"/>
              <a:gd name="connsiteX0" fmla="*/ 5741575 w 5741575"/>
              <a:gd name="connsiteY0" fmla="*/ 0 h 955271"/>
              <a:gd name="connsiteX1" fmla="*/ 5741575 w 5741575"/>
              <a:gd name="connsiteY1" fmla="*/ 955271 h 955271"/>
              <a:gd name="connsiteX2" fmla="*/ 0 w 5741575"/>
              <a:gd name="connsiteY2" fmla="*/ 955271 h 955271"/>
              <a:gd name="connsiteX3" fmla="*/ 8558 w 5741575"/>
              <a:gd name="connsiteY3" fmla="*/ 953971 h 955271"/>
              <a:gd name="connsiteX4" fmla="*/ 16894 w 5741575"/>
              <a:gd name="connsiteY4" fmla="*/ 953847 h 955271"/>
              <a:gd name="connsiteX5" fmla="*/ 28156 w 5741575"/>
              <a:gd name="connsiteY5" fmla="*/ 951374 h 955271"/>
              <a:gd name="connsiteX6" fmla="*/ 28293 w 5741575"/>
              <a:gd name="connsiteY6" fmla="*/ 950971 h 955271"/>
              <a:gd name="connsiteX7" fmla="*/ 59229 w 5741575"/>
              <a:gd name="connsiteY7" fmla="*/ 903950 h 955271"/>
              <a:gd name="connsiteX8" fmla="*/ 148657 w 5741575"/>
              <a:gd name="connsiteY8" fmla="*/ 898134 h 955271"/>
              <a:gd name="connsiteX9" fmla="*/ 174554 w 5741575"/>
              <a:gd name="connsiteY9" fmla="*/ 886351 h 955271"/>
              <a:gd name="connsiteX10" fmla="*/ 187633 w 5741575"/>
              <a:gd name="connsiteY10" fmla="*/ 878226 h 955271"/>
              <a:gd name="connsiteX11" fmla="*/ 187961 w 5741575"/>
              <a:gd name="connsiteY11" fmla="*/ 876538 h 955271"/>
              <a:gd name="connsiteX12" fmla="*/ 240501 w 5741575"/>
              <a:gd name="connsiteY12" fmla="*/ 873150 h 955271"/>
              <a:gd name="connsiteX13" fmla="*/ 246345 w 5741575"/>
              <a:gd name="connsiteY13" fmla="*/ 869942 h 955271"/>
              <a:gd name="connsiteX14" fmla="*/ 306299 w 5741575"/>
              <a:gd name="connsiteY14" fmla="*/ 873609 h 955271"/>
              <a:gd name="connsiteX15" fmla="*/ 331571 w 5741575"/>
              <a:gd name="connsiteY15" fmla="*/ 869866 h 955271"/>
              <a:gd name="connsiteX16" fmla="*/ 384157 w 5741575"/>
              <a:gd name="connsiteY16" fmla="*/ 867971 h 955271"/>
              <a:gd name="connsiteX17" fmla="*/ 477637 w 5741575"/>
              <a:gd name="connsiteY17" fmla="*/ 870334 h 955271"/>
              <a:gd name="connsiteX18" fmla="*/ 570239 w 5741575"/>
              <a:gd name="connsiteY18" fmla="*/ 829596 h 955271"/>
              <a:gd name="connsiteX19" fmla="*/ 772070 w 5741575"/>
              <a:gd name="connsiteY19" fmla="*/ 820296 h 955271"/>
              <a:gd name="connsiteX20" fmla="*/ 948872 w 5741575"/>
              <a:gd name="connsiteY20" fmla="*/ 772201 h 955271"/>
              <a:gd name="connsiteX21" fmla="*/ 1127089 w 5741575"/>
              <a:gd name="connsiteY21" fmla="*/ 746926 h 955271"/>
              <a:gd name="connsiteX22" fmla="*/ 1306771 w 5741575"/>
              <a:gd name="connsiteY22" fmla="*/ 717936 h 955271"/>
              <a:gd name="connsiteX23" fmla="*/ 1374314 w 5741575"/>
              <a:gd name="connsiteY23" fmla="*/ 688815 h 955271"/>
              <a:gd name="connsiteX24" fmla="*/ 1378034 w 5741575"/>
              <a:gd name="connsiteY24" fmla="*/ 685842 h 955271"/>
              <a:gd name="connsiteX25" fmla="*/ 1395604 w 5741575"/>
              <a:gd name="connsiteY25" fmla="*/ 680460 h 955271"/>
              <a:gd name="connsiteX26" fmla="*/ 1397206 w 5741575"/>
              <a:gd name="connsiteY26" fmla="*/ 670793 h 955271"/>
              <a:gd name="connsiteX27" fmla="*/ 1494753 w 5741575"/>
              <a:gd name="connsiteY27" fmla="*/ 644686 h 955271"/>
              <a:gd name="connsiteX28" fmla="*/ 1616217 w 5741575"/>
              <a:gd name="connsiteY28" fmla="*/ 622107 h 955271"/>
              <a:gd name="connsiteX29" fmla="*/ 1710928 w 5741575"/>
              <a:gd name="connsiteY29" fmla="*/ 600666 h 955271"/>
              <a:gd name="connsiteX30" fmla="*/ 1743718 w 5741575"/>
              <a:gd name="connsiteY30" fmla="*/ 584327 h 955271"/>
              <a:gd name="connsiteX31" fmla="*/ 1873778 w 5741575"/>
              <a:gd name="connsiteY31" fmla="*/ 530130 h 955271"/>
              <a:gd name="connsiteX32" fmla="*/ 1988411 w 5741575"/>
              <a:gd name="connsiteY32" fmla="*/ 491599 h 955271"/>
              <a:gd name="connsiteX33" fmla="*/ 2085507 w 5741575"/>
              <a:gd name="connsiteY33" fmla="*/ 498527 h 955271"/>
              <a:gd name="connsiteX34" fmla="*/ 2090767 w 5741575"/>
              <a:gd name="connsiteY34" fmla="*/ 490616 h 955271"/>
              <a:gd name="connsiteX35" fmla="*/ 2151143 w 5741575"/>
              <a:gd name="connsiteY35" fmla="*/ 478332 h 955271"/>
              <a:gd name="connsiteX36" fmla="*/ 2378710 w 5741575"/>
              <a:gd name="connsiteY36" fmla="*/ 477570 h 955271"/>
              <a:gd name="connsiteX37" fmla="*/ 2496256 w 5741575"/>
              <a:gd name="connsiteY37" fmla="*/ 452396 h 955271"/>
              <a:gd name="connsiteX38" fmla="*/ 2535387 w 5741575"/>
              <a:gd name="connsiteY38" fmla="*/ 436645 h 955271"/>
              <a:gd name="connsiteX39" fmla="*/ 2601109 w 5741575"/>
              <a:gd name="connsiteY39" fmla="*/ 410678 h 955271"/>
              <a:gd name="connsiteX40" fmla="*/ 2643855 w 5741575"/>
              <a:gd name="connsiteY40" fmla="*/ 374482 h 955271"/>
              <a:gd name="connsiteX41" fmla="*/ 2657726 w 5741575"/>
              <a:gd name="connsiteY41" fmla="*/ 365841 h 955271"/>
              <a:gd name="connsiteX42" fmla="*/ 2687125 w 5741575"/>
              <a:gd name="connsiteY42" fmla="*/ 366820 h 955271"/>
              <a:gd name="connsiteX43" fmla="*/ 2697479 w 5741575"/>
              <a:gd name="connsiteY43" fmla="*/ 361430 h 955271"/>
              <a:gd name="connsiteX44" fmla="*/ 2701547 w 5741575"/>
              <a:gd name="connsiteY44" fmla="*/ 361545 h 955271"/>
              <a:gd name="connsiteX45" fmla="*/ 2711054 w 5741575"/>
              <a:gd name="connsiteY45" fmla="*/ 360597 h 955271"/>
              <a:gd name="connsiteX46" fmla="*/ 2710438 w 5741575"/>
              <a:gd name="connsiteY46" fmla="*/ 366958 h 955271"/>
              <a:gd name="connsiteX47" fmla="*/ 2722936 w 5741575"/>
              <a:gd name="connsiteY47" fmla="*/ 377633 h 955271"/>
              <a:gd name="connsiteX48" fmla="*/ 2777227 w 5741575"/>
              <a:gd name="connsiteY48" fmla="*/ 368972 h 955271"/>
              <a:gd name="connsiteX49" fmla="*/ 2779510 w 5741575"/>
              <a:gd name="connsiteY49" fmla="*/ 361652 h 955271"/>
              <a:gd name="connsiteX50" fmla="*/ 2786278 w 5741575"/>
              <a:gd name="connsiteY50" fmla="*/ 359869 h 955271"/>
              <a:gd name="connsiteX51" fmla="*/ 2792101 w 5741575"/>
              <a:gd name="connsiteY51" fmla="*/ 365927 h 955271"/>
              <a:gd name="connsiteX52" fmla="*/ 2885545 w 5741575"/>
              <a:gd name="connsiteY52" fmla="*/ 372818 h 955271"/>
              <a:gd name="connsiteX53" fmla="*/ 3009558 w 5741575"/>
              <a:gd name="connsiteY53" fmla="*/ 370573 h 955271"/>
              <a:gd name="connsiteX54" fmla="*/ 3095010 w 5741575"/>
              <a:gd name="connsiteY54" fmla="*/ 332454 h 955271"/>
              <a:gd name="connsiteX55" fmla="*/ 3103742 w 5741575"/>
              <a:gd name="connsiteY55" fmla="*/ 337974 h 955271"/>
              <a:gd name="connsiteX56" fmla="*/ 3165093 w 5741575"/>
              <a:gd name="connsiteY56" fmla="*/ 329459 h 955271"/>
              <a:gd name="connsiteX57" fmla="*/ 3373785 w 5741575"/>
              <a:gd name="connsiteY57" fmla="*/ 255680 h 955271"/>
              <a:gd name="connsiteX58" fmla="*/ 3493851 w 5741575"/>
              <a:gd name="connsiteY58" fmla="*/ 240255 h 955271"/>
              <a:gd name="connsiteX59" fmla="*/ 3537470 w 5741575"/>
              <a:gd name="connsiteY59" fmla="*/ 241867 h 955271"/>
              <a:gd name="connsiteX60" fmla="*/ 3610489 w 5741575"/>
              <a:gd name="connsiteY60" fmla="*/ 244128 h 955271"/>
              <a:gd name="connsiteX61" fmla="*/ 3667539 w 5741575"/>
              <a:gd name="connsiteY61" fmla="*/ 263271 h 955271"/>
              <a:gd name="connsiteX62" fmla="*/ 3727614 w 5741575"/>
              <a:gd name="connsiteY62" fmla="*/ 258245 h 955271"/>
              <a:gd name="connsiteX63" fmla="*/ 3738369 w 5741575"/>
              <a:gd name="connsiteY63" fmla="*/ 234506 h 955271"/>
              <a:gd name="connsiteX64" fmla="*/ 3803670 w 5741575"/>
              <a:gd name="connsiteY64" fmla="*/ 236457 h 955271"/>
              <a:gd name="connsiteX65" fmla="*/ 3903080 w 5741575"/>
              <a:gd name="connsiteY65" fmla="*/ 241890 h 955271"/>
              <a:gd name="connsiteX66" fmla="*/ 4114838 w 5741575"/>
              <a:gd name="connsiteY66" fmla="*/ 238165 h 955271"/>
              <a:gd name="connsiteX67" fmla="*/ 4271023 w 5741575"/>
              <a:gd name="connsiteY67" fmla="*/ 241959 h 955271"/>
              <a:gd name="connsiteX68" fmla="*/ 4367397 w 5741575"/>
              <a:gd name="connsiteY68" fmla="*/ 271442 h 955271"/>
              <a:gd name="connsiteX69" fmla="*/ 4495366 w 5741575"/>
              <a:gd name="connsiteY69" fmla="*/ 271618 h 955271"/>
              <a:gd name="connsiteX70" fmla="*/ 4517347 w 5741575"/>
              <a:gd name="connsiteY70" fmla="*/ 275639 h 955271"/>
              <a:gd name="connsiteX71" fmla="*/ 4546116 w 5741575"/>
              <a:gd name="connsiteY71" fmla="*/ 268568 h 955271"/>
              <a:gd name="connsiteX72" fmla="*/ 4661259 w 5741575"/>
              <a:gd name="connsiteY72" fmla="*/ 238966 h 955271"/>
              <a:gd name="connsiteX73" fmla="*/ 4750403 w 5741575"/>
              <a:gd name="connsiteY73" fmla="*/ 204364 h 955271"/>
              <a:gd name="connsiteX74" fmla="*/ 4867614 w 5741575"/>
              <a:gd name="connsiteY74" fmla="*/ 208668 h 955271"/>
              <a:gd name="connsiteX75" fmla="*/ 4937036 w 5741575"/>
              <a:gd name="connsiteY75" fmla="*/ 195446 h 955271"/>
              <a:gd name="connsiteX76" fmla="*/ 5047626 w 5741575"/>
              <a:gd name="connsiteY76" fmla="*/ 149604 h 955271"/>
              <a:gd name="connsiteX77" fmla="*/ 5200247 w 5741575"/>
              <a:gd name="connsiteY77" fmla="*/ 142695 h 955271"/>
              <a:gd name="connsiteX78" fmla="*/ 5235691 w 5741575"/>
              <a:gd name="connsiteY78" fmla="*/ 173330 h 955271"/>
              <a:gd name="connsiteX79" fmla="*/ 5280133 w 5741575"/>
              <a:gd name="connsiteY79" fmla="*/ 189342 h 955271"/>
              <a:gd name="connsiteX80" fmla="*/ 5291963 w 5741575"/>
              <a:gd name="connsiteY80" fmla="*/ 139446 h 955271"/>
              <a:gd name="connsiteX81" fmla="*/ 5418472 w 5741575"/>
              <a:gd name="connsiteY81" fmla="*/ 89163 h 955271"/>
              <a:gd name="connsiteX82" fmla="*/ 5482354 w 5741575"/>
              <a:gd name="connsiteY82" fmla="*/ 69470 h 955271"/>
              <a:gd name="connsiteX83" fmla="*/ 5583280 w 5741575"/>
              <a:gd name="connsiteY83" fmla="*/ 49787 h 955271"/>
              <a:gd name="connsiteX84" fmla="*/ 5613766 w 5741575"/>
              <a:gd name="connsiteY84" fmla="*/ 41855 h 955271"/>
              <a:gd name="connsiteX85" fmla="*/ 5684952 w 5741575"/>
              <a:gd name="connsiteY85" fmla="*/ 26088 h 955271"/>
              <a:gd name="connsiteX86" fmla="*/ 5741575 w 5741575"/>
              <a:gd name="connsiteY86" fmla="*/ 0 h 955271"/>
              <a:gd name="connsiteX0" fmla="*/ 5741575 w 5741575"/>
              <a:gd name="connsiteY0" fmla="*/ 0 h 955271"/>
              <a:gd name="connsiteX1" fmla="*/ 5741575 w 5741575"/>
              <a:gd name="connsiteY1" fmla="*/ 955271 h 955271"/>
              <a:gd name="connsiteX2" fmla="*/ 0 w 5741575"/>
              <a:gd name="connsiteY2" fmla="*/ 955271 h 955271"/>
              <a:gd name="connsiteX3" fmla="*/ 8558 w 5741575"/>
              <a:gd name="connsiteY3" fmla="*/ 953971 h 955271"/>
              <a:gd name="connsiteX4" fmla="*/ 16894 w 5741575"/>
              <a:gd name="connsiteY4" fmla="*/ 953847 h 955271"/>
              <a:gd name="connsiteX5" fmla="*/ 28156 w 5741575"/>
              <a:gd name="connsiteY5" fmla="*/ 951374 h 955271"/>
              <a:gd name="connsiteX6" fmla="*/ 28293 w 5741575"/>
              <a:gd name="connsiteY6" fmla="*/ 950971 h 955271"/>
              <a:gd name="connsiteX7" fmla="*/ 59229 w 5741575"/>
              <a:gd name="connsiteY7" fmla="*/ 903950 h 955271"/>
              <a:gd name="connsiteX8" fmla="*/ 148657 w 5741575"/>
              <a:gd name="connsiteY8" fmla="*/ 898134 h 955271"/>
              <a:gd name="connsiteX9" fmla="*/ 174554 w 5741575"/>
              <a:gd name="connsiteY9" fmla="*/ 886351 h 955271"/>
              <a:gd name="connsiteX10" fmla="*/ 187633 w 5741575"/>
              <a:gd name="connsiteY10" fmla="*/ 878226 h 955271"/>
              <a:gd name="connsiteX11" fmla="*/ 187961 w 5741575"/>
              <a:gd name="connsiteY11" fmla="*/ 876538 h 955271"/>
              <a:gd name="connsiteX12" fmla="*/ 240501 w 5741575"/>
              <a:gd name="connsiteY12" fmla="*/ 873150 h 955271"/>
              <a:gd name="connsiteX13" fmla="*/ 246345 w 5741575"/>
              <a:gd name="connsiteY13" fmla="*/ 869942 h 955271"/>
              <a:gd name="connsiteX14" fmla="*/ 306299 w 5741575"/>
              <a:gd name="connsiteY14" fmla="*/ 873609 h 955271"/>
              <a:gd name="connsiteX15" fmla="*/ 331571 w 5741575"/>
              <a:gd name="connsiteY15" fmla="*/ 869866 h 955271"/>
              <a:gd name="connsiteX16" fmla="*/ 384157 w 5741575"/>
              <a:gd name="connsiteY16" fmla="*/ 867971 h 955271"/>
              <a:gd name="connsiteX17" fmla="*/ 477637 w 5741575"/>
              <a:gd name="connsiteY17" fmla="*/ 870334 h 955271"/>
              <a:gd name="connsiteX18" fmla="*/ 570239 w 5741575"/>
              <a:gd name="connsiteY18" fmla="*/ 829596 h 955271"/>
              <a:gd name="connsiteX19" fmla="*/ 772070 w 5741575"/>
              <a:gd name="connsiteY19" fmla="*/ 820296 h 955271"/>
              <a:gd name="connsiteX20" fmla="*/ 948872 w 5741575"/>
              <a:gd name="connsiteY20" fmla="*/ 772201 h 955271"/>
              <a:gd name="connsiteX21" fmla="*/ 1127089 w 5741575"/>
              <a:gd name="connsiteY21" fmla="*/ 746926 h 955271"/>
              <a:gd name="connsiteX22" fmla="*/ 1226314 w 5741575"/>
              <a:gd name="connsiteY22" fmla="*/ 722473 h 955271"/>
              <a:gd name="connsiteX23" fmla="*/ 1374314 w 5741575"/>
              <a:gd name="connsiteY23" fmla="*/ 688815 h 955271"/>
              <a:gd name="connsiteX24" fmla="*/ 1378034 w 5741575"/>
              <a:gd name="connsiteY24" fmla="*/ 685842 h 955271"/>
              <a:gd name="connsiteX25" fmla="*/ 1395604 w 5741575"/>
              <a:gd name="connsiteY25" fmla="*/ 680460 h 955271"/>
              <a:gd name="connsiteX26" fmla="*/ 1397206 w 5741575"/>
              <a:gd name="connsiteY26" fmla="*/ 670793 h 955271"/>
              <a:gd name="connsiteX27" fmla="*/ 1494753 w 5741575"/>
              <a:gd name="connsiteY27" fmla="*/ 644686 h 955271"/>
              <a:gd name="connsiteX28" fmla="*/ 1616217 w 5741575"/>
              <a:gd name="connsiteY28" fmla="*/ 622107 h 955271"/>
              <a:gd name="connsiteX29" fmla="*/ 1710928 w 5741575"/>
              <a:gd name="connsiteY29" fmla="*/ 600666 h 955271"/>
              <a:gd name="connsiteX30" fmla="*/ 1743718 w 5741575"/>
              <a:gd name="connsiteY30" fmla="*/ 584327 h 955271"/>
              <a:gd name="connsiteX31" fmla="*/ 1873778 w 5741575"/>
              <a:gd name="connsiteY31" fmla="*/ 530130 h 955271"/>
              <a:gd name="connsiteX32" fmla="*/ 1988411 w 5741575"/>
              <a:gd name="connsiteY32" fmla="*/ 491599 h 955271"/>
              <a:gd name="connsiteX33" fmla="*/ 2085507 w 5741575"/>
              <a:gd name="connsiteY33" fmla="*/ 498527 h 955271"/>
              <a:gd name="connsiteX34" fmla="*/ 2090767 w 5741575"/>
              <a:gd name="connsiteY34" fmla="*/ 490616 h 955271"/>
              <a:gd name="connsiteX35" fmla="*/ 2151143 w 5741575"/>
              <a:gd name="connsiteY35" fmla="*/ 478332 h 955271"/>
              <a:gd name="connsiteX36" fmla="*/ 2378710 w 5741575"/>
              <a:gd name="connsiteY36" fmla="*/ 477570 h 955271"/>
              <a:gd name="connsiteX37" fmla="*/ 2496256 w 5741575"/>
              <a:gd name="connsiteY37" fmla="*/ 452396 h 955271"/>
              <a:gd name="connsiteX38" fmla="*/ 2535387 w 5741575"/>
              <a:gd name="connsiteY38" fmla="*/ 436645 h 955271"/>
              <a:gd name="connsiteX39" fmla="*/ 2601109 w 5741575"/>
              <a:gd name="connsiteY39" fmla="*/ 410678 h 955271"/>
              <a:gd name="connsiteX40" fmla="*/ 2643855 w 5741575"/>
              <a:gd name="connsiteY40" fmla="*/ 374482 h 955271"/>
              <a:gd name="connsiteX41" fmla="*/ 2657726 w 5741575"/>
              <a:gd name="connsiteY41" fmla="*/ 365841 h 955271"/>
              <a:gd name="connsiteX42" fmla="*/ 2687125 w 5741575"/>
              <a:gd name="connsiteY42" fmla="*/ 366820 h 955271"/>
              <a:gd name="connsiteX43" fmla="*/ 2697479 w 5741575"/>
              <a:gd name="connsiteY43" fmla="*/ 361430 h 955271"/>
              <a:gd name="connsiteX44" fmla="*/ 2701547 w 5741575"/>
              <a:gd name="connsiteY44" fmla="*/ 361545 h 955271"/>
              <a:gd name="connsiteX45" fmla="*/ 2711054 w 5741575"/>
              <a:gd name="connsiteY45" fmla="*/ 360597 h 955271"/>
              <a:gd name="connsiteX46" fmla="*/ 2710438 w 5741575"/>
              <a:gd name="connsiteY46" fmla="*/ 366958 h 955271"/>
              <a:gd name="connsiteX47" fmla="*/ 2722936 w 5741575"/>
              <a:gd name="connsiteY47" fmla="*/ 377633 h 955271"/>
              <a:gd name="connsiteX48" fmla="*/ 2777227 w 5741575"/>
              <a:gd name="connsiteY48" fmla="*/ 368972 h 955271"/>
              <a:gd name="connsiteX49" fmla="*/ 2779510 w 5741575"/>
              <a:gd name="connsiteY49" fmla="*/ 361652 h 955271"/>
              <a:gd name="connsiteX50" fmla="*/ 2786278 w 5741575"/>
              <a:gd name="connsiteY50" fmla="*/ 359869 h 955271"/>
              <a:gd name="connsiteX51" fmla="*/ 2792101 w 5741575"/>
              <a:gd name="connsiteY51" fmla="*/ 365927 h 955271"/>
              <a:gd name="connsiteX52" fmla="*/ 2885545 w 5741575"/>
              <a:gd name="connsiteY52" fmla="*/ 372818 h 955271"/>
              <a:gd name="connsiteX53" fmla="*/ 3009558 w 5741575"/>
              <a:gd name="connsiteY53" fmla="*/ 370573 h 955271"/>
              <a:gd name="connsiteX54" fmla="*/ 3095010 w 5741575"/>
              <a:gd name="connsiteY54" fmla="*/ 332454 h 955271"/>
              <a:gd name="connsiteX55" fmla="*/ 3103742 w 5741575"/>
              <a:gd name="connsiteY55" fmla="*/ 337974 h 955271"/>
              <a:gd name="connsiteX56" fmla="*/ 3165093 w 5741575"/>
              <a:gd name="connsiteY56" fmla="*/ 329459 h 955271"/>
              <a:gd name="connsiteX57" fmla="*/ 3373785 w 5741575"/>
              <a:gd name="connsiteY57" fmla="*/ 255680 h 955271"/>
              <a:gd name="connsiteX58" fmla="*/ 3493851 w 5741575"/>
              <a:gd name="connsiteY58" fmla="*/ 240255 h 955271"/>
              <a:gd name="connsiteX59" fmla="*/ 3537470 w 5741575"/>
              <a:gd name="connsiteY59" fmla="*/ 241867 h 955271"/>
              <a:gd name="connsiteX60" fmla="*/ 3610489 w 5741575"/>
              <a:gd name="connsiteY60" fmla="*/ 244128 h 955271"/>
              <a:gd name="connsiteX61" fmla="*/ 3667539 w 5741575"/>
              <a:gd name="connsiteY61" fmla="*/ 263271 h 955271"/>
              <a:gd name="connsiteX62" fmla="*/ 3727614 w 5741575"/>
              <a:gd name="connsiteY62" fmla="*/ 258245 h 955271"/>
              <a:gd name="connsiteX63" fmla="*/ 3738369 w 5741575"/>
              <a:gd name="connsiteY63" fmla="*/ 234506 h 955271"/>
              <a:gd name="connsiteX64" fmla="*/ 3803670 w 5741575"/>
              <a:gd name="connsiteY64" fmla="*/ 236457 h 955271"/>
              <a:gd name="connsiteX65" fmla="*/ 3903080 w 5741575"/>
              <a:gd name="connsiteY65" fmla="*/ 241890 h 955271"/>
              <a:gd name="connsiteX66" fmla="*/ 4114838 w 5741575"/>
              <a:gd name="connsiteY66" fmla="*/ 238165 h 955271"/>
              <a:gd name="connsiteX67" fmla="*/ 4271023 w 5741575"/>
              <a:gd name="connsiteY67" fmla="*/ 241959 h 955271"/>
              <a:gd name="connsiteX68" fmla="*/ 4367397 w 5741575"/>
              <a:gd name="connsiteY68" fmla="*/ 271442 h 955271"/>
              <a:gd name="connsiteX69" fmla="*/ 4495366 w 5741575"/>
              <a:gd name="connsiteY69" fmla="*/ 271618 h 955271"/>
              <a:gd name="connsiteX70" fmla="*/ 4517347 w 5741575"/>
              <a:gd name="connsiteY70" fmla="*/ 275639 h 955271"/>
              <a:gd name="connsiteX71" fmla="*/ 4546116 w 5741575"/>
              <a:gd name="connsiteY71" fmla="*/ 268568 h 955271"/>
              <a:gd name="connsiteX72" fmla="*/ 4661259 w 5741575"/>
              <a:gd name="connsiteY72" fmla="*/ 238966 h 955271"/>
              <a:gd name="connsiteX73" fmla="*/ 4750403 w 5741575"/>
              <a:gd name="connsiteY73" fmla="*/ 204364 h 955271"/>
              <a:gd name="connsiteX74" fmla="*/ 4867614 w 5741575"/>
              <a:gd name="connsiteY74" fmla="*/ 208668 h 955271"/>
              <a:gd name="connsiteX75" fmla="*/ 4937036 w 5741575"/>
              <a:gd name="connsiteY75" fmla="*/ 195446 h 955271"/>
              <a:gd name="connsiteX76" fmla="*/ 5047626 w 5741575"/>
              <a:gd name="connsiteY76" fmla="*/ 149604 h 955271"/>
              <a:gd name="connsiteX77" fmla="*/ 5200247 w 5741575"/>
              <a:gd name="connsiteY77" fmla="*/ 142695 h 955271"/>
              <a:gd name="connsiteX78" fmla="*/ 5235691 w 5741575"/>
              <a:gd name="connsiteY78" fmla="*/ 173330 h 955271"/>
              <a:gd name="connsiteX79" fmla="*/ 5280133 w 5741575"/>
              <a:gd name="connsiteY79" fmla="*/ 189342 h 955271"/>
              <a:gd name="connsiteX80" fmla="*/ 5291963 w 5741575"/>
              <a:gd name="connsiteY80" fmla="*/ 139446 h 955271"/>
              <a:gd name="connsiteX81" fmla="*/ 5418472 w 5741575"/>
              <a:gd name="connsiteY81" fmla="*/ 89163 h 955271"/>
              <a:gd name="connsiteX82" fmla="*/ 5482354 w 5741575"/>
              <a:gd name="connsiteY82" fmla="*/ 69470 h 955271"/>
              <a:gd name="connsiteX83" fmla="*/ 5583280 w 5741575"/>
              <a:gd name="connsiteY83" fmla="*/ 49787 h 955271"/>
              <a:gd name="connsiteX84" fmla="*/ 5613766 w 5741575"/>
              <a:gd name="connsiteY84" fmla="*/ 41855 h 955271"/>
              <a:gd name="connsiteX85" fmla="*/ 5684952 w 5741575"/>
              <a:gd name="connsiteY85" fmla="*/ 26088 h 955271"/>
              <a:gd name="connsiteX86" fmla="*/ 5741575 w 5741575"/>
              <a:gd name="connsiteY86" fmla="*/ 0 h 955271"/>
              <a:gd name="connsiteX0" fmla="*/ 5741575 w 5741575"/>
              <a:gd name="connsiteY0" fmla="*/ 0 h 955271"/>
              <a:gd name="connsiteX1" fmla="*/ 5741575 w 5741575"/>
              <a:gd name="connsiteY1" fmla="*/ 955271 h 955271"/>
              <a:gd name="connsiteX2" fmla="*/ 0 w 5741575"/>
              <a:gd name="connsiteY2" fmla="*/ 955271 h 955271"/>
              <a:gd name="connsiteX3" fmla="*/ 8558 w 5741575"/>
              <a:gd name="connsiteY3" fmla="*/ 953971 h 955271"/>
              <a:gd name="connsiteX4" fmla="*/ 16894 w 5741575"/>
              <a:gd name="connsiteY4" fmla="*/ 953847 h 955271"/>
              <a:gd name="connsiteX5" fmla="*/ 28156 w 5741575"/>
              <a:gd name="connsiteY5" fmla="*/ 951374 h 955271"/>
              <a:gd name="connsiteX6" fmla="*/ 28293 w 5741575"/>
              <a:gd name="connsiteY6" fmla="*/ 950971 h 955271"/>
              <a:gd name="connsiteX7" fmla="*/ 59229 w 5741575"/>
              <a:gd name="connsiteY7" fmla="*/ 903950 h 955271"/>
              <a:gd name="connsiteX8" fmla="*/ 148657 w 5741575"/>
              <a:gd name="connsiteY8" fmla="*/ 898134 h 955271"/>
              <a:gd name="connsiteX9" fmla="*/ 174554 w 5741575"/>
              <a:gd name="connsiteY9" fmla="*/ 886351 h 955271"/>
              <a:gd name="connsiteX10" fmla="*/ 187633 w 5741575"/>
              <a:gd name="connsiteY10" fmla="*/ 878226 h 955271"/>
              <a:gd name="connsiteX11" fmla="*/ 187961 w 5741575"/>
              <a:gd name="connsiteY11" fmla="*/ 876538 h 955271"/>
              <a:gd name="connsiteX12" fmla="*/ 240501 w 5741575"/>
              <a:gd name="connsiteY12" fmla="*/ 873150 h 955271"/>
              <a:gd name="connsiteX13" fmla="*/ 246345 w 5741575"/>
              <a:gd name="connsiteY13" fmla="*/ 869942 h 955271"/>
              <a:gd name="connsiteX14" fmla="*/ 306299 w 5741575"/>
              <a:gd name="connsiteY14" fmla="*/ 873609 h 955271"/>
              <a:gd name="connsiteX15" fmla="*/ 331571 w 5741575"/>
              <a:gd name="connsiteY15" fmla="*/ 869866 h 955271"/>
              <a:gd name="connsiteX16" fmla="*/ 384157 w 5741575"/>
              <a:gd name="connsiteY16" fmla="*/ 867971 h 955271"/>
              <a:gd name="connsiteX17" fmla="*/ 477637 w 5741575"/>
              <a:gd name="connsiteY17" fmla="*/ 870334 h 955271"/>
              <a:gd name="connsiteX18" fmla="*/ 570239 w 5741575"/>
              <a:gd name="connsiteY18" fmla="*/ 829596 h 955271"/>
              <a:gd name="connsiteX19" fmla="*/ 772070 w 5741575"/>
              <a:gd name="connsiteY19" fmla="*/ 820296 h 955271"/>
              <a:gd name="connsiteX20" fmla="*/ 948872 w 5741575"/>
              <a:gd name="connsiteY20" fmla="*/ 772201 h 955271"/>
              <a:gd name="connsiteX21" fmla="*/ 1127089 w 5741575"/>
              <a:gd name="connsiteY21" fmla="*/ 746926 h 955271"/>
              <a:gd name="connsiteX22" fmla="*/ 1226314 w 5741575"/>
              <a:gd name="connsiteY22" fmla="*/ 722473 h 955271"/>
              <a:gd name="connsiteX23" fmla="*/ 1374314 w 5741575"/>
              <a:gd name="connsiteY23" fmla="*/ 688815 h 955271"/>
              <a:gd name="connsiteX24" fmla="*/ 1378034 w 5741575"/>
              <a:gd name="connsiteY24" fmla="*/ 685842 h 955271"/>
              <a:gd name="connsiteX25" fmla="*/ 1395604 w 5741575"/>
              <a:gd name="connsiteY25" fmla="*/ 680460 h 955271"/>
              <a:gd name="connsiteX26" fmla="*/ 1412292 w 5741575"/>
              <a:gd name="connsiteY26" fmla="*/ 670793 h 955271"/>
              <a:gd name="connsiteX27" fmla="*/ 1494753 w 5741575"/>
              <a:gd name="connsiteY27" fmla="*/ 644686 h 955271"/>
              <a:gd name="connsiteX28" fmla="*/ 1616217 w 5741575"/>
              <a:gd name="connsiteY28" fmla="*/ 622107 h 955271"/>
              <a:gd name="connsiteX29" fmla="*/ 1710928 w 5741575"/>
              <a:gd name="connsiteY29" fmla="*/ 600666 h 955271"/>
              <a:gd name="connsiteX30" fmla="*/ 1743718 w 5741575"/>
              <a:gd name="connsiteY30" fmla="*/ 584327 h 955271"/>
              <a:gd name="connsiteX31" fmla="*/ 1873778 w 5741575"/>
              <a:gd name="connsiteY31" fmla="*/ 530130 h 955271"/>
              <a:gd name="connsiteX32" fmla="*/ 1988411 w 5741575"/>
              <a:gd name="connsiteY32" fmla="*/ 491599 h 955271"/>
              <a:gd name="connsiteX33" fmla="*/ 2085507 w 5741575"/>
              <a:gd name="connsiteY33" fmla="*/ 498527 h 955271"/>
              <a:gd name="connsiteX34" fmla="*/ 2090767 w 5741575"/>
              <a:gd name="connsiteY34" fmla="*/ 490616 h 955271"/>
              <a:gd name="connsiteX35" fmla="*/ 2151143 w 5741575"/>
              <a:gd name="connsiteY35" fmla="*/ 478332 h 955271"/>
              <a:gd name="connsiteX36" fmla="*/ 2378710 w 5741575"/>
              <a:gd name="connsiteY36" fmla="*/ 477570 h 955271"/>
              <a:gd name="connsiteX37" fmla="*/ 2496256 w 5741575"/>
              <a:gd name="connsiteY37" fmla="*/ 452396 h 955271"/>
              <a:gd name="connsiteX38" fmla="*/ 2535387 w 5741575"/>
              <a:gd name="connsiteY38" fmla="*/ 436645 h 955271"/>
              <a:gd name="connsiteX39" fmla="*/ 2601109 w 5741575"/>
              <a:gd name="connsiteY39" fmla="*/ 410678 h 955271"/>
              <a:gd name="connsiteX40" fmla="*/ 2643855 w 5741575"/>
              <a:gd name="connsiteY40" fmla="*/ 374482 h 955271"/>
              <a:gd name="connsiteX41" fmla="*/ 2657726 w 5741575"/>
              <a:gd name="connsiteY41" fmla="*/ 365841 h 955271"/>
              <a:gd name="connsiteX42" fmla="*/ 2687125 w 5741575"/>
              <a:gd name="connsiteY42" fmla="*/ 366820 h 955271"/>
              <a:gd name="connsiteX43" fmla="*/ 2697479 w 5741575"/>
              <a:gd name="connsiteY43" fmla="*/ 361430 h 955271"/>
              <a:gd name="connsiteX44" fmla="*/ 2701547 w 5741575"/>
              <a:gd name="connsiteY44" fmla="*/ 361545 h 955271"/>
              <a:gd name="connsiteX45" fmla="*/ 2711054 w 5741575"/>
              <a:gd name="connsiteY45" fmla="*/ 360597 h 955271"/>
              <a:gd name="connsiteX46" fmla="*/ 2710438 w 5741575"/>
              <a:gd name="connsiteY46" fmla="*/ 366958 h 955271"/>
              <a:gd name="connsiteX47" fmla="*/ 2722936 w 5741575"/>
              <a:gd name="connsiteY47" fmla="*/ 377633 h 955271"/>
              <a:gd name="connsiteX48" fmla="*/ 2777227 w 5741575"/>
              <a:gd name="connsiteY48" fmla="*/ 368972 h 955271"/>
              <a:gd name="connsiteX49" fmla="*/ 2779510 w 5741575"/>
              <a:gd name="connsiteY49" fmla="*/ 361652 h 955271"/>
              <a:gd name="connsiteX50" fmla="*/ 2786278 w 5741575"/>
              <a:gd name="connsiteY50" fmla="*/ 359869 h 955271"/>
              <a:gd name="connsiteX51" fmla="*/ 2792101 w 5741575"/>
              <a:gd name="connsiteY51" fmla="*/ 365927 h 955271"/>
              <a:gd name="connsiteX52" fmla="*/ 2885545 w 5741575"/>
              <a:gd name="connsiteY52" fmla="*/ 372818 h 955271"/>
              <a:gd name="connsiteX53" fmla="*/ 3009558 w 5741575"/>
              <a:gd name="connsiteY53" fmla="*/ 370573 h 955271"/>
              <a:gd name="connsiteX54" fmla="*/ 3095010 w 5741575"/>
              <a:gd name="connsiteY54" fmla="*/ 332454 h 955271"/>
              <a:gd name="connsiteX55" fmla="*/ 3103742 w 5741575"/>
              <a:gd name="connsiteY55" fmla="*/ 337974 h 955271"/>
              <a:gd name="connsiteX56" fmla="*/ 3165093 w 5741575"/>
              <a:gd name="connsiteY56" fmla="*/ 329459 h 955271"/>
              <a:gd name="connsiteX57" fmla="*/ 3373785 w 5741575"/>
              <a:gd name="connsiteY57" fmla="*/ 255680 h 955271"/>
              <a:gd name="connsiteX58" fmla="*/ 3493851 w 5741575"/>
              <a:gd name="connsiteY58" fmla="*/ 240255 h 955271"/>
              <a:gd name="connsiteX59" fmla="*/ 3537470 w 5741575"/>
              <a:gd name="connsiteY59" fmla="*/ 241867 h 955271"/>
              <a:gd name="connsiteX60" fmla="*/ 3610489 w 5741575"/>
              <a:gd name="connsiteY60" fmla="*/ 244128 h 955271"/>
              <a:gd name="connsiteX61" fmla="*/ 3667539 w 5741575"/>
              <a:gd name="connsiteY61" fmla="*/ 263271 h 955271"/>
              <a:gd name="connsiteX62" fmla="*/ 3727614 w 5741575"/>
              <a:gd name="connsiteY62" fmla="*/ 258245 h 955271"/>
              <a:gd name="connsiteX63" fmla="*/ 3738369 w 5741575"/>
              <a:gd name="connsiteY63" fmla="*/ 234506 h 955271"/>
              <a:gd name="connsiteX64" fmla="*/ 3803670 w 5741575"/>
              <a:gd name="connsiteY64" fmla="*/ 236457 h 955271"/>
              <a:gd name="connsiteX65" fmla="*/ 3903080 w 5741575"/>
              <a:gd name="connsiteY65" fmla="*/ 241890 h 955271"/>
              <a:gd name="connsiteX66" fmla="*/ 4114838 w 5741575"/>
              <a:gd name="connsiteY66" fmla="*/ 238165 h 955271"/>
              <a:gd name="connsiteX67" fmla="*/ 4271023 w 5741575"/>
              <a:gd name="connsiteY67" fmla="*/ 241959 h 955271"/>
              <a:gd name="connsiteX68" fmla="*/ 4367397 w 5741575"/>
              <a:gd name="connsiteY68" fmla="*/ 271442 h 955271"/>
              <a:gd name="connsiteX69" fmla="*/ 4495366 w 5741575"/>
              <a:gd name="connsiteY69" fmla="*/ 271618 h 955271"/>
              <a:gd name="connsiteX70" fmla="*/ 4517347 w 5741575"/>
              <a:gd name="connsiteY70" fmla="*/ 275639 h 955271"/>
              <a:gd name="connsiteX71" fmla="*/ 4546116 w 5741575"/>
              <a:gd name="connsiteY71" fmla="*/ 268568 h 955271"/>
              <a:gd name="connsiteX72" fmla="*/ 4661259 w 5741575"/>
              <a:gd name="connsiteY72" fmla="*/ 238966 h 955271"/>
              <a:gd name="connsiteX73" fmla="*/ 4750403 w 5741575"/>
              <a:gd name="connsiteY73" fmla="*/ 204364 h 955271"/>
              <a:gd name="connsiteX74" fmla="*/ 4867614 w 5741575"/>
              <a:gd name="connsiteY74" fmla="*/ 208668 h 955271"/>
              <a:gd name="connsiteX75" fmla="*/ 4937036 w 5741575"/>
              <a:gd name="connsiteY75" fmla="*/ 195446 h 955271"/>
              <a:gd name="connsiteX76" fmla="*/ 5047626 w 5741575"/>
              <a:gd name="connsiteY76" fmla="*/ 149604 h 955271"/>
              <a:gd name="connsiteX77" fmla="*/ 5200247 w 5741575"/>
              <a:gd name="connsiteY77" fmla="*/ 142695 h 955271"/>
              <a:gd name="connsiteX78" fmla="*/ 5235691 w 5741575"/>
              <a:gd name="connsiteY78" fmla="*/ 173330 h 955271"/>
              <a:gd name="connsiteX79" fmla="*/ 5280133 w 5741575"/>
              <a:gd name="connsiteY79" fmla="*/ 189342 h 955271"/>
              <a:gd name="connsiteX80" fmla="*/ 5291963 w 5741575"/>
              <a:gd name="connsiteY80" fmla="*/ 139446 h 955271"/>
              <a:gd name="connsiteX81" fmla="*/ 5418472 w 5741575"/>
              <a:gd name="connsiteY81" fmla="*/ 89163 h 955271"/>
              <a:gd name="connsiteX82" fmla="*/ 5482354 w 5741575"/>
              <a:gd name="connsiteY82" fmla="*/ 69470 h 955271"/>
              <a:gd name="connsiteX83" fmla="*/ 5583280 w 5741575"/>
              <a:gd name="connsiteY83" fmla="*/ 49787 h 955271"/>
              <a:gd name="connsiteX84" fmla="*/ 5613766 w 5741575"/>
              <a:gd name="connsiteY84" fmla="*/ 41855 h 955271"/>
              <a:gd name="connsiteX85" fmla="*/ 5684952 w 5741575"/>
              <a:gd name="connsiteY85" fmla="*/ 26088 h 955271"/>
              <a:gd name="connsiteX86" fmla="*/ 5741575 w 5741575"/>
              <a:gd name="connsiteY86" fmla="*/ 0 h 955271"/>
              <a:gd name="connsiteX0" fmla="*/ 5741575 w 5741575"/>
              <a:gd name="connsiteY0" fmla="*/ 0 h 955271"/>
              <a:gd name="connsiteX1" fmla="*/ 5741575 w 5741575"/>
              <a:gd name="connsiteY1" fmla="*/ 955271 h 955271"/>
              <a:gd name="connsiteX2" fmla="*/ 0 w 5741575"/>
              <a:gd name="connsiteY2" fmla="*/ 955271 h 955271"/>
              <a:gd name="connsiteX3" fmla="*/ 8558 w 5741575"/>
              <a:gd name="connsiteY3" fmla="*/ 953971 h 955271"/>
              <a:gd name="connsiteX4" fmla="*/ 16894 w 5741575"/>
              <a:gd name="connsiteY4" fmla="*/ 953847 h 955271"/>
              <a:gd name="connsiteX5" fmla="*/ 28156 w 5741575"/>
              <a:gd name="connsiteY5" fmla="*/ 951374 h 955271"/>
              <a:gd name="connsiteX6" fmla="*/ 28293 w 5741575"/>
              <a:gd name="connsiteY6" fmla="*/ 950971 h 955271"/>
              <a:gd name="connsiteX7" fmla="*/ 59229 w 5741575"/>
              <a:gd name="connsiteY7" fmla="*/ 903950 h 955271"/>
              <a:gd name="connsiteX8" fmla="*/ 148657 w 5741575"/>
              <a:gd name="connsiteY8" fmla="*/ 898134 h 955271"/>
              <a:gd name="connsiteX9" fmla="*/ 174554 w 5741575"/>
              <a:gd name="connsiteY9" fmla="*/ 886351 h 955271"/>
              <a:gd name="connsiteX10" fmla="*/ 187633 w 5741575"/>
              <a:gd name="connsiteY10" fmla="*/ 878226 h 955271"/>
              <a:gd name="connsiteX11" fmla="*/ 187961 w 5741575"/>
              <a:gd name="connsiteY11" fmla="*/ 876538 h 955271"/>
              <a:gd name="connsiteX12" fmla="*/ 240501 w 5741575"/>
              <a:gd name="connsiteY12" fmla="*/ 873150 h 955271"/>
              <a:gd name="connsiteX13" fmla="*/ 246345 w 5741575"/>
              <a:gd name="connsiteY13" fmla="*/ 869942 h 955271"/>
              <a:gd name="connsiteX14" fmla="*/ 306299 w 5741575"/>
              <a:gd name="connsiteY14" fmla="*/ 873609 h 955271"/>
              <a:gd name="connsiteX15" fmla="*/ 331571 w 5741575"/>
              <a:gd name="connsiteY15" fmla="*/ 869866 h 955271"/>
              <a:gd name="connsiteX16" fmla="*/ 384157 w 5741575"/>
              <a:gd name="connsiteY16" fmla="*/ 867971 h 955271"/>
              <a:gd name="connsiteX17" fmla="*/ 477637 w 5741575"/>
              <a:gd name="connsiteY17" fmla="*/ 870334 h 955271"/>
              <a:gd name="connsiteX18" fmla="*/ 570239 w 5741575"/>
              <a:gd name="connsiteY18" fmla="*/ 829596 h 955271"/>
              <a:gd name="connsiteX19" fmla="*/ 772070 w 5741575"/>
              <a:gd name="connsiteY19" fmla="*/ 820296 h 955271"/>
              <a:gd name="connsiteX20" fmla="*/ 948872 w 5741575"/>
              <a:gd name="connsiteY20" fmla="*/ 772201 h 955271"/>
              <a:gd name="connsiteX21" fmla="*/ 1127089 w 5741575"/>
              <a:gd name="connsiteY21" fmla="*/ 746926 h 955271"/>
              <a:gd name="connsiteX22" fmla="*/ 1226314 w 5741575"/>
              <a:gd name="connsiteY22" fmla="*/ 722473 h 955271"/>
              <a:gd name="connsiteX23" fmla="*/ 1374314 w 5741575"/>
              <a:gd name="connsiteY23" fmla="*/ 688815 h 955271"/>
              <a:gd name="connsiteX24" fmla="*/ 1378034 w 5741575"/>
              <a:gd name="connsiteY24" fmla="*/ 685842 h 955271"/>
              <a:gd name="connsiteX25" fmla="*/ 1435833 w 5741575"/>
              <a:gd name="connsiteY25" fmla="*/ 857427 h 955271"/>
              <a:gd name="connsiteX26" fmla="*/ 1412292 w 5741575"/>
              <a:gd name="connsiteY26" fmla="*/ 670793 h 955271"/>
              <a:gd name="connsiteX27" fmla="*/ 1494753 w 5741575"/>
              <a:gd name="connsiteY27" fmla="*/ 644686 h 955271"/>
              <a:gd name="connsiteX28" fmla="*/ 1616217 w 5741575"/>
              <a:gd name="connsiteY28" fmla="*/ 622107 h 955271"/>
              <a:gd name="connsiteX29" fmla="*/ 1710928 w 5741575"/>
              <a:gd name="connsiteY29" fmla="*/ 600666 h 955271"/>
              <a:gd name="connsiteX30" fmla="*/ 1743718 w 5741575"/>
              <a:gd name="connsiteY30" fmla="*/ 584327 h 955271"/>
              <a:gd name="connsiteX31" fmla="*/ 1873778 w 5741575"/>
              <a:gd name="connsiteY31" fmla="*/ 530130 h 955271"/>
              <a:gd name="connsiteX32" fmla="*/ 1988411 w 5741575"/>
              <a:gd name="connsiteY32" fmla="*/ 491599 h 955271"/>
              <a:gd name="connsiteX33" fmla="*/ 2085507 w 5741575"/>
              <a:gd name="connsiteY33" fmla="*/ 498527 h 955271"/>
              <a:gd name="connsiteX34" fmla="*/ 2090767 w 5741575"/>
              <a:gd name="connsiteY34" fmla="*/ 490616 h 955271"/>
              <a:gd name="connsiteX35" fmla="*/ 2151143 w 5741575"/>
              <a:gd name="connsiteY35" fmla="*/ 478332 h 955271"/>
              <a:gd name="connsiteX36" fmla="*/ 2378710 w 5741575"/>
              <a:gd name="connsiteY36" fmla="*/ 477570 h 955271"/>
              <a:gd name="connsiteX37" fmla="*/ 2496256 w 5741575"/>
              <a:gd name="connsiteY37" fmla="*/ 452396 h 955271"/>
              <a:gd name="connsiteX38" fmla="*/ 2535387 w 5741575"/>
              <a:gd name="connsiteY38" fmla="*/ 436645 h 955271"/>
              <a:gd name="connsiteX39" fmla="*/ 2601109 w 5741575"/>
              <a:gd name="connsiteY39" fmla="*/ 410678 h 955271"/>
              <a:gd name="connsiteX40" fmla="*/ 2643855 w 5741575"/>
              <a:gd name="connsiteY40" fmla="*/ 374482 h 955271"/>
              <a:gd name="connsiteX41" fmla="*/ 2657726 w 5741575"/>
              <a:gd name="connsiteY41" fmla="*/ 365841 h 955271"/>
              <a:gd name="connsiteX42" fmla="*/ 2687125 w 5741575"/>
              <a:gd name="connsiteY42" fmla="*/ 366820 h 955271"/>
              <a:gd name="connsiteX43" fmla="*/ 2697479 w 5741575"/>
              <a:gd name="connsiteY43" fmla="*/ 361430 h 955271"/>
              <a:gd name="connsiteX44" fmla="*/ 2701547 w 5741575"/>
              <a:gd name="connsiteY44" fmla="*/ 361545 h 955271"/>
              <a:gd name="connsiteX45" fmla="*/ 2711054 w 5741575"/>
              <a:gd name="connsiteY45" fmla="*/ 360597 h 955271"/>
              <a:gd name="connsiteX46" fmla="*/ 2710438 w 5741575"/>
              <a:gd name="connsiteY46" fmla="*/ 366958 h 955271"/>
              <a:gd name="connsiteX47" fmla="*/ 2722936 w 5741575"/>
              <a:gd name="connsiteY47" fmla="*/ 377633 h 955271"/>
              <a:gd name="connsiteX48" fmla="*/ 2777227 w 5741575"/>
              <a:gd name="connsiteY48" fmla="*/ 368972 h 955271"/>
              <a:gd name="connsiteX49" fmla="*/ 2779510 w 5741575"/>
              <a:gd name="connsiteY49" fmla="*/ 361652 h 955271"/>
              <a:gd name="connsiteX50" fmla="*/ 2786278 w 5741575"/>
              <a:gd name="connsiteY50" fmla="*/ 359869 h 955271"/>
              <a:gd name="connsiteX51" fmla="*/ 2792101 w 5741575"/>
              <a:gd name="connsiteY51" fmla="*/ 365927 h 955271"/>
              <a:gd name="connsiteX52" fmla="*/ 2885545 w 5741575"/>
              <a:gd name="connsiteY52" fmla="*/ 372818 h 955271"/>
              <a:gd name="connsiteX53" fmla="*/ 3009558 w 5741575"/>
              <a:gd name="connsiteY53" fmla="*/ 370573 h 955271"/>
              <a:gd name="connsiteX54" fmla="*/ 3095010 w 5741575"/>
              <a:gd name="connsiteY54" fmla="*/ 332454 h 955271"/>
              <a:gd name="connsiteX55" fmla="*/ 3103742 w 5741575"/>
              <a:gd name="connsiteY55" fmla="*/ 337974 h 955271"/>
              <a:gd name="connsiteX56" fmla="*/ 3165093 w 5741575"/>
              <a:gd name="connsiteY56" fmla="*/ 329459 h 955271"/>
              <a:gd name="connsiteX57" fmla="*/ 3373785 w 5741575"/>
              <a:gd name="connsiteY57" fmla="*/ 255680 h 955271"/>
              <a:gd name="connsiteX58" fmla="*/ 3493851 w 5741575"/>
              <a:gd name="connsiteY58" fmla="*/ 240255 h 955271"/>
              <a:gd name="connsiteX59" fmla="*/ 3537470 w 5741575"/>
              <a:gd name="connsiteY59" fmla="*/ 241867 h 955271"/>
              <a:gd name="connsiteX60" fmla="*/ 3610489 w 5741575"/>
              <a:gd name="connsiteY60" fmla="*/ 244128 h 955271"/>
              <a:gd name="connsiteX61" fmla="*/ 3667539 w 5741575"/>
              <a:gd name="connsiteY61" fmla="*/ 263271 h 955271"/>
              <a:gd name="connsiteX62" fmla="*/ 3727614 w 5741575"/>
              <a:gd name="connsiteY62" fmla="*/ 258245 h 955271"/>
              <a:gd name="connsiteX63" fmla="*/ 3738369 w 5741575"/>
              <a:gd name="connsiteY63" fmla="*/ 234506 h 955271"/>
              <a:gd name="connsiteX64" fmla="*/ 3803670 w 5741575"/>
              <a:gd name="connsiteY64" fmla="*/ 236457 h 955271"/>
              <a:gd name="connsiteX65" fmla="*/ 3903080 w 5741575"/>
              <a:gd name="connsiteY65" fmla="*/ 241890 h 955271"/>
              <a:gd name="connsiteX66" fmla="*/ 4114838 w 5741575"/>
              <a:gd name="connsiteY66" fmla="*/ 238165 h 955271"/>
              <a:gd name="connsiteX67" fmla="*/ 4271023 w 5741575"/>
              <a:gd name="connsiteY67" fmla="*/ 241959 h 955271"/>
              <a:gd name="connsiteX68" fmla="*/ 4367397 w 5741575"/>
              <a:gd name="connsiteY68" fmla="*/ 271442 h 955271"/>
              <a:gd name="connsiteX69" fmla="*/ 4495366 w 5741575"/>
              <a:gd name="connsiteY69" fmla="*/ 271618 h 955271"/>
              <a:gd name="connsiteX70" fmla="*/ 4517347 w 5741575"/>
              <a:gd name="connsiteY70" fmla="*/ 275639 h 955271"/>
              <a:gd name="connsiteX71" fmla="*/ 4546116 w 5741575"/>
              <a:gd name="connsiteY71" fmla="*/ 268568 h 955271"/>
              <a:gd name="connsiteX72" fmla="*/ 4661259 w 5741575"/>
              <a:gd name="connsiteY72" fmla="*/ 238966 h 955271"/>
              <a:gd name="connsiteX73" fmla="*/ 4750403 w 5741575"/>
              <a:gd name="connsiteY73" fmla="*/ 204364 h 955271"/>
              <a:gd name="connsiteX74" fmla="*/ 4867614 w 5741575"/>
              <a:gd name="connsiteY74" fmla="*/ 208668 h 955271"/>
              <a:gd name="connsiteX75" fmla="*/ 4937036 w 5741575"/>
              <a:gd name="connsiteY75" fmla="*/ 195446 h 955271"/>
              <a:gd name="connsiteX76" fmla="*/ 5047626 w 5741575"/>
              <a:gd name="connsiteY76" fmla="*/ 149604 h 955271"/>
              <a:gd name="connsiteX77" fmla="*/ 5200247 w 5741575"/>
              <a:gd name="connsiteY77" fmla="*/ 142695 h 955271"/>
              <a:gd name="connsiteX78" fmla="*/ 5235691 w 5741575"/>
              <a:gd name="connsiteY78" fmla="*/ 173330 h 955271"/>
              <a:gd name="connsiteX79" fmla="*/ 5280133 w 5741575"/>
              <a:gd name="connsiteY79" fmla="*/ 189342 h 955271"/>
              <a:gd name="connsiteX80" fmla="*/ 5291963 w 5741575"/>
              <a:gd name="connsiteY80" fmla="*/ 139446 h 955271"/>
              <a:gd name="connsiteX81" fmla="*/ 5418472 w 5741575"/>
              <a:gd name="connsiteY81" fmla="*/ 89163 h 955271"/>
              <a:gd name="connsiteX82" fmla="*/ 5482354 w 5741575"/>
              <a:gd name="connsiteY82" fmla="*/ 69470 h 955271"/>
              <a:gd name="connsiteX83" fmla="*/ 5583280 w 5741575"/>
              <a:gd name="connsiteY83" fmla="*/ 49787 h 955271"/>
              <a:gd name="connsiteX84" fmla="*/ 5613766 w 5741575"/>
              <a:gd name="connsiteY84" fmla="*/ 41855 h 955271"/>
              <a:gd name="connsiteX85" fmla="*/ 5684952 w 5741575"/>
              <a:gd name="connsiteY85" fmla="*/ 26088 h 955271"/>
              <a:gd name="connsiteX86" fmla="*/ 5741575 w 5741575"/>
              <a:gd name="connsiteY86" fmla="*/ 0 h 955271"/>
              <a:gd name="connsiteX0" fmla="*/ 5741575 w 5741575"/>
              <a:gd name="connsiteY0" fmla="*/ 0 h 955271"/>
              <a:gd name="connsiteX1" fmla="*/ 5741575 w 5741575"/>
              <a:gd name="connsiteY1" fmla="*/ 955271 h 955271"/>
              <a:gd name="connsiteX2" fmla="*/ 0 w 5741575"/>
              <a:gd name="connsiteY2" fmla="*/ 955271 h 955271"/>
              <a:gd name="connsiteX3" fmla="*/ 8558 w 5741575"/>
              <a:gd name="connsiteY3" fmla="*/ 953971 h 955271"/>
              <a:gd name="connsiteX4" fmla="*/ 16894 w 5741575"/>
              <a:gd name="connsiteY4" fmla="*/ 953847 h 955271"/>
              <a:gd name="connsiteX5" fmla="*/ 28156 w 5741575"/>
              <a:gd name="connsiteY5" fmla="*/ 951374 h 955271"/>
              <a:gd name="connsiteX6" fmla="*/ 28293 w 5741575"/>
              <a:gd name="connsiteY6" fmla="*/ 950971 h 955271"/>
              <a:gd name="connsiteX7" fmla="*/ 59229 w 5741575"/>
              <a:gd name="connsiteY7" fmla="*/ 903950 h 955271"/>
              <a:gd name="connsiteX8" fmla="*/ 148657 w 5741575"/>
              <a:gd name="connsiteY8" fmla="*/ 898134 h 955271"/>
              <a:gd name="connsiteX9" fmla="*/ 174554 w 5741575"/>
              <a:gd name="connsiteY9" fmla="*/ 886351 h 955271"/>
              <a:gd name="connsiteX10" fmla="*/ 187633 w 5741575"/>
              <a:gd name="connsiteY10" fmla="*/ 878226 h 955271"/>
              <a:gd name="connsiteX11" fmla="*/ 187961 w 5741575"/>
              <a:gd name="connsiteY11" fmla="*/ 876538 h 955271"/>
              <a:gd name="connsiteX12" fmla="*/ 240501 w 5741575"/>
              <a:gd name="connsiteY12" fmla="*/ 873150 h 955271"/>
              <a:gd name="connsiteX13" fmla="*/ 246345 w 5741575"/>
              <a:gd name="connsiteY13" fmla="*/ 869942 h 955271"/>
              <a:gd name="connsiteX14" fmla="*/ 306299 w 5741575"/>
              <a:gd name="connsiteY14" fmla="*/ 873609 h 955271"/>
              <a:gd name="connsiteX15" fmla="*/ 331571 w 5741575"/>
              <a:gd name="connsiteY15" fmla="*/ 869866 h 955271"/>
              <a:gd name="connsiteX16" fmla="*/ 384157 w 5741575"/>
              <a:gd name="connsiteY16" fmla="*/ 867971 h 955271"/>
              <a:gd name="connsiteX17" fmla="*/ 477637 w 5741575"/>
              <a:gd name="connsiteY17" fmla="*/ 870334 h 955271"/>
              <a:gd name="connsiteX18" fmla="*/ 570239 w 5741575"/>
              <a:gd name="connsiteY18" fmla="*/ 829596 h 955271"/>
              <a:gd name="connsiteX19" fmla="*/ 772070 w 5741575"/>
              <a:gd name="connsiteY19" fmla="*/ 820296 h 955271"/>
              <a:gd name="connsiteX20" fmla="*/ 948872 w 5741575"/>
              <a:gd name="connsiteY20" fmla="*/ 772201 h 955271"/>
              <a:gd name="connsiteX21" fmla="*/ 1127089 w 5741575"/>
              <a:gd name="connsiteY21" fmla="*/ 746926 h 955271"/>
              <a:gd name="connsiteX22" fmla="*/ 1226314 w 5741575"/>
              <a:gd name="connsiteY22" fmla="*/ 722473 h 955271"/>
              <a:gd name="connsiteX23" fmla="*/ 1374314 w 5741575"/>
              <a:gd name="connsiteY23" fmla="*/ 688815 h 955271"/>
              <a:gd name="connsiteX24" fmla="*/ 1342834 w 5741575"/>
              <a:gd name="connsiteY24" fmla="*/ 753906 h 955271"/>
              <a:gd name="connsiteX25" fmla="*/ 1435833 w 5741575"/>
              <a:gd name="connsiteY25" fmla="*/ 857427 h 955271"/>
              <a:gd name="connsiteX26" fmla="*/ 1412292 w 5741575"/>
              <a:gd name="connsiteY26" fmla="*/ 670793 h 955271"/>
              <a:gd name="connsiteX27" fmla="*/ 1494753 w 5741575"/>
              <a:gd name="connsiteY27" fmla="*/ 644686 h 955271"/>
              <a:gd name="connsiteX28" fmla="*/ 1616217 w 5741575"/>
              <a:gd name="connsiteY28" fmla="*/ 622107 h 955271"/>
              <a:gd name="connsiteX29" fmla="*/ 1710928 w 5741575"/>
              <a:gd name="connsiteY29" fmla="*/ 600666 h 955271"/>
              <a:gd name="connsiteX30" fmla="*/ 1743718 w 5741575"/>
              <a:gd name="connsiteY30" fmla="*/ 584327 h 955271"/>
              <a:gd name="connsiteX31" fmla="*/ 1873778 w 5741575"/>
              <a:gd name="connsiteY31" fmla="*/ 530130 h 955271"/>
              <a:gd name="connsiteX32" fmla="*/ 1988411 w 5741575"/>
              <a:gd name="connsiteY32" fmla="*/ 491599 h 955271"/>
              <a:gd name="connsiteX33" fmla="*/ 2085507 w 5741575"/>
              <a:gd name="connsiteY33" fmla="*/ 498527 h 955271"/>
              <a:gd name="connsiteX34" fmla="*/ 2090767 w 5741575"/>
              <a:gd name="connsiteY34" fmla="*/ 490616 h 955271"/>
              <a:gd name="connsiteX35" fmla="*/ 2151143 w 5741575"/>
              <a:gd name="connsiteY35" fmla="*/ 478332 h 955271"/>
              <a:gd name="connsiteX36" fmla="*/ 2378710 w 5741575"/>
              <a:gd name="connsiteY36" fmla="*/ 477570 h 955271"/>
              <a:gd name="connsiteX37" fmla="*/ 2496256 w 5741575"/>
              <a:gd name="connsiteY37" fmla="*/ 452396 h 955271"/>
              <a:gd name="connsiteX38" fmla="*/ 2535387 w 5741575"/>
              <a:gd name="connsiteY38" fmla="*/ 436645 h 955271"/>
              <a:gd name="connsiteX39" fmla="*/ 2601109 w 5741575"/>
              <a:gd name="connsiteY39" fmla="*/ 410678 h 955271"/>
              <a:gd name="connsiteX40" fmla="*/ 2643855 w 5741575"/>
              <a:gd name="connsiteY40" fmla="*/ 374482 h 955271"/>
              <a:gd name="connsiteX41" fmla="*/ 2657726 w 5741575"/>
              <a:gd name="connsiteY41" fmla="*/ 365841 h 955271"/>
              <a:gd name="connsiteX42" fmla="*/ 2687125 w 5741575"/>
              <a:gd name="connsiteY42" fmla="*/ 366820 h 955271"/>
              <a:gd name="connsiteX43" fmla="*/ 2697479 w 5741575"/>
              <a:gd name="connsiteY43" fmla="*/ 361430 h 955271"/>
              <a:gd name="connsiteX44" fmla="*/ 2701547 w 5741575"/>
              <a:gd name="connsiteY44" fmla="*/ 361545 h 955271"/>
              <a:gd name="connsiteX45" fmla="*/ 2711054 w 5741575"/>
              <a:gd name="connsiteY45" fmla="*/ 360597 h 955271"/>
              <a:gd name="connsiteX46" fmla="*/ 2710438 w 5741575"/>
              <a:gd name="connsiteY46" fmla="*/ 366958 h 955271"/>
              <a:gd name="connsiteX47" fmla="*/ 2722936 w 5741575"/>
              <a:gd name="connsiteY47" fmla="*/ 377633 h 955271"/>
              <a:gd name="connsiteX48" fmla="*/ 2777227 w 5741575"/>
              <a:gd name="connsiteY48" fmla="*/ 368972 h 955271"/>
              <a:gd name="connsiteX49" fmla="*/ 2779510 w 5741575"/>
              <a:gd name="connsiteY49" fmla="*/ 361652 h 955271"/>
              <a:gd name="connsiteX50" fmla="*/ 2786278 w 5741575"/>
              <a:gd name="connsiteY50" fmla="*/ 359869 h 955271"/>
              <a:gd name="connsiteX51" fmla="*/ 2792101 w 5741575"/>
              <a:gd name="connsiteY51" fmla="*/ 365927 h 955271"/>
              <a:gd name="connsiteX52" fmla="*/ 2885545 w 5741575"/>
              <a:gd name="connsiteY52" fmla="*/ 372818 h 955271"/>
              <a:gd name="connsiteX53" fmla="*/ 3009558 w 5741575"/>
              <a:gd name="connsiteY53" fmla="*/ 370573 h 955271"/>
              <a:gd name="connsiteX54" fmla="*/ 3095010 w 5741575"/>
              <a:gd name="connsiteY54" fmla="*/ 332454 h 955271"/>
              <a:gd name="connsiteX55" fmla="*/ 3103742 w 5741575"/>
              <a:gd name="connsiteY55" fmla="*/ 337974 h 955271"/>
              <a:gd name="connsiteX56" fmla="*/ 3165093 w 5741575"/>
              <a:gd name="connsiteY56" fmla="*/ 329459 h 955271"/>
              <a:gd name="connsiteX57" fmla="*/ 3373785 w 5741575"/>
              <a:gd name="connsiteY57" fmla="*/ 255680 h 955271"/>
              <a:gd name="connsiteX58" fmla="*/ 3493851 w 5741575"/>
              <a:gd name="connsiteY58" fmla="*/ 240255 h 955271"/>
              <a:gd name="connsiteX59" fmla="*/ 3537470 w 5741575"/>
              <a:gd name="connsiteY59" fmla="*/ 241867 h 955271"/>
              <a:gd name="connsiteX60" fmla="*/ 3610489 w 5741575"/>
              <a:gd name="connsiteY60" fmla="*/ 244128 h 955271"/>
              <a:gd name="connsiteX61" fmla="*/ 3667539 w 5741575"/>
              <a:gd name="connsiteY61" fmla="*/ 263271 h 955271"/>
              <a:gd name="connsiteX62" fmla="*/ 3727614 w 5741575"/>
              <a:gd name="connsiteY62" fmla="*/ 258245 h 955271"/>
              <a:gd name="connsiteX63" fmla="*/ 3738369 w 5741575"/>
              <a:gd name="connsiteY63" fmla="*/ 234506 h 955271"/>
              <a:gd name="connsiteX64" fmla="*/ 3803670 w 5741575"/>
              <a:gd name="connsiteY64" fmla="*/ 236457 h 955271"/>
              <a:gd name="connsiteX65" fmla="*/ 3903080 w 5741575"/>
              <a:gd name="connsiteY65" fmla="*/ 241890 h 955271"/>
              <a:gd name="connsiteX66" fmla="*/ 4114838 w 5741575"/>
              <a:gd name="connsiteY66" fmla="*/ 238165 h 955271"/>
              <a:gd name="connsiteX67" fmla="*/ 4271023 w 5741575"/>
              <a:gd name="connsiteY67" fmla="*/ 241959 h 955271"/>
              <a:gd name="connsiteX68" fmla="*/ 4367397 w 5741575"/>
              <a:gd name="connsiteY68" fmla="*/ 271442 h 955271"/>
              <a:gd name="connsiteX69" fmla="*/ 4495366 w 5741575"/>
              <a:gd name="connsiteY69" fmla="*/ 271618 h 955271"/>
              <a:gd name="connsiteX70" fmla="*/ 4517347 w 5741575"/>
              <a:gd name="connsiteY70" fmla="*/ 275639 h 955271"/>
              <a:gd name="connsiteX71" fmla="*/ 4546116 w 5741575"/>
              <a:gd name="connsiteY71" fmla="*/ 268568 h 955271"/>
              <a:gd name="connsiteX72" fmla="*/ 4661259 w 5741575"/>
              <a:gd name="connsiteY72" fmla="*/ 238966 h 955271"/>
              <a:gd name="connsiteX73" fmla="*/ 4750403 w 5741575"/>
              <a:gd name="connsiteY73" fmla="*/ 204364 h 955271"/>
              <a:gd name="connsiteX74" fmla="*/ 4867614 w 5741575"/>
              <a:gd name="connsiteY74" fmla="*/ 208668 h 955271"/>
              <a:gd name="connsiteX75" fmla="*/ 4937036 w 5741575"/>
              <a:gd name="connsiteY75" fmla="*/ 195446 h 955271"/>
              <a:gd name="connsiteX76" fmla="*/ 5047626 w 5741575"/>
              <a:gd name="connsiteY76" fmla="*/ 149604 h 955271"/>
              <a:gd name="connsiteX77" fmla="*/ 5200247 w 5741575"/>
              <a:gd name="connsiteY77" fmla="*/ 142695 h 955271"/>
              <a:gd name="connsiteX78" fmla="*/ 5235691 w 5741575"/>
              <a:gd name="connsiteY78" fmla="*/ 173330 h 955271"/>
              <a:gd name="connsiteX79" fmla="*/ 5280133 w 5741575"/>
              <a:gd name="connsiteY79" fmla="*/ 189342 h 955271"/>
              <a:gd name="connsiteX80" fmla="*/ 5291963 w 5741575"/>
              <a:gd name="connsiteY80" fmla="*/ 139446 h 955271"/>
              <a:gd name="connsiteX81" fmla="*/ 5418472 w 5741575"/>
              <a:gd name="connsiteY81" fmla="*/ 89163 h 955271"/>
              <a:gd name="connsiteX82" fmla="*/ 5482354 w 5741575"/>
              <a:gd name="connsiteY82" fmla="*/ 69470 h 955271"/>
              <a:gd name="connsiteX83" fmla="*/ 5583280 w 5741575"/>
              <a:gd name="connsiteY83" fmla="*/ 49787 h 955271"/>
              <a:gd name="connsiteX84" fmla="*/ 5613766 w 5741575"/>
              <a:gd name="connsiteY84" fmla="*/ 41855 h 955271"/>
              <a:gd name="connsiteX85" fmla="*/ 5684952 w 5741575"/>
              <a:gd name="connsiteY85" fmla="*/ 26088 h 955271"/>
              <a:gd name="connsiteX86" fmla="*/ 5741575 w 5741575"/>
              <a:gd name="connsiteY86" fmla="*/ 0 h 955271"/>
              <a:gd name="connsiteX0" fmla="*/ 5741575 w 5741575"/>
              <a:gd name="connsiteY0" fmla="*/ 0 h 955271"/>
              <a:gd name="connsiteX1" fmla="*/ 5741575 w 5741575"/>
              <a:gd name="connsiteY1" fmla="*/ 955271 h 955271"/>
              <a:gd name="connsiteX2" fmla="*/ 0 w 5741575"/>
              <a:gd name="connsiteY2" fmla="*/ 955271 h 955271"/>
              <a:gd name="connsiteX3" fmla="*/ 8558 w 5741575"/>
              <a:gd name="connsiteY3" fmla="*/ 953971 h 955271"/>
              <a:gd name="connsiteX4" fmla="*/ 16894 w 5741575"/>
              <a:gd name="connsiteY4" fmla="*/ 953847 h 955271"/>
              <a:gd name="connsiteX5" fmla="*/ 28156 w 5741575"/>
              <a:gd name="connsiteY5" fmla="*/ 951374 h 955271"/>
              <a:gd name="connsiteX6" fmla="*/ 28293 w 5741575"/>
              <a:gd name="connsiteY6" fmla="*/ 950971 h 955271"/>
              <a:gd name="connsiteX7" fmla="*/ 59229 w 5741575"/>
              <a:gd name="connsiteY7" fmla="*/ 903950 h 955271"/>
              <a:gd name="connsiteX8" fmla="*/ 148657 w 5741575"/>
              <a:gd name="connsiteY8" fmla="*/ 898134 h 955271"/>
              <a:gd name="connsiteX9" fmla="*/ 174554 w 5741575"/>
              <a:gd name="connsiteY9" fmla="*/ 886351 h 955271"/>
              <a:gd name="connsiteX10" fmla="*/ 187633 w 5741575"/>
              <a:gd name="connsiteY10" fmla="*/ 878226 h 955271"/>
              <a:gd name="connsiteX11" fmla="*/ 187961 w 5741575"/>
              <a:gd name="connsiteY11" fmla="*/ 876538 h 955271"/>
              <a:gd name="connsiteX12" fmla="*/ 240501 w 5741575"/>
              <a:gd name="connsiteY12" fmla="*/ 873150 h 955271"/>
              <a:gd name="connsiteX13" fmla="*/ 246345 w 5741575"/>
              <a:gd name="connsiteY13" fmla="*/ 869942 h 955271"/>
              <a:gd name="connsiteX14" fmla="*/ 306299 w 5741575"/>
              <a:gd name="connsiteY14" fmla="*/ 873609 h 955271"/>
              <a:gd name="connsiteX15" fmla="*/ 331571 w 5741575"/>
              <a:gd name="connsiteY15" fmla="*/ 869866 h 955271"/>
              <a:gd name="connsiteX16" fmla="*/ 384157 w 5741575"/>
              <a:gd name="connsiteY16" fmla="*/ 867971 h 955271"/>
              <a:gd name="connsiteX17" fmla="*/ 477637 w 5741575"/>
              <a:gd name="connsiteY17" fmla="*/ 870334 h 955271"/>
              <a:gd name="connsiteX18" fmla="*/ 570239 w 5741575"/>
              <a:gd name="connsiteY18" fmla="*/ 829596 h 955271"/>
              <a:gd name="connsiteX19" fmla="*/ 772070 w 5741575"/>
              <a:gd name="connsiteY19" fmla="*/ 820296 h 955271"/>
              <a:gd name="connsiteX20" fmla="*/ 948872 w 5741575"/>
              <a:gd name="connsiteY20" fmla="*/ 772201 h 955271"/>
              <a:gd name="connsiteX21" fmla="*/ 1127089 w 5741575"/>
              <a:gd name="connsiteY21" fmla="*/ 746926 h 955271"/>
              <a:gd name="connsiteX22" fmla="*/ 1226314 w 5741575"/>
              <a:gd name="connsiteY22" fmla="*/ 722473 h 955271"/>
              <a:gd name="connsiteX23" fmla="*/ 1278773 w 5741575"/>
              <a:gd name="connsiteY23" fmla="*/ 711503 h 955271"/>
              <a:gd name="connsiteX24" fmla="*/ 1342834 w 5741575"/>
              <a:gd name="connsiteY24" fmla="*/ 753906 h 955271"/>
              <a:gd name="connsiteX25" fmla="*/ 1435833 w 5741575"/>
              <a:gd name="connsiteY25" fmla="*/ 857427 h 955271"/>
              <a:gd name="connsiteX26" fmla="*/ 1412292 w 5741575"/>
              <a:gd name="connsiteY26" fmla="*/ 670793 h 955271"/>
              <a:gd name="connsiteX27" fmla="*/ 1494753 w 5741575"/>
              <a:gd name="connsiteY27" fmla="*/ 644686 h 955271"/>
              <a:gd name="connsiteX28" fmla="*/ 1616217 w 5741575"/>
              <a:gd name="connsiteY28" fmla="*/ 622107 h 955271"/>
              <a:gd name="connsiteX29" fmla="*/ 1710928 w 5741575"/>
              <a:gd name="connsiteY29" fmla="*/ 600666 h 955271"/>
              <a:gd name="connsiteX30" fmla="*/ 1743718 w 5741575"/>
              <a:gd name="connsiteY30" fmla="*/ 584327 h 955271"/>
              <a:gd name="connsiteX31" fmla="*/ 1873778 w 5741575"/>
              <a:gd name="connsiteY31" fmla="*/ 530130 h 955271"/>
              <a:gd name="connsiteX32" fmla="*/ 1988411 w 5741575"/>
              <a:gd name="connsiteY32" fmla="*/ 491599 h 955271"/>
              <a:gd name="connsiteX33" fmla="*/ 2085507 w 5741575"/>
              <a:gd name="connsiteY33" fmla="*/ 498527 h 955271"/>
              <a:gd name="connsiteX34" fmla="*/ 2090767 w 5741575"/>
              <a:gd name="connsiteY34" fmla="*/ 490616 h 955271"/>
              <a:gd name="connsiteX35" fmla="*/ 2151143 w 5741575"/>
              <a:gd name="connsiteY35" fmla="*/ 478332 h 955271"/>
              <a:gd name="connsiteX36" fmla="*/ 2378710 w 5741575"/>
              <a:gd name="connsiteY36" fmla="*/ 477570 h 955271"/>
              <a:gd name="connsiteX37" fmla="*/ 2496256 w 5741575"/>
              <a:gd name="connsiteY37" fmla="*/ 452396 h 955271"/>
              <a:gd name="connsiteX38" fmla="*/ 2535387 w 5741575"/>
              <a:gd name="connsiteY38" fmla="*/ 436645 h 955271"/>
              <a:gd name="connsiteX39" fmla="*/ 2601109 w 5741575"/>
              <a:gd name="connsiteY39" fmla="*/ 410678 h 955271"/>
              <a:gd name="connsiteX40" fmla="*/ 2643855 w 5741575"/>
              <a:gd name="connsiteY40" fmla="*/ 374482 h 955271"/>
              <a:gd name="connsiteX41" fmla="*/ 2657726 w 5741575"/>
              <a:gd name="connsiteY41" fmla="*/ 365841 h 955271"/>
              <a:gd name="connsiteX42" fmla="*/ 2687125 w 5741575"/>
              <a:gd name="connsiteY42" fmla="*/ 366820 h 955271"/>
              <a:gd name="connsiteX43" fmla="*/ 2697479 w 5741575"/>
              <a:gd name="connsiteY43" fmla="*/ 361430 h 955271"/>
              <a:gd name="connsiteX44" fmla="*/ 2701547 w 5741575"/>
              <a:gd name="connsiteY44" fmla="*/ 361545 h 955271"/>
              <a:gd name="connsiteX45" fmla="*/ 2711054 w 5741575"/>
              <a:gd name="connsiteY45" fmla="*/ 360597 h 955271"/>
              <a:gd name="connsiteX46" fmla="*/ 2710438 w 5741575"/>
              <a:gd name="connsiteY46" fmla="*/ 366958 h 955271"/>
              <a:gd name="connsiteX47" fmla="*/ 2722936 w 5741575"/>
              <a:gd name="connsiteY47" fmla="*/ 377633 h 955271"/>
              <a:gd name="connsiteX48" fmla="*/ 2777227 w 5741575"/>
              <a:gd name="connsiteY48" fmla="*/ 368972 h 955271"/>
              <a:gd name="connsiteX49" fmla="*/ 2779510 w 5741575"/>
              <a:gd name="connsiteY49" fmla="*/ 361652 h 955271"/>
              <a:gd name="connsiteX50" fmla="*/ 2786278 w 5741575"/>
              <a:gd name="connsiteY50" fmla="*/ 359869 h 955271"/>
              <a:gd name="connsiteX51" fmla="*/ 2792101 w 5741575"/>
              <a:gd name="connsiteY51" fmla="*/ 365927 h 955271"/>
              <a:gd name="connsiteX52" fmla="*/ 2885545 w 5741575"/>
              <a:gd name="connsiteY52" fmla="*/ 372818 h 955271"/>
              <a:gd name="connsiteX53" fmla="*/ 3009558 w 5741575"/>
              <a:gd name="connsiteY53" fmla="*/ 370573 h 955271"/>
              <a:gd name="connsiteX54" fmla="*/ 3095010 w 5741575"/>
              <a:gd name="connsiteY54" fmla="*/ 332454 h 955271"/>
              <a:gd name="connsiteX55" fmla="*/ 3103742 w 5741575"/>
              <a:gd name="connsiteY55" fmla="*/ 337974 h 955271"/>
              <a:gd name="connsiteX56" fmla="*/ 3165093 w 5741575"/>
              <a:gd name="connsiteY56" fmla="*/ 329459 h 955271"/>
              <a:gd name="connsiteX57" fmla="*/ 3373785 w 5741575"/>
              <a:gd name="connsiteY57" fmla="*/ 255680 h 955271"/>
              <a:gd name="connsiteX58" fmla="*/ 3493851 w 5741575"/>
              <a:gd name="connsiteY58" fmla="*/ 240255 h 955271"/>
              <a:gd name="connsiteX59" fmla="*/ 3537470 w 5741575"/>
              <a:gd name="connsiteY59" fmla="*/ 241867 h 955271"/>
              <a:gd name="connsiteX60" fmla="*/ 3610489 w 5741575"/>
              <a:gd name="connsiteY60" fmla="*/ 244128 h 955271"/>
              <a:gd name="connsiteX61" fmla="*/ 3667539 w 5741575"/>
              <a:gd name="connsiteY61" fmla="*/ 263271 h 955271"/>
              <a:gd name="connsiteX62" fmla="*/ 3727614 w 5741575"/>
              <a:gd name="connsiteY62" fmla="*/ 258245 h 955271"/>
              <a:gd name="connsiteX63" fmla="*/ 3738369 w 5741575"/>
              <a:gd name="connsiteY63" fmla="*/ 234506 h 955271"/>
              <a:gd name="connsiteX64" fmla="*/ 3803670 w 5741575"/>
              <a:gd name="connsiteY64" fmla="*/ 236457 h 955271"/>
              <a:gd name="connsiteX65" fmla="*/ 3903080 w 5741575"/>
              <a:gd name="connsiteY65" fmla="*/ 241890 h 955271"/>
              <a:gd name="connsiteX66" fmla="*/ 4114838 w 5741575"/>
              <a:gd name="connsiteY66" fmla="*/ 238165 h 955271"/>
              <a:gd name="connsiteX67" fmla="*/ 4271023 w 5741575"/>
              <a:gd name="connsiteY67" fmla="*/ 241959 h 955271"/>
              <a:gd name="connsiteX68" fmla="*/ 4367397 w 5741575"/>
              <a:gd name="connsiteY68" fmla="*/ 271442 h 955271"/>
              <a:gd name="connsiteX69" fmla="*/ 4495366 w 5741575"/>
              <a:gd name="connsiteY69" fmla="*/ 271618 h 955271"/>
              <a:gd name="connsiteX70" fmla="*/ 4517347 w 5741575"/>
              <a:gd name="connsiteY70" fmla="*/ 275639 h 955271"/>
              <a:gd name="connsiteX71" fmla="*/ 4546116 w 5741575"/>
              <a:gd name="connsiteY71" fmla="*/ 268568 h 955271"/>
              <a:gd name="connsiteX72" fmla="*/ 4661259 w 5741575"/>
              <a:gd name="connsiteY72" fmla="*/ 238966 h 955271"/>
              <a:gd name="connsiteX73" fmla="*/ 4750403 w 5741575"/>
              <a:gd name="connsiteY73" fmla="*/ 204364 h 955271"/>
              <a:gd name="connsiteX74" fmla="*/ 4867614 w 5741575"/>
              <a:gd name="connsiteY74" fmla="*/ 208668 h 955271"/>
              <a:gd name="connsiteX75" fmla="*/ 4937036 w 5741575"/>
              <a:gd name="connsiteY75" fmla="*/ 195446 h 955271"/>
              <a:gd name="connsiteX76" fmla="*/ 5047626 w 5741575"/>
              <a:gd name="connsiteY76" fmla="*/ 149604 h 955271"/>
              <a:gd name="connsiteX77" fmla="*/ 5200247 w 5741575"/>
              <a:gd name="connsiteY77" fmla="*/ 142695 h 955271"/>
              <a:gd name="connsiteX78" fmla="*/ 5235691 w 5741575"/>
              <a:gd name="connsiteY78" fmla="*/ 173330 h 955271"/>
              <a:gd name="connsiteX79" fmla="*/ 5280133 w 5741575"/>
              <a:gd name="connsiteY79" fmla="*/ 189342 h 955271"/>
              <a:gd name="connsiteX80" fmla="*/ 5291963 w 5741575"/>
              <a:gd name="connsiteY80" fmla="*/ 139446 h 955271"/>
              <a:gd name="connsiteX81" fmla="*/ 5418472 w 5741575"/>
              <a:gd name="connsiteY81" fmla="*/ 89163 h 955271"/>
              <a:gd name="connsiteX82" fmla="*/ 5482354 w 5741575"/>
              <a:gd name="connsiteY82" fmla="*/ 69470 h 955271"/>
              <a:gd name="connsiteX83" fmla="*/ 5583280 w 5741575"/>
              <a:gd name="connsiteY83" fmla="*/ 49787 h 955271"/>
              <a:gd name="connsiteX84" fmla="*/ 5613766 w 5741575"/>
              <a:gd name="connsiteY84" fmla="*/ 41855 h 955271"/>
              <a:gd name="connsiteX85" fmla="*/ 5684952 w 5741575"/>
              <a:gd name="connsiteY85" fmla="*/ 26088 h 955271"/>
              <a:gd name="connsiteX86" fmla="*/ 5741575 w 5741575"/>
              <a:gd name="connsiteY86" fmla="*/ 0 h 955271"/>
              <a:gd name="connsiteX0" fmla="*/ 5741575 w 5741575"/>
              <a:gd name="connsiteY0" fmla="*/ 0 h 955271"/>
              <a:gd name="connsiteX1" fmla="*/ 5741575 w 5741575"/>
              <a:gd name="connsiteY1" fmla="*/ 955271 h 955271"/>
              <a:gd name="connsiteX2" fmla="*/ 0 w 5741575"/>
              <a:gd name="connsiteY2" fmla="*/ 955271 h 955271"/>
              <a:gd name="connsiteX3" fmla="*/ 8558 w 5741575"/>
              <a:gd name="connsiteY3" fmla="*/ 953971 h 955271"/>
              <a:gd name="connsiteX4" fmla="*/ 16894 w 5741575"/>
              <a:gd name="connsiteY4" fmla="*/ 953847 h 955271"/>
              <a:gd name="connsiteX5" fmla="*/ 28156 w 5741575"/>
              <a:gd name="connsiteY5" fmla="*/ 951374 h 955271"/>
              <a:gd name="connsiteX6" fmla="*/ 28293 w 5741575"/>
              <a:gd name="connsiteY6" fmla="*/ 950971 h 955271"/>
              <a:gd name="connsiteX7" fmla="*/ 59229 w 5741575"/>
              <a:gd name="connsiteY7" fmla="*/ 903950 h 955271"/>
              <a:gd name="connsiteX8" fmla="*/ 148657 w 5741575"/>
              <a:gd name="connsiteY8" fmla="*/ 898134 h 955271"/>
              <a:gd name="connsiteX9" fmla="*/ 174554 w 5741575"/>
              <a:gd name="connsiteY9" fmla="*/ 886351 h 955271"/>
              <a:gd name="connsiteX10" fmla="*/ 187633 w 5741575"/>
              <a:gd name="connsiteY10" fmla="*/ 878226 h 955271"/>
              <a:gd name="connsiteX11" fmla="*/ 187961 w 5741575"/>
              <a:gd name="connsiteY11" fmla="*/ 876538 h 955271"/>
              <a:gd name="connsiteX12" fmla="*/ 240501 w 5741575"/>
              <a:gd name="connsiteY12" fmla="*/ 873150 h 955271"/>
              <a:gd name="connsiteX13" fmla="*/ 246345 w 5741575"/>
              <a:gd name="connsiteY13" fmla="*/ 869942 h 955271"/>
              <a:gd name="connsiteX14" fmla="*/ 306299 w 5741575"/>
              <a:gd name="connsiteY14" fmla="*/ 873609 h 955271"/>
              <a:gd name="connsiteX15" fmla="*/ 331571 w 5741575"/>
              <a:gd name="connsiteY15" fmla="*/ 869866 h 955271"/>
              <a:gd name="connsiteX16" fmla="*/ 384157 w 5741575"/>
              <a:gd name="connsiteY16" fmla="*/ 867971 h 955271"/>
              <a:gd name="connsiteX17" fmla="*/ 477637 w 5741575"/>
              <a:gd name="connsiteY17" fmla="*/ 870334 h 955271"/>
              <a:gd name="connsiteX18" fmla="*/ 570239 w 5741575"/>
              <a:gd name="connsiteY18" fmla="*/ 829596 h 955271"/>
              <a:gd name="connsiteX19" fmla="*/ 772070 w 5741575"/>
              <a:gd name="connsiteY19" fmla="*/ 820296 h 955271"/>
              <a:gd name="connsiteX20" fmla="*/ 948872 w 5741575"/>
              <a:gd name="connsiteY20" fmla="*/ 772201 h 955271"/>
              <a:gd name="connsiteX21" fmla="*/ 1127089 w 5741575"/>
              <a:gd name="connsiteY21" fmla="*/ 746926 h 955271"/>
              <a:gd name="connsiteX22" fmla="*/ 1226314 w 5741575"/>
              <a:gd name="connsiteY22" fmla="*/ 722473 h 955271"/>
              <a:gd name="connsiteX23" fmla="*/ 1278773 w 5741575"/>
              <a:gd name="connsiteY23" fmla="*/ 711503 h 955271"/>
              <a:gd name="connsiteX24" fmla="*/ 1317691 w 5741575"/>
              <a:gd name="connsiteY24" fmla="*/ 708529 h 955271"/>
              <a:gd name="connsiteX25" fmla="*/ 1435833 w 5741575"/>
              <a:gd name="connsiteY25" fmla="*/ 857427 h 955271"/>
              <a:gd name="connsiteX26" fmla="*/ 1412292 w 5741575"/>
              <a:gd name="connsiteY26" fmla="*/ 670793 h 955271"/>
              <a:gd name="connsiteX27" fmla="*/ 1494753 w 5741575"/>
              <a:gd name="connsiteY27" fmla="*/ 644686 h 955271"/>
              <a:gd name="connsiteX28" fmla="*/ 1616217 w 5741575"/>
              <a:gd name="connsiteY28" fmla="*/ 622107 h 955271"/>
              <a:gd name="connsiteX29" fmla="*/ 1710928 w 5741575"/>
              <a:gd name="connsiteY29" fmla="*/ 600666 h 955271"/>
              <a:gd name="connsiteX30" fmla="*/ 1743718 w 5741575"/>
              <a:gd name="connsiteY30" fmla="*/ 584327 h 955271"/>
              <a:gd name="connsiteX31" fmla="*/ 1873778 w 5741575"/>
              <a:gd name="connsiteY31" fmla="*/ 530130 h 955271"/>
              <a:gd name="connsiteX32" fmla="*/ 1988411 w 5741575"/>
              <a:gd name="connsiteY32" fmla="*/ 491599 h 955271"/>
              <a:gd name="connsiteX33" fmla="*/ 2085507 w 5741575"/>
              <a:gd name="connsiteY33" fmla="*/ 498527 h 955271"/>
              <a:gd name="connsiteX34" fmla="*/ 2090767 w 5741575"/>
              <a:gd name="connsiteY34" fmla="*/ 490616 h 955271"/>
              <a:gd name="connsiteX35" fmla="*/ 2151143 w 5741575"/>
              <a:gd name="connsiteY35" fmla="*/ 478332 h 955271"/>
              <a:gd name="connsiteX36" fmla="*/ 2378710 w 5741575"/>
              <a:gd name="connsiteY36" fmla="*/ 477570 h 955271"/>
              <a:gd name="connsiteX37" fmla="*/ 2496256 w 5741575"/>
              <a:gd name="connsiteY37" fmla="*/ 452396 h 955271"/>
              <a:gd name="connsiteX38" fmla="*/ 2535387 w 5741575"/>
              <a:gd name="connsiteY38" fmla="*/ 436645 h 955271"/>
              <a:gd name="connsiteX39" fmla="*/ 2601109 w 5741575"/>
              <a:gd name="connsiteY39" fmla="*/ 410678 h 955271"/>
              <a:gd name="connsiteX40" fmla="*/ 2643855 w 5741575"/>
              <a:gd name="connsiteY40" fmla="*/ 374482 h 955271"/>
              <a:gd name="connsiteX41" fmla="*/ 2657726 w 5741575"/>
              <a:gd name="connsiteY41" fmla="*/ 365841 h 955271"/>
              <a:gd name="connsiteX42" fmla="*/ 2687125 w 5741575"/>
              <a:gd name="connsiteY42" fmla="*/ 366820 h 955271"/>
              <a:gd name="connsiteX43" fmla="*/ 2697479 w 5741575"/>
              <a:gd name="connsiteY43" fmla="*/ 361430 h 955271"/>
              <a:gd name="connsiteX44" fmla="*/ 2701547 w 5741575"/>
              <a:gd name="connsiteY44" fmla="*/ 361545 h 955271"/>
              <a:gd name="connsiteX45" fmla="*/ 2711054 w 5741575"/>
              <a:gd name="connsiteY45" fmla="*/ 360597 h 955271"/>
              <a:gd name="connsiteX46" fmla="*/ 2710438 w 5741575"/>
              <a:gd name="connsiteY46" fmla="*/ 366958 h 955271"/>
              <a:gd name="connsiteX47" fmla="*/ 2722936 w 5741575"/>
              <a:gd name="connsiteY47" fmla="*/ 377633 h 955271"/>
              <a:gd name="connsiteX48" fmla="*/ 2777227 w 5741575"/>
              <a:gd name="connsiteY48" fmla="*/ 368972 h 955271"/>
              <a:gd name="connsiteX49" fmla="*/ 2779510 w 5741575"/>
              <a:gd name="connsiteY49" fmla="*/ 361652 h 955271"/>
              <a:gd name="connsiteX50" fmla="*/ 2786278 w 5741575"/>
              <a:gd name="connsiteY50" fmla="*/ 359869 h 955271"/>
              <a:gd name="connsiteX51" fmla="*/ 2792101 w 5741575"/>
              <a:gd name="connsiteY51" fmla="*/ 365927 h 955271"/>
              <a:gd name="connsiteX52" fmla="*/ 2885545 w 5741575"/>
              <a:gd name="connsiteY52" fmla="*/ 372818 h 955271"/>
              <a:gd name="connsiteX53" fmla="*/ 3009558 w 5741575"/>
              <a:gd name="connsiteY53" fmla="*/ 370573 h 955271"/>
              <a:gd name="connsiteX54" fmla="*/ 3095010 w 5741575"/>
              <a:gd name="connsiteY54" fmla="*/ 332454 h 955271"/>
              <a:gd name="connsiteX55" fmla="*/ 3103742 w 5741575"/>
              <a:gd name="connsiteY55" fmla="*/ 337974 h 955271"/>
              <a:gd name="connsiteX56" fmla="*/ 3165093 w 5741575"/>
              <a:gd name="connsiteY56" fmla="*/ 329459 h 955271"/>
              <a:gd name="connsiteX57" fmla="*/ 3373785 w 5741575"/>
              <a:gd name="connsiteY57" fmla="*/ 255680 h 955271"/>
              <a:gd name="connsiteX58" fmla="*/ 3493851 w 5741575"/>
              <a:gd name="connsiteY58" fmla="*/ 240255 h 955271"/>
              <a:gd name="connsiteX59" fmla="*/ 3537470 w 5741575"/>
              <a:gd name="connsiteY59" fmla="*/ 241867 h 955271"/>
              <a:gd name="connsiteX60" fmla="*/ 3610489 w 5741575"/>
              <a:gd name="connsiteY60" fmla="*/ 244128 h 955271"/>
              <a:gd name="connsiteX61" fmla="*/ 3667539 w 5741575"/>
              <a:gd name="connsiteY61" fmla="*/ 263271 h 955271"/>
              <a:gd name="connsiteX62" fmla="*/ 3727614 w 5741575"/>
              <a:gd name="connsiteY62" fmla="*/ 258245 h 955271"/>
              <a:gd name="connsiteX63" fmla="*/ 3738369 w 5741575"/>
              <a:gd name="connsiteY63" fmla="*/ 234506 h 955271"/>
              <a:gd name="connsiteX64" fmla="*/ 3803670 w 5741575"/>
              <a:gd name="connsiteY64" fmla="*/ 236457 h 955271"/>
              <a:gd name="connsiteX65" fmla="*/ 3903080 w 5741575"/>
              <a:gd name="connsiteY65" fmla="*/ 241890 h 955271"/>
              <a:gd name="connsiteX66" fmla="*/ 4114838 w 5741575"/>
              <a:gd name="connsiteY66" fmla="*/ 238165 h 955271"/>
              <a:gd name="connsiteX67" fmla="*/ 4271023 w 5741575"/>
              <a:gd name="connsiteY67" fmla="*/ 241959 h 955271"/>
              <a:gd name="connsiteX68" fmla="*/ 4367397 w 5741575"/>
              <a:gd name="connsiteY68" fmla="*/ 271442 h 955271"/>
              <a:gd name="connsiteX69" fmla="*/ 4495366 w 5741575"/>
              <a:gd name="connsiteY69" fmla="*/ 271618 h 955271"/>
              <a:gd name="connsiteX70" fmla="*/ 4517347 w 5741575"/>
              <a:gd name="connsiteY70" fmla="*/ 275639 h 955271"/>
              <a:gd name="connsiteX71" fmla="*/ 4546116 w 5741575"/>
              <a:gd name="connsiteY71" fmla="*/ 268568 h 955271"/>
              <a:gd name="connsiteX72" fmla="*/ 4661259 w 5741575"/>
              <a:gd name="connsiteY72" fmla="*/ 238966 h 955271"/>
              <a:gd name="connsiteX73" fmla="*/ 4750403 w 5741575"/>
              <a:gd name="connsiteY73" fmla="*/ 204364 h 955271"/>
              <a:gd name="connsiteX74" fmla="*/ 4867614 w 5741575"/>
              <a:gd name="connsiteY74" fmla="*/ 208668 h 955271"/>
              <a:gd name="connsiteX75" fmla="*/ 4937036 w 5741575"/>
              <a:gd name="connsiteY75" fmla="*/ 195446 h 955271"/>
              <a:gd name="connsiteX76" fmla="*/ 5047626 w 5741575"/>
              <a:gd name="connsiteY76" fmla="*/ 149604 h 955271"/>
              <a:gd name="connsiteX77" fmla="*/ 5200247 w 5741575"/>
              <a:gd name="connsiteY77" fmla="*/ 142695 h 955271"/>
              <a:gd name="connsiteX78" fmla="*/ 5235691 w 5741575"/>
              <a:gd name="connsiteY78" fmla="*/ 173330 h 955271"/>
              <a:gd name="connsiteX79" fmla="*/ 5280133 w 5741575"/>
              <a:gd name="connsiteY79" fmla="*/ 189342 h 955271"/>
              <a:gd name="connsiteX80" fmla="*/ 5291963 w 5741575"/>
              <a:gd name="connsiteY80" fmla="*/ 139446 h 955271"/>
              <a:gd name="connsiteX81" fmla="*/ 5418472 w 5741575"/>
              <a:gd name="connsiteY81" fmla="*/ 89163 h 955271"/>
              <a:gd name="connsiteX82" fmla="*/ 5482354 w 5741575"/>
              <a:gd name="connsiteY82" fmla="*/ 69470 h 955271"/>
              <a:gd name="connsiteX83" fmla="*/ 5583280 w 5741575"/>
              <a:gd name="connsiteY83" fmla="*/ 49787 h 955271"/>
              <a:gd name="connsiteX84" fmla="*/ 5613766 w 5741575"/>
              <a:gd name="connsiteY84" fmla="*/ 41855 h 955271"/>
              <a:gd name="connsiteX85" fmla="*/ 5684952 w 5741575"/>
              <a:gd name="connsiteY85" fmla="*/ 26088 h 955271"/>
              <a:gd name="connsiteX86" fmla="*/ 5741575 w 5741575"/>
              <a:gd name="connsiteY86" fmla="*/ 0 h 955271"/>
              <a:gd name="connsiteX0" fmla="*/ 5741575 w 5741575"/>
              <a:gd name="connsiteY0" fmla="*/ 0 h 955271"/>
              <a:gd name="connsiteX1" fmla="*/ 5741575 w 5741575"/>
              <a:gd name="connsiteY1" fmla="*/ 955271 h 955271"/>
              <a:gd name="connsiteX2" fmla="*/ 0 w 5741575"/>
              <a:gd name="connsiteY2" fmla="*/ 955271 h 955271"/>
              <a:gd name="connsiteX3" fmla="*/ 8558 w 5741575"/>
              <a:gd name="connsiteY3" fmla="*/ 953971 h 955271"/>
              <a:gd name="connsiteX4" fmla="*/ 16894 w 5741575"/>
              <a:gd name="connsiteY4" fmla="*/ 953847 h 955271"/>
              <a:gd name="connsiteX5" fmla="*/ 28156 w 5741575"/>
              <a:gd name="connsiteY5" fmla="*/ 951374 h 955271"/>
              <a:gd name="connsiteX6" fmla="*/ 28293 w 5741575"/>
              <a:gd name="connsiteY6" fmla="*/ 950971 h 955271"/>
              <a:gd name="connsiteX7" fmla="*/ 59229 w 5741575"/>
              <a:gd name="connsiteY7" fmla="*/ 903950 h 955271"/>
              <a:gd name="connsiteX8" fmla="*/ 148657 w 5741575"/>
              <a:gd name="connsiteY8" fmla="*/ 898134 h 955271"/>
              <a:gd name="connsiteX9" fmla="*/ 174554 w 5741575"/>
              <a:gd name="connsiteY9" fmla="*/ 886351 h 955271"/>
              <a:gd name="connsiteX10" fmla="*/ 187633 w 5741575"/>
              <a:gd name="connsiteY10" fmla="*/ 878226 h 955271"/>
              <a:gd name="connsiteX11" fmla="*/ 187961 w 5741575"/>
              <a:gd name="connsiteY11" fmla="*/ 876538 h 955271"/>
              <a:gd name="connsiteX12" fmla="*/ 240501 w 5741575"/>
              <a:gd name="connsiteY12" fmla="*/ 873150 h 955271"/>
              <a:gd name="connsiteX13" fmla="*/ 246345 w 5741575"/>
              <a:gd name="connsiteY13" fmla="*/ 869942 h 955271"/>
              <a:gd name="connsiteX14" fmla="*/ 306299 w 5741575"/>
              <a:gd name="connsiteY14" fmla="*/ 873609 h 955271"/>
              <a:gd name="connsiteX15" fmla="*/ 331571 w 5741575"/>
              <a:gd name="connsiteY15" fmla="*/ 869866 h 955271"/>
              <a:gd name="connsiteX16" fmla="*/ 384157 w 5741575"/>
              <a:gd name="connsiteY16" fmla="*/ 867971 h 955271"/>
              <a:gd name="connsiteX17" fmla="*/ 477637 w 5741575"/>
              <a:gd name="connsiteY17" fmla="*/ 870334 h 955271"/>
              <a:gd name="connsiteX18" fmla="*/ 570239 w 5741575"/>
              <a:gd name="connsiteY18" fmla="*/ 829596 h 955271"/>
              <a:gd name="connsiteX19" fmla="*/ 772070 w 5741575"/>
              <a:gd name="connsiteY19" fmla="*/ 820296 h 955271"/>
              <a:gd name="connsiteX20" fmla="*/ 948872 w 5741575"/>
              <a:gd name="connsiteY20" fmla="*/ 772201 h 955271"/>
              <a:gd name="connsiteX21" fmla="*/ 1127089 w 5741575"/>
              <a:gd name="connsiteY21" fmla="*/ 746926 h 955271"/>
              <a:gd name="connsiteX22" fmla="*/ 1226314 w 5741575"/>
              <a:gd name="connsiteY22" fmla="*/ 722473 h 955271"/>
              <a:gd name="connsiteX23" fmla="*/ 1278773 w 5741575"/>
              <a:gd name="connsiteY23" fmla="*/ 711503 h 955271"/>
              <a:gd name="connsiteX24" fmla="*/ 1317691 w 5741575"/>
              <a:gd name="connsiteY24" fmla="*/ 708529 h 955271"/>
              <a:gd name="connsiteX25" fmla="*/ 1360404 w 5741575"/>
              <a:gd name="connsiteY25" fmla="*/ 675922 h 955271"/>
              <a:gd name="connsiteX26" fmla="*/ 1412292 w 5741575"/>
              <a:gd name="connsiteY26" fmla="*/ 670793 h 955271"/>
              <a:gd name="connsiteX27" fmla="*/ 1494753 w 5741575"/>
              <a:gd name="connsiteY27" fmla="*/ 644686 h 955271"/>
              <a:gd name="connsiteX28" fmla="*/ 1616217 w 5741575"/>
              <a:gd name="connsiteY28" fmla="*/ 622107 h 955271"/>
              <a:gd name="connsiteX29" fmla="*/ 1710928 w 5741575"/>
              <a:gd name="connsiteY29" fmla="*/ 600666 h 955271"/>
              <a:gd name="connsiteX30" fmla="*/ 1743718 w 5741575"/>
              <a:gd name="connsiteY30" fmla="*/ 584327 h 955271"/>
              <a:gd name="connsiteX31" fmla="*/ 1873778 w 5741575"/>
              <a:gd name="connsiteY31" fmla="*/ 530130 h 955271"/>
              <a:gd name="connsiteX32" fmla="*/ 1988411 w 5741575"/>
              <a:gd name="connsiteY32" fmla="*/ 491599 h 955271"/>
              <a:gd name="connsiteX33" fmla="*/ 2085507 w 5741575"/>
              <a:gd name="connsiteY33" fmla="*/ 498527 h 955271"/>
              <a:gd name="connsiteX34" fmla="*/ 2090767 w 5741575"/>
              <a:gd name="connsiteY34" fmla="*/ 490616 h 955271"/>
              <a:gd name="connsiteX35" fmla="*/ 2151143 w 5741575"/>
              <a:gd name="connsiteY35" fmla="*/ 478332 h 955271"/>
              <a:gd name="connsiteX36" fmla="*/ 2378710 w 5741575"/>
              <a:gd name="connsiteY36" fmla="*/ 477570 h 955271"/>
              <a:gd name="connsiteX37" fmla="*/ 2496256 w 5741575"/>
              <a:gd name="connsiteY37" fmla="*/ 452396 h 955271"/>
              <a:gd name="connsiteX38" fmla="*/ 2535387 w 5741575"/>
              <a:gd name="connsiteY38" fmla="*/ 436645 h 955271"/>
              <a:gd name="connsiteX39" fmla="*/ 2601109 w 5741575"/>
              <a:gd name="connsiteY39" fmla="*/ 410678 h 955271"/>
              <a:gd name="connsiteX40" fmla="*/ 2643855 w 5741575"/>
              <a:gd name="connsiteY40" fmla="*/ 374482 h 955271"/>
              <a:gd name="connsiteX41" fmla="*/ 2657726 w 5741575"/>
              <a:gd name="connsiteY41" fmla="*/ 365841 h 955271"/>
              <a:gd name="connsiteX42" fmla="*/ 2687125 w 5741575"/>
              <a:gd name="connsiteY42" fmla="*/ 366820 h 955271"/>
              <a:gd name="connsiteX43" fmla="*/ 2697479 w 5741575"/>
              <a:gd name="connsiteY43" fmla="*/ 361430 h 955271"/>
              <a:gd name="connsiteX44" fmla="*/ 2701547 w 5741575"/>
              <a:gd name="connsiteY44" fmla="*/ 361545 h 955271"/>
              <a:gd name="connsiteX45" fmla="*/ 2711054 w 5741575"/>
              <a:gd name="connsiteY45" fmla="*/ 360597 h 955271"/>
              <a:gd name="connsiteX46" fmla="*/ 2710438 w 5741575"/>
              <a:gd name="connsiteY46" fmla="*/ 366958 h 955271"/>
              <a:gd name="connsiteX47" fmla="*/ 2722936 w 5741575"/>
              <a:gd name="connsiteY47" fmla="*/ 377633 h 955271"/>
              <a:gd name="connsiteX48" fmla="*/ 2777227 w 5741575"/>
              <a:gd name="connsiteY48" fmla="*/ 368972 h 955271"/>
              <a:gd name="connsiteX49" fmla="*/ 2779510 w 5741575"/>
              <a:gd name="connsiteY49" fmla="*/ 361652 h 955271"/>
              <a:gd name="connsiteX50" fmla="*/ 2786278 w 5741575"/>
              <a:gd name="connsiteY50" fmla="*/ 359869 h 955271"/>
              <a:gd name="connsiteX51" fmla="*/ 2792101 w 5741575"/>
              <a:gd name="connsiteY51" fmla="*/ 365927 h 955271"/>
              <a:gd name="connsiteX52" fmla="*/ 2885545 w 5741575"/>
              <a:gd name="connsiteY52" fmla="*/ 372818 h 955271"/>
              <a:gd name="connsiteX53" fmla="*/ 3009558 w 5741575"/>
              <a:gd name="connsiteY53" fmla="*/ 370573 h 955271"/>
              <a:gd name="connsiteX54" fmla="*/ 3095010 w 5741575"/>
              <a:gd name="connsiteY54" fmla="*/ 332454 h 955271"/>
              <a:gd name="connsiteX55" fmla="*/ 3103742 w 5741575"/>
              <a:gd name="connsiteY55" fmla="*/ 337974 h 955271"/>
              <a:gd name="connsiteX56" fmla="*/ 3165093 w 5741575"/>
              <a:gd name="connsiteY56" fmla="*/ 329459 h 955271"/>
              <a:gd name="connsiteX57" fmla="*/ 3373785 w 5741575"/>
              <a:gd name="connsiteY57" fmla="*/ 255680 h 955271"/>
              <a:gd name="connsiteX58" fmla="*/ 3493851 w 5741575"/>
              <a:gd name="connsiteY58" fmla="*/ 240255 h 955271"/>
              <a:gd name="connsiteX59" fmla="*/ 3537470 w 5741575"/>
              <a:gd name="connsiteY59" fmla="*/ 241867 h 955271"/>
              <a:gd name="connsiteX60" fmla="*/ 3610489 w 5741575"/>
              <a:gd name="connsiteY60" fmla="*/ 244128 h 955271"/>
              <a:gd name="connsiteX61" fmla="*/ 3667539 w 5741575"/>
              <a:gd name="connsiteY61" fmla="*/ 263271 h 955271"/>
              <a:gd name="connsiteX62" fmla="*/ 3727614 w 5741575"/>
              <a:gd name="connsiteY62" fmla="*/ 258245 h 955271"/>
              <a:gd name="connsiteX63" fmla="*/ 3738369 w 5741575"/>
              <a:gd name="connsiteY63" fmla="*/ 234506 h 955271"/>
              <a:gd name="connsiteX64" fmla="*/ 3803670 w 5741575"/>
              <a:gd name="connsiteY64" fmla="*/ 236457 h 955271"/>
              <a:gd name="connsiteX65" fmla="*/ 3903080 w 5741575"/>
              <a:gd name="connsiteY65" fmla="*/ 241890 h 955271"/>
              <a:gd name="connsiteX66" fmla="*/ 4114838 w 5741575"/>
              <a:gd name="connsiteY66" fmla="*/ 238165 h 955271"/>
              <a:gd name="connsiteX67" fmla="*/ 4271023 w 5741575"/>
              <a:gd name="connsiteY67" fmla="*/ 241959 h 955271"/>
              <a:gd name="connsiteX68" fmla="*/ 4367397 w 5741575"/>
              <a:gd name="connsiteY68" fmla="*/ 271442 h 955271"/>
              <a:gd name="connsiteX69" fmla="*/ 4495366 w 5741575"/>
              <a:gd name="connsiteY69" fmla="*/ 271618 h 955271"/>
              <a:gd name="connsiteX70" fmla="*/ 4517347 w 5741575"/>
              <a:gd name="connsiteY70" fmla="*/ 275639 h 955271"/>
              <a:gd name="connsiteX71" fmla="*/ 4546116 w 5741575"/>
              <a:gd name="connsiteY71" fmla="*/ 268568 h 955271"/>
              <a:gd name="connsiteX72" fmla="*/ 4661259 w 5741575"/>
              <a:gd name="connsiteY72" fmla="*/ 238966 h 955271"/>
              <a:gd name="connsiteX73" fmla="*/ 4750403 w 5741575"/>
              <a:gd name="connsiteY73" fmla="*/ 204364 h 955271"/>
              <a:gd name="connsiteX74" fmla="*/ 4867614 w 5741575"/>
              <a:gd name="connsiteY74" fmla="*/ 208668 h 955271"/>
              <a:gd name="connsiteX75" fmla="*/ 4937036 w 5741575"/>
              <a:gd name="connsiteY75" fmla="*/ 195446 h 955271"/>
              <a:gd name="connsiteX76" fmla="*/ 5047626 w 5741575"/>
              <a:gd name="connsiteY76" fmla="*/ 149604 h 955271"/>
              <a:gd name="connsiteX77" fmla="*/ 5200247 w 5741575"/>
              <a:gd name="connsiteY77" fmla="*/ 142695 h 955271"/>
              <a:gd name="connsiteX78" fmla="*/ 5235691 w 5741575"/>
              <a:gd name="connsiteY78" fmla="*/ 173330 h 955271"/>
              <a:gd name="connsiteX79" fmla="*/ 5280133 w 5741575"/>
              <a:gd name="connsiteY79" fmla="*/ 189342 h 955271"/>
              <a:gd name="connsiteX80" fmla="*/ 5291963 w 5741575"/>
              <a:gd name="connsiteY80" fmla="*/ 139446 h 955271"/>
              <a:gd name="connsiteX81" fmla="*/ 5418472 w 5741575"/>
              <a:gd name="connsiteY81" fmla="*/ 89163 h 955271"/>
              <a:gd name="connsiteX82" fmla="*/ 5482354 w 5741575"/>
              <a:gd name="connsiteY82" fmla="*/ 69470 h 955271"/>
              <a:gd name="connsiteX83" fmla="*/ 5583280 w 5741575"/>
              <a:gd name="connsiteY83" fmla="*/ 49787 h 955271"/>
              <a:gd name="connsiteX84" fmla="*/ 5613766 w 5741575"/>
              <a:gd name="connsiteY84" fmla="*/ 41855 h 955271"/>
              <a:gd name="connsiteX85" fmla="*/ 5684952 w 5741575"/>
              <a:gd name="connsiteY85" fmla="*/ 26088 h 955271"/>
              <a:gd name="connsiteX86" fmla="*/ 5741575 w 5741575"/>
              <a:gd name="connsiteY86" fmla="*/ 0 h 955271"/>
              <a:gd name="connsiteX0" fmla="*/ 5741575 w 5741575"/>
              <a:gd name="connsiteY0" fmla="*/ 0 h 955271"/>
              <a:gd name="connsiteX1" fmla="*/ 5741575 w 5741575"/>
              <a:gd name="connsiteY1" fmla="*/ 955271 h 955271"/>
              <a:gd name="connsiteX2" fmla="*/ 0 w 5741575"/>
              <a:gd name="connsiteY2" fmla="*/ 955271 h 955271"/>
              <a:gd name="connsiteX3" fmla="*/ 8558 w 5741575"/>
              <a:gd name="connsiteY3" fmla="*/ 953971 h 955271"/>
              <a:gd name="connsiteX4" fmla="*/ 16894 w 5741575"/>
              <a:gd name="connsiteY4" fmla="*/ 953847 h 955271"/>
              <a:gd name="connsiteX5" fmla="*/ 28156 w 5741575"/>
              <a:gd name="connsiteY5" fmla="*/ 951374 h 955271"/>
              <a:gd name="connsiteX6" fmla="*/ 28293 w 5741575"/>
              <a:gd name="connsiteY6" fmla="*/ 950971 h 955271"/>
              <a:gd name="connsiteX7" fmla="*/ 59229 w 5741575"/>
              <a:gd name="connsiteY7" fmla="*/ 903950 h 955271"/>
              <a:gd name="connsiteX8" fmla="*/ 148657 w 5741575"/>
              <a:gd name="connsiteY8" fmla="*/ 898134 h 955271"/>
              <a:gd name="connsiteX9" fmla="*/ 174554 w 5741575"/>
              <a:gd name="connsiteY9" fmla="*/ 886351 h 955271"/>
              <a:gd name="connsiteX10" fmla="*/ 187633 w 5741575"/>
              <a:gd name="connsiteY10" fmla="*/ 878226 h 955271"/>
              <a:gd name="connsiteX11" fmla="*/ 187961 w 5741575"/>
              <a:gd name="connsiteY11" fmla="*/ 876538 h 955271"/>
              <a:gd name="connsiteX12" fmla="*/ 240501 w 5741575"/>
              <a:gd name="connsiteY12" fmla="*/ 873150 h 955271"/>
              <a:gd name="connsiteX13" fmla="*/ 246345 w 5741575"/>
              <a:gd name="connsiteY13" fmla="*/ 869942 h 955271"/>
              <a:gd name="connsiteX14" fmla="*/ 306299 w 5741575"/>
              <a:gd name="connsiteY14" fmla="*/ 873609 h 955271"/>
              <a:gd name="connsiteX15" fmla="*/ 331571 w 5741575"/>
              <a:gd name="connsiteY15" fmla="*/ 869866 h 955271"/>
              <a:gd name="connsiteX16" fmla="*/ 384157 w 5741575"/>
              <a:gd name="connsiteY16" fmla="*/ 867971 h 955271"/>
              <a:gd name="connsiteX17" fmla="*/ 477637 w 5741575"/>
              <a:gd name="connsiteY17" fmla="*/ 870334 h 955271"/>
              <a:gd name="connsiteX18" fmla="*/ 570239 w 5741575"/>
              <a:gd name="connsiteY18" fmla="*/ 829596 h 955271"/>
              <a:gd name="connsiteX19" fmla="*/ 772070 w 5741575"/>
              <a:gd name="connsiteY19" fmla="*/ 820296 h 955271"/>
              <a:gd name="connsiteX20" fmla="*/ 948872 w 5741575"/>
              <a:gd name="connsiteY20" fmla="*/ 772201 h 955271"/>
              <a:gd name="connsiteX21" fmla="*/ 1127089 w 5741575"/>
              <a:gd name="connsiteY21" fmla="*/ 746926 h 955271"/>
              <a:gd name="connsiteX22" fmla="*/ 1226314 w 5741575"/>
              <a:gd name="connsiteY22" fmla="*/ 722473 h 955271"/>
              <a:gd name="connsiteX23" fmla="*/ 1278773 w 5741575"/>
              <a:gd name="connsiteY23" fmla="*/ 711503 h 955271"/>
              <a:gd name="connsiteX24" fmla="*/ 1317691 w 5741575"/>
              <a:gd name="connsiteY24" fmla="*/ 708529 h 955271"/>
              <a:gd name="connsiteX25" fmla="*/ 1360404 w 5741575"/>
              <a:gd name="connsiteY25" fmla="*/ 675922 h 955271"/>
              <a:gd name="connsiteX26" fmla="*/ 1412292 w 5741575"/>
              <a:gd name="connsiteY26" fmla="*/ 670793 h 955271"/>
              <a:gd name="connsiteX27" fmla="*/ 1494753 w 5741575"/>
              <a:gd name="connsiteY27" fmla="*/ 644686 h 955271"/>
              <a:gd name="connsiteX28" fmla="*/ 1616217 w 5741575"/>
              <a:gd name="connsiteY28" fmla="*/ 622107 h 955271"/>
              <a:gd name="connsiteX29" fmla="*/ 1710928 w 5741575"/>
              <a:gd name="connsiteY29" fmla="*/ 600666 h 955271"/>
              <a:gd name="connsiteX30" fmla="*/ 1743718 w 5741575"/>
              <a:gd name="connsiteY30" fmla="*/ 584327 h 955271"/>
              <a:gd name="connsiteX31" fmla="*/ 1873778 w 5741575"/>
              <a:gd name="connsiteY31" fmla="*/ 530130 h 955271"/>
              <a:gd name="connsiteX32" fmla="*/ 1988411 w 5741575"/>
              <a:gd name="connsiteY32" fmla="*/ 491599 h 955271"/>
              <a:gd name="connsiteX33" fmla="*/ 2085507 w 5741575"/>
              <a:gd name="connsiteY33" fmla="*/ 498527 h 955271"/>
              <a:gd name="connsiteX34" fmla="*/ 2090767 w 5741575"/>
              <a:gd name="connsiteY34" fmla="*/ 490616 h 955271"/>
              <a:gd name="connsiteX35" fmla="*/ 2151143 w 5741575"/>
              <a:gd name="connsiteY35" fmla="*/ 478332 h 955271"/>
              <a:gd name="connsiteX36" fmla="*/ 2378710 w 5741575"/>
              <a:gd name="connsiteY36" fmla="*/ 477570 h 955271"/>
              <a:gd name="connsiteX37" fmla="*/ 2496256 w 5741575"/>
              <a:gd name="connsiteY37" fmla="*/ 452396 h 955271"/>
              <a:gd name="connsiteX38" fmla="*/ 2535387 w 5741575"/>
              <a:gd name="connsiteY38" fmla="*/ 436645 h 955271"/>
              <a:gd name="connsiteX39" fmla="*/ 2601109 w 5741575"/>
              <a:gd name="connsiteY39" fmla="*/ 410678 h 955271"/>
              <a:gd name="connsiteX40" fmla="*/ 2643855 w 5741575"/>
              <a:gd name="connsiteY40" fmla="*/ 374482 h 955271"/>
              <a:gd name="connsiteX41" fmla="*/ 2657726 w 5741575"/>
              <a:gd name="connsiteY41" fmla="*/ 365841 h 955271"/>
              <a:gd name="connsiteX42" fmla="*/ 2687125 w 5741575"/>
              <a:gd name="connsiteY42" fmla="*/ 366820 h 955271"/>
              <a:gd name="connsiteX43" fmla="*/ 2697479 w 5741575"/>
              <a:gd name="connsiteY43" fmla="*/ 361430 h 955271"/>
              <a:gd name="connsiteX44" fmla="*/ 2701547 w 5741575"/>
              <a:gd name="connsiteY44" fmla="*/ 361545 h 955271"/>
              <a:gd name="connsiteX45" fmla="*/ 2711054 w 5741575"/>
              <a:gd name="connsiteY45" fmla="*/ 360597 h 955271"/>
              <a:gd name="connsiteX46" fmla="*/ 2710438 w 5741575"/>
              <a:gd name="connsiteY46" fmla="*/ 366958 h 955271"/>
              <a:gd name="connsiteX47" fmla="*/ 2777227 w 5741575"/>
              <a:gd name="connsiteY47" fmla="*/ 368972 h 955271"/>
              <a:gd name="connsiteX48" fmla="*/ 2779510 w 5741575"/>
              <a:gd name="connsiteY48" fmla="*/ 361652 h 955271"/>
              <a:gd name="connsiteX49" fmla="*/ 2786278 w 5741575"/>
              <a:gd name="connsiteY49" fmla="*/ 359869 h 955271"/>
              <a:gd name="connsiteX50" fmla="*/ 2792101 w 5741575"/>
              <a:gd name="connsiteY50" fmla="*/ 365927 h 955271"/>
              <a:gd name="connsiteX51" fmla="*/ 2885545 w 5741575"/>
              <a:gd name="connsiteY51" fmla="*/ 372818 h 955271"/>
              <a:gd name="connsiteX52" fmla="*/ 3009558 w 5741575"/>
              <a:gd name="connsiteY52" fmla="*/ 370573 h 955271"/>
              <a:gd name="connsiteX53" fmla="*/ 3095010 w 5741575"/>
              <a:gd name="connsiteY53" fmla="*/ 332454 h 955271"/>
              <a:gd name="connsiteX54" fmla="*/ 3103742 w 5741575"/>
              <a:gd name="connsiteY54" fmla="*/ 337974 h 955271"/>
              <a:gd name="connsiteX55" fmla="*/ 3165093 w 5741575"/>
              <a:gd name="connsiteY55" fmla="*/ 329459 h 955271"/>
              <a:gd name="connsiteX56" fmla="*/ 3373785 w 5741575"/>
              <a:gd name="connsiteY56" fmla="*/ 255680 h 955271"/>
              <a:gd name="connsiteX57" fmla="*/ 3493851 w 5741575"/>
              <a:gd name="connsiteY57" fmla="*/ 240255 h 955271"/>
              <a:gd name="connsiteX58" fmla="*/ 3537470 w 5741575"/>
              <a:gd name="connsiteY58" fmla="*/ 241867 h 955271"/>
              <a:gd name="connsiteX59" fmla="*/ 3610489 w 5741575"/>
              <a:gd name="connsiteY59" fmla="*/ 244128 h 955271"/>
              <a:gd name="connsiteX60" fmla="*/ 3667539 w 5741575"/>
              <a:gd name="connsiteY60" fmla="*/ 263271 h 955271"/>
              <a:gd name="connsiteX61" fmla="*/ 3727614 w 5741575"/>
              <a:gd name="connsiteY61" fmla="*/ 258245 h 955271"/>
              <a:gd name="connsiteX62" fmla="*/ 3738369 w 5741575"/>
              <a:gd name="connsiteY62" fmla="*/ 234506 h 955271"/>
              <a:gd name="connsiteX63" fmla="*/ 3803670 w 5741575"/>
              <a:gd name="connsiteY63" fmla="*/ 236457 h 955271"/>
              <a:gd name="connsiteX64" fmla="*/ 3903080 w 5741575"/>
              <a:gd name="connsiteY64" fmla="*/ 241890 h 955271"/>
              <a:gd name="connsiteX65" fmla="*/ 4114838 w 5741575"/>
              <a:gd name="connsiteY65" fmla="*/ 238165 h 955271"/>
              <a:gd name="connsiteX66" fmla="*/ 4271023 w 5741575"/>
              <a:gd name="connsiteY66" fmla="*/ 241959 h 955271"/>
              <a:gd name="connsiteX67" fmla="*/ 4367397 w 5741575"/>
              <a:gd name="connsiteY67" fmla="*/ 271442 h 955271"/>
              <a:gd name="connsiteX68" fmla="*/ 4495366 w 5741575"/>
              <a:gd name="connsiteY68" fmla="*/ 271618 h 955271"/>
              <a:gd name="connsiteX69" fmla="*/ 4517347 w 5741575"/>
              <a:gd name="connsiteY69" fmla="*/ 275639 h 955271"/>
              <a:gd name="connsiteX70" fmla="*/ 4546116 w 5741575"/>
              <a:gd name="connsiteY70" fmla="*/ 268568 h 955271"/>
              <a:gd name="connsiteX71" fmla="*/ 4661259 w 5741575"/>
              <a:gd name="connsiteY71" fmla="*/ 238966 h 955271"/>
              <a:gd name="connsiteX72" fmla="*/ 4750403 w 5741575"/>
              <a:gd name="connsiteY72" fmla="*/ 204364 h 955271"/>
              <a:gd name="connsiteX73" fmla="*/ 4867614 w 5741575"/>
              <a:gd name="connsiteY73" fmla="*/ 208668 h 955271"/>
              <a:gd name="connsiteX74" fmla="*/ 4937036 w 5741575"/>
              <a:gd name="connsiteY74" fmla="*/ 195446 h 955271"/>
              <a:gd name="connsiteX75" fmla="*/ 5047626 w 5741575"/>
              <a:gd name="connsiteY75" fmla="*/ 149604 h 955271"/>
              <a:gd name="connsiteX76" fmla="*/ 5200247 w 5741575"/>
              <a:gd name="connsiteY76" fmla="*/ 142695 h 955271"/>
              <a:gd name="connsiteX77" fmla="*/ 5235691 w 5741575"/>
              <a:gd name="connsiteY77" fmla="*/ 173330 h 955271"/>
              <a:gd name="connsiteX78" fmla="*/ 5280133 w 5741575"/>
              <a:gd name="connsiteY78" fmla="*/ 189342 h 955271"/>
              <a:gd name="connsiteX79" fmla="*/ 5291963 w 5741575"/>
              <a:gd name="connsiteY79" fmla="*/ 139446 h 955271"/>
              <a:gd name="connsiteX80" fmla="*/ 5418472 w 5741575"/>
              <a:gd name="connsiteY80" fmla="*/ 89163 h 955271"/>
              <a:gd name="connsiteX81" fmla="*/ 5482354 w 5741575"/>
              <a:gd name="connsiteY81" fmla="*/ 69470 h 955271"/>
              <a:gd name="connsiteX82" fmla="*/ 5583280 w 5741575"/>
              <a:gd name="connsiteY82" fmla="*/ 49787 h 955271"/>
              <a:gd name="connsiteX83" fmla="*/ 5613766 w 5741575"/>
              <a:gd name="connsiteY83" fmla="*/ 41855 h 955271"/>
              <a:gd name="connsiteX84" fmla="*/ 5684952 w 5741575"/>
              <a:gd name="connsiteY84" fmla="*/ 26088 h 955271"/>
              <a:gd name="connsiteX85" fmla="*/ 5741575 w 5741575"/>
              <a:gd name="connsiteY85" fmla="*/ 0 h 955271"/>
              <a:gd name="connsiteX0" fmla="*/ 5741575 w 5741575"/>
              <a:gd name="connsiteY0" fmla="*/ 0 h 955271"/>
              <a:gd name="connsiteX1" fmla="*/ 5741575 w 5741575"/>
              <a:gd name="connsiteY1" fmla="*/ 955271 h 955271"/>
              <a:gd name="connsiteX2" fmla="*/ 0 w 5741575"/>
              <a:gd name="connsiteY2" fmla="*/ 955271 h 955271"/>
              <a:gd name="connsiteX3" fmla="*/ 8558 w 5741575"/>
              <a:gd name="connsiteY3" fmla="*/ 953971 h 955271"/>
              <a:gd name="connsiteX4" fmla="*/ 16894 w 5741575"/>
              <a:gd name="connsiteY4" fmla="*/ 953847 h 955271"/>
              <a:gd name="connsiteX5" fmla="*/ 28156 w 5741575"/>
              <a:gd name="connsiteY5" fmla="*/ 951374 h 955271"/>
              <a:gd name="connsiteX6" fmla="*/ 28293 w 5741575"/>
              <a:gd name="connsiteY6" fmla="*/ 950971 h 955271"/>
              <a:gd name="connsiteX7" fmla="*/ 59229 w 5741575"/>
              <a:gd name="connsiteY7" fmla="*/ 903950 h 955271"/>
              <a:gd name="connsiteX8" fmla="*/ 148657 w 5741575"/>
              <a:gd name="connsiteY8" fmla="*/ 898134 h 955271"/>
              <a:gd name="connsiteX9" fmla="*/ 174554 w 5741575"/>
              <a:gd name="connsiteY9" fmla="*/ 886351 h 955271"/>
              <a:gd name="connsiteX10" fmla="*/ 187633 w 5741575"/>
              <a:gd name="connsiteY10" fmla="*/ 878226 h 955271"/>
              <a:gd name="connsiteX11" fmla="*/ 187961 w 5741575"/>
              <a:gd name="connsiteY11" fmla="*/ 876538 h 955271"/>
              <a:gd name="connsiteX12" fmla="*/ 240501 w 5741575"/>
              <a:gd name="connsiteY12" fmla="*/ 873150 h 955271"/>
              <a:gd name="connsiteX13" fmla="*/ 246345 w 5741575"/>
              <a:gd name="connsiteY13" fmla="*/ 869942 h 955271"/>
              <a:gd name="connsiteX14" fmla="*/ 306299 w 5741575"/>
              <a:gd name="connsiteY14" fmla="*/ 873609 h 955271"/>
              <a:gd name="connsiteX15" fmla="*/ 331571 w 5741575"/>
              <a:gd name="connsiteY15" fmla="*/ 869866 h 955271"/>
              <a:gd name="connsiteX16" fmla="*/ 384157 w 5741575"/>
              <a:gd name="connsiteY16" fmla="*/ 867971 h 955271"/>
              <a:gd name="connsiteX17" fmla="*/ 477637 w 5741575"/>
              <a:gd name="connsiteY17" fmla="*/ 870334 h 955271"/>
              <a:gd name="connsiteX18" fmla="*/ 570239 w 5741575"/>
              <a:gd name="connsiteY18" fmla="*/ 829596 h 955271"/>
              <a:gd name="connsiteX19" fmla="*/ 772070 w 5741575"/>
              <a:gd name="connsiteY19" fmla="*/ 820296 h 955271"/>
              <a:gd name="connsiteX20" fmla="*/ 948872 w 5741575"/>
              <a:gd name="connsiteY20" fmla="*/ 772201 h 955271"/>
              <a:gd name="connsiteX21" fmla="*/ 1127089 w 5741575"/>
              <a:gd name="connsiteY21" fmla="*/ 746926 h 955271"/>
              <a:gd name="connsiteX22" fmla="*/ 1226314 w 5741575"/>
              <a:gd name="connsiteY22" fmla="*/ 722473 h 955271"/>
              <a:gd name="connsiteX23" fmla="*/ 1278773 w 5741575"/>
              <a:gd name="connsiteY23" fmla="*/ 711503 h 955271"/>
              <a:gd name="connsiteX24" fmla="*/ 1317691 w 5741575"/>
              <a:gd name="connsiteY24" fmla="*/ 708529 h 955271"/>
              <a:gd name="connsiteX25" fmla="*/ 1360404 w 5741575"/>
              <a:gd name="connsiteY25" fmla="*/ 675922 h 955271"/>
              <a:gd name="connsiteX26" fmla="*/ 1412292 w 5741575"/>
              <a:gd name="connsiteY26" fmla="*/ 670793 h 955271"/>
              <a:gd name="connsiteX27" fmla="*/ 1494753 w 5741575"/>
              <a:gd name="connsiteY27" fmla="*/ 644686 h 955271"/>
              <a:gd name="connsiteX28" fmla="*/ 1616217 w 5741575"/>
              <a:gd name="connsiteY28" fmla="*/ 622107 h 955271"/>
              <a:gd name="connsiteX29" fmla="*/ 1710928 w 5741575"/>
              <a:gd name="connsiteY29" fmla="*/ 600666 h 955271"/>
              <a:gd name="connsiteX30" fmla="*/ 1743718 w 5741575"/>
              <a:gd name="connsiteY30" fmla="*/ 584327 h 955271"/>
              <a:gd name="connsiteX31" fmla="*/ 1873778 w 5741575"/>
              <a:gd name="connsiteY31" fmla="*/ 530130 h 955271"/>
              <a:gd name="connsiteX32" fmla="*/ 1988411 w 5741575"/>
              <a:gd name="connsiteY32" fmla="*/ 491599 h 955271"/>
              <a:gd name="connsiteX33" fmla="*/ 2085507 w 5741575"/>
              <a:gd name="connsiteY33" fmla="*/ 498527 h 955271"/>
              <a:gd name="connsiteX34" fmla="*/ 2090767 w 5741575"/>
              <a:gd name="connsiteY34" fmla="*/ 490616 h 955271"/>
              <a:gd name="connsiteX35" fmla="*/ 2151143 w 5741575"/>
              <a:gd name="connsiteY35" fmla="*/ 478332 h 955271"/>
              <a:gd name="connsiteX36" fmla="*/ 2378710 w 5741575"/>
              <a:gd name="connsiteY36" fmla="*/ 477570 h 955271"/>
              <a:gd name="connsiteX37" fmla="*/ 2496256 w 5741575"/>
              <a:gd name="connsiteY37" fmla="*/ 452396 h 955271"/>
              <a:gd name="connsiteX38" fmla="*/ 2535387 w 5741575"/>
              <a:gd name="connsiteY38" fmla="*/ 436645 h 955271"/>
              <a:gd name="connsiteX39" fmla="*/ 2601109 w 5741575"/>
              <a:gd name="connsiteY39" fmla="*/ 410678 h 955271"/>
              <a:gd name="connsiteX40" fmla="*/ 2643855 w 5741575"/>
              <a:gd name="connsiteY40" fmla="*/ 374482 h 955271"/>
              <a:gd name="connsiteX41" fmla="*/ 2657726 w 5741575"/>
              <a:gd name="connsiteY41" fmla="*/ 365841 h 955271"/>
              <a:gd name="connsiteX42" fmla="*/ 2687125 w 5741575"/>
              <a:gd name="connsiteY42" fmla="*/ 366820 h 955271"/>
              <a:gd name="connsiteX43" fmla="*/ 2697479 w 5741575"/>
              <a:gd name="connsiteY43" fmla="*/ 361430 h 955271"/>
              <a:gd name="connsiteX44" fmla="*/ 2701547 w 5741575"/>
              <a:gd name="connsiteY44" fmla="*/ 361545 h 955271"/>
              <a:gd name="connsiteX45" fmla="*/ 2711054 w 5741575"/>
              <a:gd name="connsiteY45" fmla="*/ 360597 h 955271"/>
              <a:gd name="connsiteX46" fmla="*/ 2710438 w 5741575"/>
              <a:gd name="connsiteY46" fmla="*/ 366958 h 955271"/>
              <a:gd name="connsiteX47" fmla="*/ 2711050 w 5741575"/>
              <a:gd name="connsiteY47" fmla="*/ 358572 h 955271"/>
              <a:gd name="connsiteX48" fmla="*/ 2777227 w 5741575"/>
              <a:gd name="connsiteY48" fmla="*/ 368972 h 955271"/>
              <a:gd name="connsiteX49" fmla="*/ 2779510 w 5741575"/>
              <a:gd name="connsiteY49" fmla="*/ 361652 h 955271"/>
              <a:gd name="connsiteX50" fmla="*/ 2786278 w 5741575"/>
              <a:gd name="connsiteY50" fmla="*/ 359869 h 955271"/>
              <a:gd name="connsiteX51" fmla="*/ 2792101 w 5741575"/>
              <a:gd name="connsiteY51" fmla="*/ 365927 h 955271"/>
              <a:gd name="connsiteX52" fmla="*/ 2885545 w 5741575"/>
              <a:gd name="connsiteY52" fmla="*/ 372818 h 955271"/>
              <a:gd name="connsiteX53" fmla="*/ 3009558 w 5741575"/>
              <a:gd name="connsiteY53" fmla="*/ 370573 h 955271"/>
              <a:gd name="connsiteX54" fmla="*/ 3095010 w 5741575"/>
              <a:gd name="connsiteY54" fmla="*/ 332454 h 955271"/>
              <a:gd name="connsiteX55" fmla="*/ 3103742 w 5741575"/>
              <a:gd name="connsiteY55" fmla="*/ 337974 h 955271"/>
              <a:gd name="connsiteX56" fmla="*/ 3165093 w 5741575"/>
              <a:gd name="connsiteY56" fmla="*/ 329459 h 955271"/>
              <a:gd name="connsiteX57" fmla="*/ 3373785 w 5741575"/>
              <a:gd name="connsiteY57" fmla="*/ 255680 h 955271"/>
              <a:gd name="connsiteX58" fmla="*/ 3493851 w 5741575"/>
              <a:gd name="connsiteY58" fmla="*/ 240255 h 955271"/>
              <a:gd name="connsiteX59" fmla="*/ 3537470 w 5741575"/>
              <a:gd name="connsiteY59" fmla="*/ 241867 h 955271"/>
              <a:gd name="connsiteX60" fmla="*/ 3610489 w 5741575"/>
              <a:gd name="connsiteY60" fmla="*/ 244128 h 955271"/>
              <a:gd name="connsiteX61" fmla="*/ 3667539 w 5741575"/>
              <a:gd name="connsiteY61" fmla="*/ 263271 h 955271"/>
              <a:gd name="connsiteX62" fmla="*/ 3727614 w 5741575"/>
              <a:gd name="connsiteY62" fmla="*/ 258245 h 955271"/>
              <a:gd name="connsiteX63" fmla="*/ 3738369 w 5741575"/>
              <a:gd name="connsiteY63" fmla="*/ 234506 h 955271"/>
              <a:gd name="connsiteX64" fmla="*/ 3803670 w 5741575"/>
              <a:gd name="connsiteY64" fmla="*/ 236457 h 955271"/>
              <a:gd name="connsiteX65" fmla="*/ 3903080 w 5741575"/>
              <a:gd name="connsiteY65" fmla="*/ 241890 h 955271"/>
              <a:gd name="connsiteX66" fmla="*/ 4114838 w 5741575"/>
              <a:gd name="connsiteY66" fmla="*/ 238165 h 955271"/>
              <a:gd name="connsiteX67" fmla="*/ 4271023 w 5741575"/>
              <a:gd name="connsiteY67" fmla="*/ 241959 h 955271"/>
              <a:gd name="connsiteX68" fmla="*/ 4367397 w 5741575"/>
              <a:gd name="connsiteY68" fmla="*/ 271442 h 955271"/>
              <a:gd name="connsiteX69" fmla="*/ 4495366 w 5741575"/>
              <a:gd name="connsiteY69" fmla="*/ 271618 h 955271"/>
              <a:gd name="connsiteX70" fmla="*/ 4517347 w 5741575"/>
              <a:gd name="connsiteY70" fmla="*/ 275639 h 955271"/>
              <a:gd name="connsiteX71" fmla="*/ 4546116 w 5741575"/>
              <a:gd name="connsiteY71" fmla="*/ 268568 h 955271"/>
              <a:gd name="connsiteX72" fmla="*/ 4661259 w 5741575"/>
              <a:gd name="connsiteY72" fmla="*/ 238966 h 955271"/>
              <a:gd name="connsiteX73" fmla="*/ 4750403 w 5741575"/>
              <a:gd name="connsiteY73" fmla="*/ 204364 h 955271"/>
              <a:gd name="connsiteX74" fmla="*/ 4867614 w 5741575"/>
              <a:gd name="connsiteY74" fmla="*/ 208668 h 955271"/>
              <a:gd name="connsiteX75" fmla="*/ 4937036 w 5741575"/>
              <a:gd name="connsiteY75" fmla="*/ 195446 h 955271"/>
              <a:gd name="connsiteX76" fmla="*/ 5047626 w 5741575"/>
              <a:gd name="connsiteY76" fmla="*/ 149604 h 955271"/>
              <a:gd name="connsiteX77" fmla="*/ 5200247 w 5741575"/>
              <a:gd name="connsiteY77" fmla="*/ 142695 h 955271"/>
              <a:gd name="connsiteX78" fmla="*/ 5235691 w 5741575"/>
              <a:gd name="connsiteY78" fmla="*/ 173330 h 955271"/>
              <a:gd name="connsiteX79" fmla="*/ 5280133 w 5741575"/>
              <a:gd name="connsiteY79" fmla="*/ 189342 h 955271"/>
              <a:gd name="connsiteX80" fmla="*/ 5291963 w 5741575"/>
              <a:gd name="connsiteY80" fmla="*/ 139446 h 955271"/>
              <a:gd name="connsiteX81" fmla="*/ 5418472 w 5741575"/>
              <a:gd name="connsiteY81" fmla="*/ 89163 h 955271"/>
              <a:gd name="connsiteX82" fmla="*/ 5482354 w 5741575"/>
              <a:gd name="connsiteY82" fmla="*/ 69470 h 955271"/>
              <a:gd name="connsiteX83" fmla="*/ 5583280 w 5741575"/>
              <a:gd name="connsiteY83" fmla="*/ 49787 h 955271"/>
              <a:gd name="connsiteX84" fmla="*/ 5613766 w 5741575"/>
              <a:gd name="connsiteY84" fmla="*/ 41855 h 955271"/>
              <a:gd name="connsiteX85" fmla="*/ 5684952 w 5741575"/>
              <a:gd name="connsiteY85" fmla="*/ 26088 h 955271"/>
              <a:gd name="connsiteX86" fmla="*/ 5741575 w 5741575"/>
              <a:gd name="connsiteY86" fmla="*/ 0 h 955271"/>
              <a:gd name="connsiteX0" fmla="*/ 5741575 w 5741575"/>
              <a:gd name="connsiteY0" fmla="*/ 0 h 955271"/>
              <a:gd name="connsiteX1" fmla="*/ 5741575 w 5741575"/>
              <a:gd name="connsiteY1" fmla="*/ 955271 h 955271"/>
              <a:gd name="connsiteX2" fmla="*/ 0 w 5741575"/>
              <a:gd name="connsiteY2" fmla="*/ 955271 h 955271"/>
              <a:gd name="connsiteX3" fmla="*/ 8558 w 5741575"/>
              <a:gd name="connsiteY3" fmla="*/ 953971 h 955271"/>
              <a:gd name="connsiteX4" fmla="*/ 16894 w 5741575"/>
              <a:gd name="connsiteY4" fmla="*/ 953847 h 955271"/>
              <a:gd name="connsiteX5" fmla="*/ 28156 w 5741575"/>
              <a:gd name="connsiteY5" fmla="*/ 951374 h 955271"/>
              <a:gd name="connsiteX6" fmla="*/ 28293 w 5741575"/>
              <a:gd name="connsiteY6" fmla="*/ 950971 h 955271"/>
              <a:gd name="connsiteX7" fmla="*/ 59229 w 5741575"/>
              <a:gd name="connsiteY7" fmla="*/ 903950 h 955271"/>
              <a:gd name="connsiteX8" fmla="*/ 148657 w 5741575"/>
              <a:gd name="connsiteY8" fmla="*/ 898134 h 955271"/>
              <a:gd name="connsiteX9" fmla="*/ 174554 w 5741575"/>
              <a:gd name="connsiteY9" fmla="*/ 886351 h 955271"/>
              <a:gd name="connsiteX10" fmla="*/ 187633 w 5741575"/>
              <a:gd name="connsiteY10" fmla="*/ 878226 h 955271"/>
              <a:gd name="connsiteX11" fmla="*/ 187961 w 5741575"/>
              <a:gd name="connsiteY11" fmla="*/ 876538 h 955271"/>
              <a:gd name="connsiteX12" fmla="*/ 240501 w 5741575"/>
              <a:gd name="connsiteY12" fmla="*/ 873150 h 955271"/>
              <a:gd name="connsiteX13" fmla="*/ 246345 w 5741575"/>
              <a:gd name="connsiteY13" fmla="*/ 869942 h 955271"/>
              <a:gd name="connsiteX14" fmla="*/ 306299 w 5741575"/>
              <a:gd name="connsiteY14" fmla="*/ 873609 h 955271"/>
              <a:gd name="connsiteX15" fmla="*/ 331571 w 5741575"/>
              <a:gd name="connsiteY15" fmla="*/ 869866 h 955271"/>
              <a:gd name="connsiteX16" fmla="*/ 384157 w 5741575"/>
              <a:gd name="connsiteY16" fmla="*/ 867971 h 955271"/>
              <a:gd name="connsiteX17" fmla="*/ 477637 w 5741575"/>
              <a:gd name="connsiteY17" fmla="*/ 870334 h 955271"/>
              <a:gd name="connsiteX18" fmla="*/ 570239 w 5741575"/>
              <a:gd name="connsiteY18" fmla="*/ 829596 h 955271"/>
              <a:gd name="connsiteX19" fmla="*/ 772070 w 5741575"/>
              <a:gd name="connsiteY19" fmla="*/ 820296 h 955271"/>
              <a:gd name="connsiteX20" fmla="*/ 948872 w 5741575"/>
              <a:gd name="connsiteY20" fmla="*/ 772201 h 955271"/>
              <a:gd name="connsiteX21" fmla="*/ 1127089 w 5741575"/>
              <a:gd name="connsiteY21" fmla="*/ 746926 h 955271"/>
              <a:gd name="connsiteX22" fmla="*/ 1226314 w 5741575"/>
              <a:gd name="connsiteY22" fmla="*/ 722473 h 955271"/>
              <a:gd name="connsiteX23" fmla="*/ 1278773 w 5741575"/>
              <a:gd name="connsiteY23" fmla="*/ 711503 h 955271"/>
              <a:gd name="connsiteX24" fmla="*/ 1317691 w 5741575"/>
              <a:gd name="connsiteY24" fmla="*/ 708529 h 955271"/>
              <a:gd name="connsiteX25" fmla="*/ 1360404 w 5741575"/>
              <a:gd name="connsiteY25" fmla="*/ 675922 h 955271"/>
              <a:gd name="connsiteX26" fmla="*/ 1412292 w 5741575"/>
              <a:gd name="connsiteY26" fmla="*/ 670793 h 955271"/>
              <a:gd name="connsiteX27" fmla="*/ 1494753 w 5741575"/>
              <a:gd name="connsiteY27" fmla="*/ 644686 h 955271"/>
              <a:gd name="connsiteX28" fmla="*/ 1616217 w 5741575"/>
              <a:gd name="connsiteY28" fmla="*/ 622107 h 955271"/>
              <a:gd name="connsiteX29" fmla="*/ 1710928 w 5741575"/>
              <a:gd name="connsiteY29" fmla="*/ 600666 h 955271"/>
              <a:gd name="connsiteX30" fmla="*/ 1743718 w 5741575"/>
              <a:gd name="connsiteY30" fmla="*/ 584327 h 955271"/>
              <a:gd name="connsiteX31" fmla="*/ 1873778 w 5741575"/>
              <a:gd name="connsiteY31" fmla="*/ 530130 h 955271"/>
              <a:gd name="connsiteX32" fmla="*/ 1988411 w 5741575"/>
              <a:gd name="connsiteY32" fmla="*/ 491599 h 955271"/>
              <a:gd name="connsiteX33" fmla="*/ 2085507 w 5741575"/>
              <a:gd name="connsiteY33" fmla="*/ 498527 h 955271"/>
              <a:gd name="connsiteX34" fmla="*/ 2090767 w 5741575"/>
              <a:gd name="connsiteY34" fmla="*/ 490616 h 955271"/>
              <a:gd name="connsiteX35" fmla="*/ 2151143 w 5741575"/>
              <a:gd name="connsiteY35" fmla="*/ 478332 h 955271"/>
              <a:gd name="connsiteX36" fmla="*/ 2378710 w 5741575"/>
              <a:gd name="connsiteY36" fmla="*/ 477570 h 955271"/>
              <a:gd name="connsiteX37" fmla="*/ 2496256 w 5741575"/>
              <a:gd name="connsiteY37" fmla="*/ 452396 h 955271"/>
              <a:gd name="connsiteX38" fmla="*/ 2535387 w 5741575"/>
              <a:gd name="connsiteY38" fmla="*/ 436645 h 955271"/>
              <a:gd name="connsiteX39" fmla="*/ 2601109 w 5741575"/>
              <a:gd name="connsiteY39" fmla="*/ 410678 h 955271"/>
              <a:gd name="connsiteX40" fmla="*/ 2643855 w 5741575"/>
              <a:gd name="connsiteY40" fmla="*/ 374482 h 955271"/>
              <a:gd name="connsiteX41" fmla="*/ 2657726 w 5741575"/>
              <a:gd name="connsiteY41" fmla="*/ 365841 h 955271"/>
              <a:gd name="connsiteX42" fmla="*/ 2687125 w 5741575"/>
              <a:gd name="connsiteY42" fmla="*/ 366820 h 955271"/>
              <a:gd name="connsiteX43" fmla="*/ 2697479 w 5741575"/>
              <a:gd name="connsiteY43" fmla="*/ 361430 h 955271"/>
              <a:gd name="connsiteX44" fmla="*/ 2701547 w 5741575"/>
              <a:gd name="connsiteY44" fmla="*/ 361545 h 955271"/>
              <a:gd name="connsiteX45" fmla="*/ 2711054 w 5741575"/>
              <a:gd name="connsiteY45" fmla="*/ 360597 h 955271"/>
              <a:gd name="connsiteX46" fmla="*/ 2710438 w 5741575"/>
              <a:gd name="connsiteY46" fmla="*/ 366958 h 955271"/>
              <a:gd name="connsiteX47" fmla="*/ 2777227 w 5741575"/>
              <a:gd name="connsiteY47" fmla="*/ 368972 h 955271"/>
              <a:gd name="connsiteX48" fmla="*/ 2779510 w 5741575"/>
              <a:gd name="connsiteY48" fmla="*/ 361652 h 955271"/>
              <a:gd name="connsiteX49" fmla="*/ 2786278 w 5741575"/>
              <a:gd name="connsiteY49" fmla="*/ 359869 h 955271"/>
              <a:gd name="connsiteX50" fmla="*/ 2792101 w 5741575"/>
              <a:gd name="connsiteY50" fmla="*/ 365927 h 955271"/>
              <a:gd name="connsiteX51" fmla="*/ 2885545 w 5741575"/>
              <a:gd name="connsiteY51" fmla="*/ 372818 h 955271"/>
              <a:gd name="connsiteX52" fmla="*/ 3009558 w 5741575"/>
              <a:gd name="connsiteY52" fmla="*/ 370573 h 955271"/>
              <a:gd name="connsiteX53" fmla="*/ 3095010 w 5741575"/>
              <a:gd name="connsiteY53" fmla="*/ 332454 h 955271"/>
              <a:gd name="connsiteX54" fmla="*/ 3103742 w 5741575"/>
              <a:gd name="connsiteY54" fmla="*/ 337974 h 955271"/>
              <a:gd name="connsiteX55" fmla="*/ 3165093 w 5741575"/>
              <a:gd name="connsiteY55" fmla="*/ 329459 h 955271"/>
              <a:gd name="connsiteX56" fmla="*/ 3373785 w 5741575"/>
              <a:gd name="connsiteY56" fmla="*/ 255680 h 955271"/>
              <a:gd name="connsiteX57" fmla="*/ 3493851 w 5741575"/>
              <a:gd name="connsiteY57" fmla="*/ 240255 h 955271"/>
              <a:gd name="connsiteX58" fmla="*/ 3537470 w 5741575"/>
              <a:gd name="connsiteY58" fmla="*/ 241867 h 955271"/>
              <a:gd name="connsiteX59" fmla="*/ 3610489 w 5741575"/>
              <a:gd name="connsiteY59" fmla="*/ 244128 h 955271"/>
              <a:gd name="connsiteX60" fmla="*/ 3667539 w 5741575"/>
              <a:gd name="connsiteY60" fmla="*/ 263271 h 955271"/>
              <a:gd name="connsiteX61" fmla="*/ 3727614 w 5741575"/>
              <a:gd name="connsiteY61" fmla="*/ 258245 h 955271"/>
              <a:gd name="connsiteX62" fmla="*/ 3738369 w 5741575"/>
              <a:gd name="connsiteY62" fmla="*/ 234506 h 955271"/>
              <a:gd name="connsiteX63" fmla="*/ 3803670 w 5741575"/>
              <a:gd name="connsiteY63" fmla="*/ 236457 h 955271"/>
              <a:gd name="connsiteX64" fmla="*/ 3903080 w 5741575"/>
              <a:gd name="connsiteY64" fmla="*/ 241890 h 955271"/>
              <a:gd name="connsiteX65" fmla="*/ 4114838 w 5741575"/>
              <a:gd name="connsiteY65" fmla="*/ 238165 h 955271"/>
              <a:gd name="connsiteX66" fmla="*/ 4271023 w 5741575"/>
              <a:gd name="connsiteY66" fmla="*/ 241959 h 955271"/>
              <a:gd name="connsiteX67" fmla="*/ 4367397 w 5741575"/>
              <a:gd name="connsiteY67" fmla="*/ 271442 h 955271"/>
              <a:gd name="connsiteX68" fmla="*/ 4495366 w 5741575"/>
              <a:gd name="connsiteY68" fmla="*/ 271618 h 955271"/>
              <a:gd name="connsiteX69" fmla="*/ 4517347 w 5741575"/>
              <a:gd name="connsiteY69" fmla="*/ 275639 h 955271"/>
              <a:gd name="connsiteX70" fmla="*/ 4546116 w 5741575"/>
              <a:gd name="connsiteY70" fmla="*/ 268568 h 955271"/>
              <a:gd name="connsiteX71" fmla="*/ 4661259 w 5741575"/>
              <a:gd name="connsiteY71" fmla="*/ 238966 h 955271"/>
              <a:gd name="connsiteX72" fmla="*/ 4750403 w 5741575"/>
              <a:gd name="connsiteY72" fmla="*/ 204364 h 955271"/>
              <a:gd name="connsiteX73" fmla="*/ 4867614 w 5741575"/>
              <a:gd name="connsiteY73" fmla="*/ 208668 h 955271"/>
              <a:gd name="connsiteX74" fmla="*/ 4937036 w 5741575"/>
              <a:gd name="connsiteY74" fmla="*/ 195446 h 955271"/>
              <a:gd name="connsiteX75" fmla="*/ 5047626 w 5741575"/>
              <a:gd name="connsiteY75" fmla="*/ 149604 h 955271"/>
              <a:gd name="connsiteX76" fmla="*/ 5200247 w 5741575"/>
              <a:gd name="connsiteY76" fmla="*/ 142695 h 955271"/>
              <a:gd name="connsiteX77" fmla="*/ 5235691 w 5741575"/>
              <a:gd name="connsiteY77" fmla="*/ 173330 h 955271"/>
              <a:gd name="connsiteX78" fmla="*/ 5280133 w 5741575"/>
              <a:gd name="connsiteY78" fmla="*/ 189342 h 955271"/>
              <a:gd name="connsiteX79" fmla="*/ 5291963 w 5741575"/>
              <a:gd name="connsiteY79" fmla="*/ 139446 h 955271"/>
              <a:gd name="connsiteX80" fmla="*/ 5418472 w 5741575"/>
              <a:gd name="connsiteY80" fmla="*/ 89163 h 955271"/>
              <a:gd name="connsiteX81" fmla="*/ 5482354 w 5741575"/>
              <a:gd name="connsiteY81" fmla="*/ 69470 h 955271"/>
              <a:gd name="connsiteX82" fmla="*/ 5583280 w 5741575"/>
              <a:gd name="connsiteY82" fmla="*/ 49787 h 955271"/>
              <a:gd name="connsiteX83" fmla="*/ 5613766 w 5741575"/>
              <a:gd name="connsiteY83" fmla="*/ 41855 h 955271"/>
              <a:gd name="connsiteX84" fmla="*/ 5684952 w 5741575"/>
              <a:gd name="connsiteY84" fmla="*/ 26088 h 955271"/>
              <a:gd name="connsiteX85" fmla="*/ 5741575 w 5741575"/>
              <a:gd name="connsiteY85" fmla="*/ 0 h 955271"/>
              <a:gd name="connsiteX0" fmla="*/ 5741575 w 5741575"/>
              <a:gd name="connsiteY0" fmla="*/ 0 h 955271"/>
              <a:gd name="connsiteX1" fmla="*/ 5741575 w 5741575"/>
              <a:gd name="connsiteY1" fmla="*/ 955271 h 955271"/>
              <a:gd name="connsiteX2" fmla="*/ 0 w 5741575"/>
              <a:gd name="connsiteY2" fmla="*/ 955271 h 955271"/>
              <a:gd name="connsiteX3" fmla="*/ 8558 w 5741575"/>
              <a:gd name="connsiteY3" fmla="*/ 953971 h 955271"/>
              <a:gd name="connsiteX4" fmla="*/ 16894 w 5741575"/>
              <a:gd name="connsiteY4" fmla="*/ 953847 h 955271"/>
              <a:gd name="connsiteX5" fmla="*/ 28156 w 5741575"/>
              <a:gd name="connsiteY5" fmla="*/ 951374 h 955271"/>
              <a:gd name="connsiteX6" fmla="*/ 28293 w 5741575"/>
              <a:gd name="connsiteY6" fmla="*/ 950971 h 955271"/>
              <a:gd name="connsiteX7" fmla="*/ 59229 w 5741575"/>
              <a:gd name="connsiteY7" fmla="*/ 903950 h 955271"/>
              <a:gd name="connsiteX8" fmla="*/ 148657 w 5741575"/>
              <a:gd name="connsiteY8" fmla="*/ 898134 h 955271"/>
              <a:gd name="connsiteX9" fmla="*/ 174554 w 5741575"/>
              <a:gd name="connsiteY9" fmla="*/ 886351 h 955271"/>
              <a:gd name="connsiteX10" fmla="*/ 187633 w 5741575"/>
              <a:gd name="connsiteY10" fmla="*/ 878226 h 955271"/>
              <a:gd name="connsiteX11" fmla="*/ 187961 w 5741575"/>
              <a:gd name="connsiteY11" fmla="*/ 876538 h 955271"/>
              <a:gd name="connsiteX12" fmla="*/ 240501 w 5741575"/>
              <a:gd name="connsiteY12" fmla="*/ 873150 h 955271"/>
              <a:gd name="connsiteX13" fmla="*/ 246345 w 5741575"/>
              <a:gd name="connsiteY13" fmla="*/ 869942 h 955271"/>
              <a:gd name="connsiteX14" fmla="*/ 306299 w 5741575"/>
              <a:gd name="connsiteY14" fmla="*/ 873609 h 955271"/>
              <a:gd name="connsiteX15" fmla="*/ 331571 w 5741575"/>
              <a:gd name="connsiteY15" fmla="*/ 869866 h 955271"/>
              <a:gd name="connsiteX16" fmla="*/ 384157 w 5741575"/>
              <a:gd name="connsiteY16" fmla="*/ 867971 h 955271"/>
              <a:gd name="connsiteX17" fmla="*/ 477637 w 5741575"/>
              <a:gd name="connsiteY17" fmla="*/ 870334 h 955271"/>
              <a:gd name="connsiteX18" fmla="*/ 570239 w 5741575"/>
              <a:gd name="connsiteY18" fmla="*/ 829596 h 955271"/>
              <a:gd name="connsiteX19" fmla="*/ 772070 w 5741575"/>
              <a:gd name="connsiteY19" fmla="*/ 820296 h 955271"/>
              <a:gd name="connsiteX20" fmla="*/ 948872 w 5741575"/>
              <a:gd name="connsiteY20" fmla="*/ 772201 h 955271"/>
              <a:gd name="connsiteX21" fmla="*/ 1127089 w 5741575"/>
              <a:gd name="connsiteY21" fmla="*/ 746926 h 955271"/>
              <a:gd name="connsiteX22" fmla="*/ 1226314 w 5741575"/>
              <a:gd name="connsiteY22" fmla="*/ 722473 h 955271"/>
              <a:gd name="connsiteX23" fmla="*/ 1278773 w 5741575"/>
              <a:gd name="connsiteY23" fmla="*/ 711503 h 955271"/>
              <a:gd name="connsiteX24" fmla="*/ 1317691 w 5741575"/>
              <a:gd name="connsiteY24" fmla="*/ 708529 h 955271"/>
              <a:gd name="connsiteX25" fmla="*/ 1360404 w 5741575"/>
              <a:gd name="connsiteY25" fmla="*/ 675922 h 955271"/>
              <a:gd name="connsiteX26" fmla="*/ 1412292 w 5741575"/>
              <a:gd name="connsiteY26" fmla="*/ 670793 h 955271"/>
              <a:gd name="connsiteX27" fmla="*/ 1494753 w 5741575"/>
              <a:gd name="connsiteY27" fmla="*/ 644686 h 955271"/>
              <a:gd name="connsiteX28" fmla="*/ 1616217 w 5741575"/>
              <a:gd name="connsiteY28" fmla="*/ 622107 h 955271"/>
              <a:gd name="connsiteX29" fmla="*/ 1710928 w 5741575"/>
              <a:gd name="connsiteY29" fmla="*/ 600666 h 955271"/>
              <a:gd name="connsiteX30" fmla="*/ 1743718 w 5741575"/>
              <a:gd name="connsiteY30" fmla="*/ 584327 h 955271"/>
              <a:gd name="connsiteX31" fmla="*/ 1873778 w 5741575"/>
              <a:gd name="connsiteY31" fmla="*/ 530130 h 955271"/>
              <a:gd name="connsiteX32" fmla="*/ 1988411 w 5741575"/>
              <a:gd name="connsiteY32" fmla="*/ 491599 h 955271"/>
              <a:gd name="connsiteX33" fmla="*/ 2085507 w 5741575"/>
              <a:gd name="connsiteY33" fmla="*/ 498527 h 955271"/>
              <a:gd name="connsiteX34" fmla="*/ 2090767 w 5741575"/>
              <a:gd name="connsiteY34" fmla="*/ 490616 h 955271"/>
              <a:gd name="connsiteX35" fmla="*/ 2151143 w 5741575"/>
              <a:gd name="connsiteY35" fmla="*/ 478332 h 955271"/>
              <a:gd name="connsiteX36" fmla="*/ 2378710 w 5741575"/>
              <a:gd name="connsiteY36" fmla="*/ 477570 h 955271"/>
              <a:gd name="connsiteX37" fmla="*/ 2496256 w 5741575"/>
              <a:gd name="connsiteY37" fmla="*/ 452396 h 955271"/>
              <a:gd name="connsiteX38" fmla="*/ 2535387 w 5741575"/>
              <a:gd name="connsiteY38" fmla="*/ 436645 h 955271"/>
              <a:gd name="connsiteX39" fmla="*/ 2601109 w 5741575"/>
              <a:gd name="connsiteY39" fmla="*/ 410678 h 955271"/>
              <a:gd name="connsiteX40" fmla="*/ 2643855 w 5741575"/>
              <a:gd name="connsiteY40" fmla="*/ 374482 h 955271"/>
              <a:gd name="connsiteX41" fmla="*/ 2657726 w 5741575"/>
              <a:gd name="connsiteY41" fmla="*/ 365841 h 955271"/>
              <a:gd name="connsiteX42" fmla="*/ 2687125 w 5741575"/>
              <a:gd name="connsiteY42" fmla="*/ 366820 h 955271"/>
              <a:gd name="connsiteX43" fmla="*/ 2697479 w 5741575"/>
              <a:gd name="connsiteY43" fmla="*/ 361430 h 955271"/>
              <a:gd name="connsiteX44" fmla="*/ 2701547 w 5741575"/>
              <a:gd name="connsiteY44" fmla="*/ 361545 h 955271"/>
              <a:gd name="connsiteX45" fmla="*/ 2711054 w 5741575"/>
              <a:gd name="connsiteY45" fmla="*/ 360597 h 955271"/>
              <a:gd name="connsiteX46" fmla="*/ 2777227 w 5741575"/>
              <a:gd name="connsiteY46" fmla="*/ 368972 h 955271"/>
              <a:gd name="connsiteX47" fmla="*/ 2779510 w 5741575"/>
              <a:gd name="connsiteY47" fmla="*/ 361652 h 955271"/>
              <a:gd name="connsiteX48" fmla="*/ 2786278 w 5741575"/>
              <a:gd name="connsiteY48" fmla="*/ 359869 h 955271"/>
              <a:gd name="connsiteX49" fmla="*/ 2792101 w 5741575"/>
              <a:gd name="connsiteY49" fmla="*/ 365927 h 955271"/>
              <a:gd name="connsiteX50" fmla="*/ 2885545 w 5741575"/>
              <a:gd name="connsiteY50" fmla="*/ 372818 h 955271"/>
              <a:gd name="connsiteX51" fmla="*/ 3009558 w 5741575"/>
              <a:gd name="connsiteY51" fmla="*/ 370573 h 955271"/>
              <a:gd name="connsiteX52" fmla="*/ 3095010 w 5741575"/>
              <a:gd name="connsiteY52" fmla="*/ 332454 h 955271"/>
              <a:gd name="connsiteX53" fmla="*/ 3103742 w 5741575"/>
              <a:gd name="connsiteY53" fmla="*/ 337974 h 955271"/>
              <a:gd name="connsiteX54" fmla="*/ 3165093 w 5741575"/>
              <a:gd name="connsiteY54" fmla="*/ 329459 h 955271"/>
              <a:gd name="connsiteX55" fmla="*/ 3373785 w 5741575"/>
              <a:gd name="connsiteY55" fmla="*/ 255680 h 955271"/>
              <a:gd name="connsiteX56" fmla="*/ 3493851 w 5741575"/>
              <a:gd name="connsiteY56" fmla="*/ 240255 h 955271"/>
              <a:gd name="connsiteX57" fmla="*/ 3537470 w 5741575"/>
              <a:gd name="connsiteY57" fmla="*/ 241867 h 955271"/>
              <a:gd name="connsiteX58" fmla="*/ 3610489 w 5741575"/>
              <a:gd name="connsiteY58" fmla="*/ 244128 h 955271"/>
              <a:gd name="connsiteX59" fmla="*/ 3667539 w 5741575"/>
              <a:gd name="connsiteY59" fmla="*/ 263271 h 955271"/>
              <a:gd name="connsiteX60" fmla="*/ 3727614 w 5741575"/>
              <a:gd name="connsiteY60" fmla="*/ 258245 h 955271"/>
              <a:gd name="connsiteX61" fmla="*/ 3738369 w 5741575"/>
              <a:gd name="connsiteY61" fmla="*/ 234506 h 955271"/>
              <a:gd name="connsiteX62" fmla="*/ 3803670 w 5741575"/>
              <a:gd name="connsiteY62" fmla="*/ 236457 h 955271"/>
              <a:gd name="connsiteX63" fmla="*/ 3903080 w 5741575"/>
              <a:gd name="connsiteY63" fmla="*/ 241890 h 955271"/>
              <a:gd name="connsiteX64" fmla="*/ 4114838 w 5741575"/>
              <a:gd name="connsiteY64" fmla="*/ 238165 h 955271"/>
              <a:gd name="connsiteX65" fmla="*/ 4271023 w 5741575"/>
              <a:gd name="connsiteY65" fmla="*/ 241959 h 955271"/>
              <a:gd name="connsiteX66" fmla="*/ 4367397 w 5741575"/>
              <a:gd name="connsiteY66" fmla="*/ 271442 h 955271"/>
              <a:gd name="connsiteX67" fmla="*/ 4495366 w 5741575"/>
              <a:gd name="connsiteY67" fmla="*/ 271618 h 955271"/>
              <a:gd name="connsiteX68" fmla="*/ 4517347 w 5741575"/>
              <a:gd name="connsiteY68" fmla="*/ 275639 h 955271"/>
              <a:gd name="connsiteX69" fmla="*/ 4546116 w 5741575"/>
              <a:gd name="connsiteY69" fmla="*/ 268568 h 955271"/>
              <a:gd name="connsiteX70" fmla="*/ 4661259 w 5741575"/>
              <a:gd name="connsiteY70" fmla="*/ 238966 h 955271"/>
              <a:gd name="connsiteX71" fmla="*/ 4750403 w 5741575"/>
              <a:gd name="connsiteY71" fmla="*/ 204364 h 955271"/>
              <a:gd name="connsiteX72" fmla="*/ 4867614 w 5741575"/>
              <a:gd name="connsiteY72" fmla="*/ 208668 h 955271"/>
              <a:gd name="connsiteX73" fmla="*/ 4937036 w 5741575"/>
              <a:gd name="connsiteY73" fmla="*/ 195446 h 955271"/>
              <a:gd name="connsiteX74" fmla="*/ 5047626 w 5741575"/>
              <a:gd name="connsiteY74" fmla="*/ 149604 h 955271"/>
              <a:gd name="connsiteX75" fmla="*/ 5200247 w 5741575"/>
              <a:gd name="connsiteY75" fmla="*/ 142695 h 955271"/>
              <a:gd name="connsiteX76" fmla="*/ 5235691 w 5741575"/>
              <a:gd name="connsiteY76" fmla="*/ 173330 h 955271"/>
              <a:gd name="connsiteX77" fmla="*/ 5280133 w 5741575"/>
              <a:gd name="connsiteY77" fmla="*/ 189342 h 955271"/>
              <a:gd name="connsiteX78" fmla="*/ 5291963 w 5741575"/>
              <a:gd name="connsiteY78" fmla="*/ 139446 h 955271"/>
              <a:gd name="connsiteX79" fmla="*/ 5418472 w 5741575"/>
              <a:gd name="connsiteY79" fmla="*/ 89163 h 955271"/>
              <a:gd name="connsiteX80" fmla="*/ 5482354 w 5741575"/>
              <a:gd name="connsiteY80" fmla="*/ 69470 h 955271"/>
              <a:gd name="connsiteX81" fmla="*/ 5583280 w 5741575"/>
              <a:gd name="connsiteY81" fmla="*/ 49787 h 955271"/>
              <a:gd name="connsiteX82" fmla="*/ 5613766 w 5741575"/>
              <a:gd name="connsiteY82" fmla="*/ 41855 h 955271"/>
              <a:gd name="connsiteX83" fmla="*/ 5684952 w 5741575"/>
              <a:gd name="connsiteY83" fmla="*/ 26088 h 955271"/>
              <a:gd name="connsiteX84" fmla="*/ 5741575 w 5741575"/>
              <a:gd name="connsiteY84" fmla="*/ 0 h 955271"/>
              <a:gd name="connsiteX0" fmla="*/ 5741575 w 5741575"/>
              <a:gd name="connsiteY0" fmla="*/ 0 h 955271"/>
              <a:gd name="connsiteX1" fmla="*/ 5741575 w 5741575"/>
              <a:gd name="connsiteY1" fmla="*/ 955271 h 955271"/>
              <a:gd name="connsiteX2" fmla="*/ 0 w 5741575"/>
              <a:gd name="connsiteY2" fmla="*/ 955271 h 955271"/>
              <a:gd name="connsiteX3" fmla="*/ 8558 w 5741575"/>
              <a:gd name="connsiteY3" fmla="*/ 953971 h 955271"/>
              <a:gd name="connsiteX4" fmla="*/ 16894 w 5741575"/>
              <a:gd name="connsiteY4" fmla="*/ 953847 h 955271"/>
              <a:gd name="connsiteX5" fmla="*/ 28156 w 5741575"/>
              <a:gd name="connsiteY5" fmla="*/ 951374 h 955271"/>
              <a:gd name="connsiteX6" fmla="*/ 28293 w 5741575"/>
              <a:gd name="connsiteY6" fmla="*/ 950971 h 955271"/>
              <a:gd name="connsiteX7" fmla="*/ 59229 w 5741575"/>
              <a:gd name="connsiteY7" fmla="*/ 903950 h 955271"/>
              <a:gd name="connsiteX8" fmla="*/ 148657 w 5741575"/>
              <a:gd name="connsiteY8" fmla="*/ 898134 h 955271"/>
              <a:gd name="connsiteX9" fmla="*/ 174554 w 5741575"/>
              <a:gd name="connsiteY9" fmla="*/ 886351 h 955271"/>
              <a:gd name="connsiteX10" fmla="*/ 187633 w 5741575"/>
              <a:gd name="connsiteY10" fmla="*/ 878226 h 955271"/>
              <a:gd name="connsiteX11" fmla="*/ 187961 w 5741575"/>
              <a:gd name="connsiteY11" fmla="*/ 876538 h 955271"/>
              <a:gd name="connsiteX12" fmla="*/ 240501 w 5741575"/>
              <a:gd name="connsiteY12" fmla="*/ 873150 h 955271"/>
              <a:gd name="connsiteX13" fmla="*/ 246345 w 5741575"/>
              <a:gd name="connsiteY13" fmla="*/ 869942 h 955271"/>
              <a:gd name="connsiteX14" fmla="*/ 306299 w 5741575"/>
              <a:gd name="connsiteY14" fmla="*/ 873609 h 955271"/>
              <a:gd name="connsiteX15" fmla="*/ 331571 w 5741575"/>
              <a:gd name="connsiteY15" fmla="*/ 869866 h 955271"/>
              <a:gd name="connsiteX16" fmla="*/ 384157 w 5741575"/>
              <a:gd name="connsiteY16" fmla="*/ 867971 h 955271"/>
              <a:gd name="connsiteX17" fmla="*/ 477637 w 5741575"/>
              <a:gd name="connsiteY17" fmla="*/ 870334 h 955271"/>
              <a:gd name="connsiteX18" fmla="*/ 570239 w 5741575"/>
              <a:gd name="connsiteY18" fmla="*/ 829596 h 955271"/>
              <a:gd name="connsiteX19" fmla="*/ 772070 w 5741575"/>
              <a:gd name="connsiteY19" fmla="*/ 820296 h 955271"/>
              <a:gd name="connsiteX20" fmla="*/ 948872 w 5741575"/>
              <a:gd name="connsiteY20" fmla="*/ 772201 h 955271"/>
              <a:gd name="connsiteX21" fmla="*/ 1127089 w 5741575"/>
              <a:gd name="connsiteY21" fmla="*/ 746926 h 955271"/>
              <a:gd name="connsiteX22" fmla="*/ 1226314 w 5741575"/>
              <a:gd name="connsiteY22" fmla="*/ 722473 h 955271"/>
              <a:gd name="connsiteX23" fmla="*/ 1278773 w 5741575"/>
              <a:gd name="connsiteY23" fmla="*/ 711503 h 955271"/>
              <a:gd name="connsiteX24" fmla="*/ 1317691 w 5741575"/>
              <a:gd name="connsiteY24" fmla="*/ 708529 h 955271"/>
              <a:gd name="connsiteX25" fmla="*/ 1360404 w 5741575"/>
              <a:gd name="connsiteY25" fmla="*/ 675922 h 955271"/>
              <a:gd name="connsiteX26" fmla="*/ 1412292 w 5741575"/>
              <a:gd name="connsiteY26" fmla="*/ 670793 h 955271"/>
              <a:gd name="connsiteX27" fmla="*/ 1494753 w 5741575"/>
              <a:gd name="connsiteY27" fmla="*/ 644686 h 955271"/>
              <a:gd name="connsiteX28" fmla="*/ 1616217 w 5741575"/>
              <a:gd name="connsiteY28" fmla="*/ 622107 h 955271"/>
              <a:gd name="connsiteX29" fmla="*/ 1710928 w 5741575"/>
              <a:gd name="connsiteY29" fmla="*/ 600666 h 955271"/>
              <a:gd name="connsiteX30" fmla="*/ 1743718 w 5741575"/>
              <a:gd name="connsiteY30" fmla="*/ 584327 h 955271"/>
              <a:gd name="connsiteX31" fmla="*/ 1873778 w 5741575"/>
              <a:gd name="connsiteY31" fmla="*/ 530130 h 955271"/>
              <a:gd name="connsiteX32" fmla="*/ 1988411 w 5741575"/>
              <a:gd name="connsiteY32" fmla="*/ 491599 h 955271"/>
              <a:gd name="connsiteX33" fmla="*/ 2085507 w 5741575"/>
              <a:gd name="connsiteY33" fmla="*/ 498527 h 955271"/>
              <a:gd name="connsiteX34" fmla="*/ 2090767 w 5741575"/>
              <a:gd name="connsiteY34" fmla="*/ 490616 h 955271"/>
              <a:gd name="connsiteX35" fmla="*/ 2151143 w 5741575"/>
              <a:gd name="connsiteY35" fmla="*/ 478332 h 955271"/>
              <a:gd name="connsiteX36" fmla="*/ 2378710 w 5741575"/>
              <a:gd name="connsiteY36" fmla="*/ 477570 h 955271"/>
              <a:gd name="connsiteX37" fmla="*/ 2496256 w 5741575"/>
              <a:gd name="connsiteY37" fmla="*/ 452396 h 955271"/>
              <a:gd name="connsiteX38" fmla="*/ 2535387 w 5741575"/>
              <a:gd name="connsiteY38" fmla="*/ 436645 h 955271"/>
              <a:gd name="connsiteX39" fmla="*/ 2601109 w 5741575"/>
              <a:gd name="connsiteY39" fmla="*/ 410678 h 955271"/>
              <a:gd name="connsiteX40" fmla="*/ 2643855 w 5741575"/>
              <a:gd name="connsiteY40" fmla="*/ 374482 h 955271"/>
              <a:gd name="connsiteX41" fmla="*/ 2657726 w 5741575"/>
              <a:gd name="connsiteY41" fmla="*/ 365841 h 955271"/>
              <a:gd name="connsiteX42" fmla="*/ 2687125 w 5741575"/>
              <a:gd name="connsiteY42" fmla="*/ 366820 h 955271"/>
              <a:gd name="connsiteX43" fmla="*/ 2697479 w 5741575"/>
              <a:gd name="connsiteY43" fmla="*/ 361430 h 955271"/>
              <a:gd name="connsiteX44" fmla="*/ 2701547 w 5741575"/>
              <a:gd name="connsiteY44" fmla="*/ 361545 h 955271"/>
              <a:gd name="connsiteX45" fmla="*/ 2711054 w 5741575"/>
              <a:gd name="connsiteY45" fmla="*/ 360597 h 955271"/>
              <a:gd name="connsiteX46" fmla="*/ 2777227 w 5741575"/>
              <a:gd name="connsiteY46" fmla="*/ 368972 h 955271"/>
              <a:gd name="connsiteX47" fmla="*/ 2779510 w 5741575"/>
              <a:gd name="connsiteY47" fmla="*/ 361652 h 955271"/>
              <a:gd name="connsiteX48" fmla="*/ 2786278 w 5741575"/>
              <a:gd name="connsiteY48" fmla="*/ 359869 h 955271"/>
              <a:gd name="connsiteX49" fmla="*/ 2885545 w 5741575"/>
              <a:gd name="connsiteY49" fmla="*/ 372818 h 955271"/>
              <a:gd name="connsiteX50" fmla="*/ 3009558 w 5741575"/>
              <a:gd name="connsiteY50" fmla="*/ 370573 h 955271"/>
              <a:gd name="connsiteX51" fmla="*/ 3095010 w 5741575"/>
              <a:gd name="connsiteY51" fmla="*/ 332454 h 955271"/>
              <a:gd name="connsiteX52" fmla="*/ 3103742 w 5741575"/>
              <a:gd name="connsiteY52" fmla="*/ 337974 h 955271"/>
              <a:gd name="connsiteX53" fmla="*/ 3165093 w 5741575"/>
              <a:gd name="connsiteY53" fmla="*/ 329459 h 955271"/>
              <a:gd name="connsiteX54" fmla="*/ 3373785 w 5741575"/>
              <a:gd name="connsiteY54" fmla="*/ 255680 h 955271"/>
              <a:gd name="connsiteX55" fmla="*/ 3493851 w 5741575"/>
              <a:gd name="connsiteY55" fmla="*/ 240255 h 955271"/>
              <a:gd name="connsiteX56" fmla="*/ 3537470 w 5741575"/>
              <a:gd name="connsiteY56" fmla="*/ 241867 h 955271"/>
              <a:gd name="connsiteX57" fmla="*/ 3610489 w 5741575"/>
              <a:gd name="connsiteY57" fmla="*/ 244128 h 955271"/>
              <a:gd name="connsiteX58" fmla="*/ 3667539 w 5741575"/>
              <a:gd name="connsiteY58" fmla="*/ 263271 h 955271"/>
              <a:gd name="connsiteX59" fmla="*/ 3727614 w 5741575"/>
              <a:gd name="connsiteY59" fmla="*/ 258245 h 955271"/>
              <a:gd name="connsiteX60" fmla="*/ 3738369 w 5741575"/>
              <a:gd name="connsiteY60" fmla="*/ 234506 h 955271"/>
              <a:gd name="connsiteX61" fmla="*/ 3803670 w 5741575"/>
              <a:gd name="connsiteY61" fmla="*/ 236457 h 955271"/>
              <a:gd name="connsiteX62" fmla="*/ 3903080 w 5741575"/>
              <a:gd name="connsiteY62" fmla="*/ 241890 h 955271"/>
              <a:gd name="connsiteX63" fmla="*/ 4114838 w 5741575"/>
              <a:gd name="connsiteY63" fmla="*/ 238165 h 955271"/>
              <a:gd name="connsiteX64" fmla="*/ 4271023 w 5741575"/>
              <a:gd name="connsiteY64" fmla="*/ 241959 h 955271"/>
              <a:gd name="connsiteX65" fmla="*/ 4367397 w 5741575"/>
              <a:gd name="connsiteY65" fmla="*/ 271442 h 955271"/>
              <a:gd name="connsiteX66" fmla="*/ 4495366 w 5741575"/>
              <a:gd name="connsiteY66" fmla="*/ 271618 h 955271"/>
              <a:gd name="connsiteX67" fmla="*/ 4517347 w 5741575"/>
              <a:gd name="connsiteY67" fmla="*/ 275639 h 955271"/>
              <a:gd name="connsiteX68" fmla="*/ 4546116 w 5741575"/>
              <a:gd name="connsiteY68" fmla="*/ 268568 h 955271"/>
              <a:gd name="connsiteX69" fmla="*/ 4661259 w 5741575"/>
              <a:gd name="connsiteY69" fmla="*/ 238966 h 955271"/>
              <a:gd name="connsiteX70" fmla="*/ 4750403 w 5741575"/>
              <a:gd name="connsiteY70" fmla="*/ 204364 h 955271"/>
              <a:gd name="connsiteX71" fmla="*/ 4867614 w 5741575"/>
              <a:gd name="connsiteY71" fmla="*/ 208668 h 955271"/>
              <a:gd name="connsiteX72" fmla="*/ 4937036 w 5741575"/>
              <a:gd name="connsiteY72" fmla="*/ 195446 h 955271"/>
              <a:gd name="connsiteX73" fmla="*/ 5047626 w 5741575"/>
              <a:gd name="connsiteY73" fmla="*/ 149604 h 955271"/>
              <a:gd name="connsiteX74" fmla="*/ 5200247 w 5741575"/>
              <a:gd name="connsiteY74" fmla="*/ 142695 h 955271"/>
              <a:gd name="connsiteX75" fmla="*/ 5235691 w 5741575"/>
              <a:gd name="connsiteY75" fmla="*/ 173330 h 955271"/>
              <a:gd name="connsiteX76" fmla="*/ 5280133 w 5741575"/>
              <a:gd name="connsiteY76" fmla="*/ 189342 h 955271"/>
              <a:gd name="connsiteX77" fmla="*/ 5291963 w 5741575"/>
              <a:gd name="connsiteY77" fmla="*/ 139446 h 955271"/>
              <a:gd name="connsiteX78" fmla="*/ 5418472 w 5741575"/>
              <a:gd name="connsiteY78" fmla="*/ 89163 h 955271"/>
              <a:gd name="connsiteX79" fmla="*/ 5482354 w 5741575"/>
              <a:gd name="connsiteY79" fmla="*/ 69470 h 955271"/>
              <a:gd name="connsiteX80" fmla="*/ 5583280 w 5741575"/>
              <a:gd name="connsiteY80" fmla="*/ 49787 h 955271"/>
              <a:gd name="connsiteX81" fmla="*/ 5613766 w 5741575"/>
              <a:gd name="connsiteY81" fmla="*/ 41855 h 955271"/>
              <a:gd name="connsiteX82" fmla="*/ 5684952 w 5741575"/>
              <a:gd name="connsiteY82" fmla="*/ 26088 h 955271"/>
              <a:gd name="connsiteX83" fmla="*/ 5741575 w 5741575"/>
              <a:gd name="connsiteY83" fmla="*/ 0 h 955271"/>
              <a:gd name="connsiteX0" fmla="*/ 5741575 w 5741575"/>
              <a:gd name="connsiteY0" fmla="*/ 0 h 955271"/>
              <a:gd name="connsiteX1" fmla="*/ 5741575 w 5741575"/>
              <a:gd name="connsiteY1" fmla="*/ 955271 h 955271"/>
              <a:gd name="connsiteX2" fmla="*/ 0 w 5741575"/>
              <a:gd name="connsiteY2" fmla="*/ 955271 h 955271"/>
              <a:gd name="connsiteX3" fmla="*/ 8558 w 5741575"/>
              <a:gd name="connsiteY3" fmla="*/ 953971 h 955271"/>
              <a:gd name="connsiteX4" fmla="*/ 16894 w 5741575"/>
              <a:gd name="connsiteY4" fmla="*/ 953847 h 955271"/>
              <a:gd name="connsiteX5" fmla="*/ 28156 w 5741575"/>
              <a:gd name="connsiteY5" fmla="*/ 951374 h 955271"/>
              <a:gd name="connsiteX6" fmla="*/ 28293 w 5741575"/>
              <a:gd name="connsiteY6" fmla="*/ 950971 h 955271"/>
              <a:gd name="connsiteX7" fmla="*/ 59229 w 5741575"/>
              <a:gd name="connsiteY7" fmla="*/ 903950 h 955271"/>
              <a:gd name="connsiteX8" fmla="*/ 148657 w 5741575"/>
              <a:gd name="connsiteY8" fmla="*/ 898134 h 955271"/>
              <a:gd name="connsiteX9" fmla="*/ 174554 w 5741575"/>
              <a:gd name="connsiteY9" fmla="*/ 886351 h 955271"/>
              <a:gd name="connsiteX10" fmla="*/ 187633 w 5741575"/>
              <a:gd name="connsiteY10" fmla="*/ 878226 h 955271"/>
              <a:gd name="connsiteX11" fmla="*/ 187961 w 5741575"/>
              <a:gd name="connsiteY11" fmla="*/ 876538 h 955271"/>
              <a:gd name="connsiteX12" fmla="*/ 240501 w 5741575"/>
              <a:gd name="connsiteY12" fmla="*/ 873150 h 955271"/>
              <a:gd name="connsiteX13" fmla="*/ 246345 w 5741575"/>
              <a:gd name="connsiteY13" fmla="*/ 869942 h 955271"/>
              <a:gd name="connsiteX14" fmla="*/ 306299 w 5741575"/>
              <a:gd name="connsiteY14" fmla="*/ 873609 h 955271"/>
              <a:gd name="connsiteX15" fmla="*/ 331571 w 5741575"/>
              <a:gd name="connsiteY15" fmla="*/ 869866 h 955271"/>
              <a:gd name="connsiteX16" fmla="*/ 384157 w 5741575"/>
              <a:gd name="connsiteY16" fmla="*/ 867971 h 955271"/>
              <a:gd name="connsiteX17" fmla="*/ 477637 w 5741575"/>
              <a:gd name="connsiteY17" fmla="*/ 870334 h 955271"/>
              <a:gd name="connsiteX18" fmla="*/ 570239 w 5741575"/>
              <a:gd name="connsiteY18" fmla="*/ 829596 h 955271"/>
              <a:gd name="connsiteX19" fmla="*/ 772070 w 5741575"/>
              <a:gd name="connsiteY19" fmla="*/ 820296 h 955271"/>
              <a:gd name="connsiteX20" fmla="*/ 948872 w 5741575"/>
              <a:gd name="connsiteY20" fmla="*/ 772201 h 955271"/>
              <a:gd name="connsiteX21" fmla="*/ 1127089 w 5741575"/>
              <a:gd name="connsiteY21" fmla="*/ 746926 h 955271"/>
              <a:gd name="connsiteX22" fmla="*/ 1226314 w 5741575"/>
              <a:gd name="connsiteY22" fmla="*/ 722473 h 955271"/>
              <a:gd name="connsiteX23" fmla="*/ 1278773 w 5741575"/>
              <a:gd name="connsiteY23" fmla="*/ 711503 h 955271"/>
              <a:gd name="connsiteX24" fmla="*/ 1317691 w 5741575"/>
              <a:gd name="connsiteY24" fmla="*/ 708529 h 955271"/>
              <a:gd name="connsiteX25" fmla="*/ 1360404 w 5741575"/>
              <a:gd name="connsiteY25" fmla="*/ 675922 h 955271"/>
              <a:gd name="connsiteX26" fmla="*/ 1412292 w 5741575"/>
              <a:gd name="connsiteY26" fmla="*/ 670793 h 955271"/>
              <a:gd name="connsiteX27" fmla="*/ 1494753 w 5741575"/>
              <a:gd name="connsiteY27" fmla="*/ 644686 h 955271"/>
              <a:gd name="connsiteX28" fmla="*/ 1616217 w 5741575"/>
              <a:gd name="connsiteY28" fmla="*/ 622107 h 955271"/>
              <a:gd name="connsiteX29" fmla="*/ 1710928 w 5741575"/>
              <a:gd name="connsiteY29" fmla="*/ 600666 h 955271"/>
              <a:gd name="connsiteX30" fmla="*/ 1743718 w 5741575"/>
              <a:gd name="connsiteY30" fmla="*/ 584327 h 955271"/>
              <a:gd name="connsiteX31" fmla="*/ 1873778 w 5741575"/>
              <a:gd name="connsiteY31" fmla="*/ 530130 h 955271"/>
              <a:gd name="connsiteX32" fmla="*/ 1988411 w 5741575"/>
              <a:gd name="connsiteY32" fmla="*/ 491599 h 955271"/>
              <a:gd name="connsiteX33" fmla="*/ 2085507 w 5741575"/>
              <a:gd name="connsiteY33" fmla="*/ 498527 h 955271"/>
              <a:gd name="connsiteX34" fmla="*/ 2090767 w 5741575"/>
              <a:gd name="connsiteY34" fmla="*/ 490616 h 955271"/>
              <a:gd name="connsiteX35" fmla="*/ 2151143 w 5741575"/>
              <a:gd name="connsiteY35" fmla="*/ 478332 h 955271"/>
              <a:gd name="connsiteX36" fmla="*/ 2378710 w 5741575"/>
              <a:gd name="connsiteY36" fmla="*/ 477570 h 955271"/>
              <a:gd name="connsiteX37" fmla="*/ 2496256 w 5741575"/>
              <a:gd name="connsiteY37" fmla="*/ 452396 h 955271"/>
              <a:gd name="connsiteX38" fmla="*/ 2535387 w 5741575"/>
              <a:gd name="connsiteY38" fmla="*/ 436645 h 955271"/>
              <a:gd name="connsiteX39" fmla="*/ 2601109 w 5741575"/>
              <a:gd name="connsiteY39" fmla="*/ 410678 h 955271"/>
              <a:gd name="connsiteX40" fmla="*/ 2643855 w 5741575"/>
              <a:gd name="connsiteY40" fmla="*/ 374482 h 955271"/>
              <a:gd name="connsiteX41" fmla="*/ 2657726 w 5741575"/>
              <a:gd name="connsiteY41" fmla="*/ 365841 h 955271"/>
              <a:gd name="connsiteX42" fmla="*/ 2687125 w 5741575"/>
              <a:gd name="connsiteY42" fmla="*/ 366820 h 955271"/>
              <a:gd name="connsiteX43" fmla="*/ 2697479 w 5741575"/>
              <a:gd name="connsiteY43" fmla="*/ 361430 h 955271"/>
              <a:gd name="connsiteX44" fmla="*/ 2701547 w 5741575"/>
              <a:gd name="connsiteY44" fmla="*/ 361545 h 955271"/>
              <a:gd name="connsiteX45" fmla="*/ 2711054 w 5741575"/>
              <a:gd name="connsiteY45" fmla="*/ 360597 h 955271"/>
              <a:gd name="connsiteX46" fmla="*/ 2777227 w 5741575"/>
              <a:gd name="connsiteY46" fmla="*/ 368972 h 955271"/>
              <a:gd name="connsiteX47" fmla="*/ 2779510 w 5741575"/>
              <a:gd name="connsiteY47" fmla="*/ 361652 h 955271"/>
              <a:gd name="connsiteX48" fmla="*/ 2885545 w 5741575"/>
              <a:gd name="connsiteY48" fmla="*/ 372818 h 955271"/>
              <a:gd name="connsiteX49" fmla="*/ 3009558 w 5741575"/>
              <a:gd name="connsiteY49" fmla="*/ 370573 h 955271"/>
              <a:gd name="connsiteX50" fmla="*/ 3095010 w 5741575"/>
              <a:gd name="connsiteY50" fmla="*/ 332454 h 955271"/>
              <a:gd name="connsiteX51" fmla="*/ 3103742 w 5741575"/>
              <a:gd name="connsiteY51" fmla="*/ 337974 h 955271"/>
              <a:gd name="connsiteX52" fmla="*/ 3165093 w 5741575"/>
              <a:gd name="connsiteY52" fmla="*/ 329459 h 955271"/>
              <a:gd name="connsiteX53" fmla="*/ 3373785 w 5741575"/>
              <a:gd name="connsiteY53" fmla="*/ 255680 h 955271"/>
              <a:gd name="connsiteX54" fmla="*/ 3493851 w 5741575"/>
              <a:gd name="connsiteY54" fmla="*/ 240255 h 955271"/>
              <a:gd name="connsiteX55" fmla="*/ 3537470 w 5741575"/>
              <a:gd name="connsiteY55" fmla="*/ 241867 h 955271"/>
              <a:gd name="connsiteX56" fmla="*/ 3610489 w 5741575"/>
              <a:gd name="connsiteY56" fmla="*/ 244128 h 955271"/>
              <a:gd name="connsiteX57" fmla="*/ 3667539 w 5741575"/>
              <a:gd name="connsiteY57" fmla="*/ 263271 h 955271"/>
              <a:gd name="connsiteX58" fmla="*/ 3727614 w 5741575"/>
              <a:gd name="connsiteY58" fmla="*/ 258245 h 955271"/>
              <a:gd name="connsiteX59" fmla="*/ 3738369 w 5741575"/>
              <a:gd name="connsiteY59" fmla="*/ 234506 h 955271"/>
              <a:gd name="connsiteX60" fmla="*/ 3803670 w 5741575"/>
              <a:gd name="connsiteY60" fmla="*/ 236457 h 955271"/>
              <a:gd name="connsiteX61" fmla="*/ 3903080 w 5741575"/>
              <a:gd name="connsiteY61" fmla="*/ 241890 h 955271"/>
              <a:gd name="connsiteX62" fmla="*/ 4114838 w 5741575"/>
              <a:gd name="connsiteY62" fmla="*/ 238165 h 955271"/>
              <a:gd name="connsiteX63" fmla="*/ 4271023 w 5741575"/>
              <a:gd name="connsiteY63" fmla="*/ 241959 h 955271"/>
              <a:gd name="connsiteX64" fmla="*/ 4367397 w 5741575"/>
              <a:gd name="connsiteY64" fmla="*/ 271442 h 955271"/>
              <a:gd name="connsiteX65" fmla="*/ 4495366 w 5741575"/>
              <a:gd name="connsiteY65" fmla="*/ 271618 h 955271"/>
              <a:gd name="connsiteX66" fmla="*/ 4517347 w 5741575"/>
              <a:gd name="connsiteY66" fmla="*/ 275639 h 955271"/>
              <a:gd name="connsiteX67" fmla="*/ 4546116 w 5741575"/>
              <a:gd name="connsiteY67" fmla="*/ 268568 h 955271"/>
              <a:gd name="connsiteX68" fmla="*/ 4661259 w 5741575"/>
              <a:gd name="connsiteY68" fmla="*/ 238966 h 955271"/>
              <a:gd name="connsiteX69" fmla="*/ 4750403 w 5741575"/>
              <a:gd name="connsiteY69" fmla="*/ 204364 h 955271"/>
              <a:gd name="connsiteX70" fmla="*/ 4867614 w 5741575"/>
              <a:gd name="connsiteY70" fmla="*/ 208668 h 955271"/>
              <a:gd name="connsiteX71" fmla="*/ 4937036 w 5741575"/>
              <a:gd name="connsiteY71" fmla="*/ 195446 h 955271"/>
              <a:gd name="connsiteX72" fmla="*/ 5047626 w 5741575"/>
              <a:gd name="connsiteY72" fmla="*/ 149604 h 955271"/>
              <a:gd name="connsiteX73" fmla="*/ 5200247 w 5741575"/>
              <a:gd name="connsiteY73" fmla="*/ 142695 h 955271"/>
              <a:gd name="connsiteX74" fmla="*/ 5235691 w 5741575"/>
              <a:gd name="connsiteY74" fmla="*/ 173330 h 955271"/>
              <a:gd name="connsiteX75" fmla="*/ 5280133 w 5741575"/>
              <a:gd name="connsiteY75" fmla="*/ 189342 h 955271"/>
              <a:gd name="connsiteX76" fmla="*/ 5291963 w 5741575"/>
              <a:gd name="connsiteY76" fmla="*/ 139446 h 955271"/>
              <a:gd name="connsiteX77" fmla="*/ 5418472 w 5741575"/>
              <a:gd name="connsiteY77" fmla="*/ 89163 h 955271"/>
              <a:gd name="connsiteX78" fmla="*/ 5482354 w 5741575"/>
              <a:gd name="connsiteY78" fmla="*/ 69470 h 955271"/>
              <a:gd name="connsiteX79" fmla="*/ 5583280 w 5741575"/>
              <a:gd name="connsiteY79" fmla="*/ 49787 h 955271"/>
              <a:gd name="connsiteX80" fmla="*/ 5613766 w 5741575"/>
              <a:gd name="connsiteY80" fmla="*/ 41855 h 955271"/>
              <a:gd name="connsiteX81" fmla="*/ 5684952 w 5741575"/>
              <a:gd name="connsiteY81" fmla="*/ 26088 h 955271"/>
              <a:gd name="connsiteX82" fmla="*/ 5741575 w 5741575"/>
              <a:gd name="connsiteY82" fmla="*/ 0 h 955271"/>
              <a:gd name="connsiteX0" fmla="*/ 5741575 w 5741575"/>
              <a:gd name="connsiteY0" fmla="*/ 0 h 955271"/>
              <a:gd name="connsiteX1" fmla="*/ 5741575 w 5741575"/>
              <a:gd name="connsiteY1" fmla="*/ 955271 h 955271"/>
              <a:gd name="connsiteX2" fmla="*/ 0 w 5741575"/>
              <a:gd name="connsiteY2" fmla="*/ 955271 h 955271"/>
              <a:gd name="connsiteX3" fmla="*/ 8558 w 5741575"/>
              <a:gd name="connsiteY3" fmla="*/ 953971 h 955271"/>
              <a:gd name="connsiteX4" fmla="*/ 16894 w 5741575"/>
              <a:gd name="connsiteY4" fmla="*/ 953847 h 955271"/>
              <a:gd name="connsiteX5" fmla="*/ 28156 w 5741575"/>
              <a:gd name="connsiteY5" fmla="*/ 951374 h 955271"/>
              <a:gd name="connsiteX6" fmla="*/ 28293 w 5741575"/>
              <a:gd name="connsiteY6" fmla="*/ 950971 h 955271"/>
              <a:gd name="connsiteX7" fmla="*/ 59229 w 5741575"/>
              <a:gd name="connsiteY7" fmla="*/ 903950 h 955271"/>
              <a:gd name="connsiteX8" fmla="*/ 148657 w 5741575"/>
              <a:gd name="connsiteY8" fmla="*/ 898134 h 955271"/>
              <a:gd name="connsiteX9" fmla="*/ 174554 w 5741575"/>
              <a:gd name="connsiteY9" fmla="*/ 886351 h 955271"/>
              <a:gd name="connsiteX10" fmla="*/ 187633 w 5741575"/>
              <a:gd name="connsiteY10" fmla="*/ 878226 h 955271"/>
              <a:gd name="connsiteX11" fmla="*/ 187961 w 5741575"/>
              <a:gd name="connsiteY11" fmla="*/ 876538 h 955271"/>
              <a:gd name="connsiteX12" fmla="*/ 240501 w 5741575"/>
              <a:gd name="connsiteY12" fmla="*/ 873150 h 955271"/>
              <a:gd name="connsiteX13" fmla="*/ 246345 w 5741575"/>
              <a:gd name="connsiteY13" fmla="*/ 869942 h 955271"/>
              <a:gd name="connsiteX14" fmla="*/ 306299 w 5741575"/>
              <a:gd name="connsiteY14" fmla="*/ 873609 h 955271"/>
              <a:gd name="connsiteX15" fmla="*/ 331571 w 5741575"/>
              <a:gd name="connsiteY15" fmla="*/ 869866 h 955271"/>
              <a:gd name="connsiteX16" fmla="*/ 384157 w 5741575"/>
              <a:gd name="connsiteY16" fmla="*/ 867971 h 955271"/>
              <a:gd name="connsiteX17" fmla="*/ 477637 w 5741575"/>
              <a:gd name="connsiteY17" fmla="*/ 870334 h 955271"/>
              <a:gd name="connsiteX18" fmla="*/ 570239 w 5741575"/>
              <a:gd name="connsiteY18" fmla="*/ 829596 h 955271"/>
              <a:gd name="connsiteX19" fmla="*/ 772070 w 5741575"/>
              <a:gd name="connsiteY19" fmla="*/ 820296 h 955271"/>
              <a:gd name="connsiteX20" fmla="*/ 948872 w 5741575"/>
              <a:gd name="connsiteY20" fmla="*/ 772201 h 955271"/>
              <a:gd name="connsiteX21" fmla="*/ 1127089 w 5741575"/>
              <a:gd name="connsiteY21" fmla="*/ 746926 h 955271"/>
              <a:gd name="connsiteX22" fmla="*/ 1226314 w 5741575"/>
              <a:gd name="connsiteY22" fmla="*/ 722473 h 955271"/>
              <a:gd name="connsiteX23" fmla="*/ 1278773 w 5741575"/>
              <a:gd name="connsiteY23" fmla="*/ 711503 h 955271"/>
              <a:gd name="connsiteX24" fmla="*/ 1317691 w 5741575"/>
              <a:gd name="connsiteY24" fmla="*/ 708529 h 955271"/>
              <a:gd name="connsiteX25" fmla="*/ 1360404 w 5741575"/>
              <a:gd name="connsiteY25" fmla="*/ 675922 h 955271"/>
              <a:gd name="connsiteX26" fmla="*/ 1412292 w 5741575"/>
              <a:gd name="connsiteY26" fmla="*/ 670793 h 955271"/>
              <a:gd name="connsiteX27" fmla="*/ 1494753 w 5741575"/>
              <a:gd name="connsiteY27" fmla="*/ 644686 h 955271"/>
              <a:gd name="connsiteX28" fmla="*/ 1616217 w 5741575"/>
              <a:gd name="connsiteY28" fmla="*/ 622107 h 955271"/>
              <a:gd name="connsiteX29" fmla="*/ 1710928 w 5741575"/>
              <a:gd name="connsiteY29" fmla="*/ 600666 h 955271"/>
              <a:gd name="connsiteX30" fmla="*/ 1743718 w 5741575"/>
              <a:gd name="connsiteY30" fmla="*/ 584327 h 955271"/>
              <a:gd name="connsiteX31" fmla="*/ 1873778 w 5741575"/>
              <a:gd name="connsiteY31" fmla="*/ 530130 h 955271"/>
              <a:gd name="connsiteX32" fmla="*/ 1988411 w 5741575"/>
              <a:gd name="connsiteY32" fmla="*/ 491599 h 955271"/>
              <a:gd name="connsiteX33" fmla="*/ 2085507 w 5741575"/>
              <a:gd name="connsiteY33" fmla="*/ 498527 h 955271"/>
              <a:gd name="connsiteX34" fmla="*/ 2090767 w 5741575"/>
              <a:gd name="connsiteY34" fmla="*/ 490616 h 955271"/>
              <a:gd name="connsiteX35" fmla="*/ 2151143 w 5741575"/>
              <a:gd name="connsiteY35" fmla="*/ 478332 h 955271"/>
              <a:gd name="connsiteX36" fmla="*/ 2378710 w 5741575"/>
              <a:gd name="connsiteY36" fmla="*/ 477570 h 955271"/>
              <a:gd name="connsiteX37" fmla="*/ 2496256 w 5741575"/>
              <a:gd name="connsiteY37" fmla="*/ 452396 h 955271"/>
              <a:gd name="connsiteX38" fmla="*/ 2535387 w 5741575"/>
              <a:gd name="connsiteY38" fmla="*/ 436645 h 955271"/>
              <a:gd name="connsiteX39" fmla="*/ 2601109 w 5741575"/>
              <a:gd name="connsiteY39" fmla="*/ 410678 h 955271"/>
              <a:gd name="connsiteX40" fmla="*/ 2643855 w 5741575"/>
              <a:gd name="connsiteY40" fmla="*/ 374482 h 955271"/>
              <a:gd name="connsiteX41" fmla="*/ 2657726 w 5741575"/>
              <a:gd name="connsiteY41" fmla="*/ 365841 h 955271"/>
              <a:gd name="connsiteX42" fmla="*/ 2687125 w 5741575"/>
              <a:gd name="connsiteY42" fmla="*/ 366820 h 955271"/>
              <a:gd name="connsiteX43" fmla="*/ 2697479 w 5741575"/>
              <a:gd name="connsiteY43" fmla="*/ 361430 h 955271"/>
              <a:gd name="connsiteX44" fmla="*/ 2701547 w 5741575"/>
              <a:gd name="connsiteY44" fmla="*/ 361545 h 955271"/>
              <a:gd name="connsiteX45" fmla="*/ 2711054 w 5741575"/>
              <a:gd name="connsiteY45" fmla="*/ 360597 h 955271"/>
              <a:gd name="connsiteX46" fmla="*/ 2777227 w 5741575"/>
              <a:gd name="connsiteY46" fmla="*/ 368972 h 955271"/>
              <a:gd name="connsiteX47" fmla="*/ 2824768 w 5741575"/>
              <a:gd name="connsiteY47" fmla="*/ 361652 h 955271"/>
              <a:gd name="connsiteX48" fmla="*/ 2885545 w 5741575"/>
              <a:gd name="connsiteY48" fmla="*/ 372818 h 955271"/>
              <a:gd name="connsiteX49" fmla="*/ 3009558 w 5741575"/>
              <a:gd name="connsiteY49" fmla="*/ 370573 h 955271"/>
              <a:gd name="connsiteX50" fmla="*/ 3095010 w 5741575"/>
              <a:gd name="connsiteY50" fmla="*/ 332454 h 955271"/>
              <a:gd name="connsiteX51" fmla="*/ 3103742 w 5741575"/>
              <a:gd name="connsiteY51" fmla="*/ 337974 h 955271"/>
              <a:gd name="connsiteX52" fmla="*/ 3165093 w 5741575"/>
              <a:gd name="connsiteY52" fmla="*/ 329459 h 955271"/>
              <a:gd name="connsiteX53" fmla="*/ 3373785 w 5741575"/>
              <a:gd name="connsiteY53" fmla="*/ 255680 h 955271"/>
              <a:gd name="connsiteX54" fmla="*/ 3493851 w 5741575"/>
              <a:gd name="connsiteY54" fmla="*/ 240255 h 955271"/>
              <a:gd name="connsiteX55" fmla="*/ 3537470 w 5741575"/>
              <a:gd name="connsiteY55" fmla="*/ 241867 h 955271"/>
              <a:gd name="connsiteX56" fmla="*/ 3610489 w 5741575"/>
              <a:gd name="connsiteY56" fmla="*/ 244128 h 955271"/>
              <a:gd name="connsiteX57" fmla="*/ 3667539 w 5741575"/>
              <a:gd name="connsiteY57" fmla="*/ 263271 h 955271"/>
              <a:gd name="connsiteX58" fmla="*/ 3727614 w 5741575"/>
              <a:gd name="connsiteY58" fmla="*/ 258245 h 955271"/>
              <a:gd name="connsiteX59" fmla="*/ 3738369 w 5741575"/>
              <a:gd name="connsiteY59" fmla="*/ 234506 h 955271"/>
              <a:gd name="connsiteX60" fmla="*/ 3803670 w 5741575"/>
              <a:gd name="connsiteY60" fmla="*/ 236457 h 955271"/>
              <a:gd name="connsiteX61" fmla="*/ 3903080 w 5741575"/>
              <a:gd name="connsiteY61" fmla="*/ 241890 h 955271"/>
              <a:gd name="connsiteX62" fmla="*/ 4114838 w 5741575"/>
              <a:gd name="connsiteY62" fmla="*/ 238165 h 955271"/>
              <a:gd name="connsiteX63" fmla="*/ 4271023 w 5741575"/>
              <a:gd name="connsiteY63" fmla="*/ 241959 h 955271"/>
              <a:gd name="connsiteX64" fmla="*/ 4367397 w 5741575"/>
              <a:gd name="connsiteY64" fmla="*/ 271442 h 955271"/>
              <a:gd name="connsiteX65" fmla="*/ 4495366 w 5741575"/>
              <a:gd name="connsiteY65" fmla="*/ 271618 h 955271"/>
              <a:gd name="connsiteX66" fmla="*/ 4517347 w 5741575"/>
              <a:gd name="connsiteY66" fmla="*/ 275639 h 955271"/>
              <a:gd name="connsiteX67" fmla="*/ 4546116 w 5741575"/>
              <a:gd name="connsiteY67" fmla="*/ 268568 h 955271"/>
              <a:gd name="connsiteX68" fmla="*/ 4661259 w 5741575"/>
              <a:gd name="connsiteY68" fmla="*/ 238966 h 955271"/>
              <a:gd name="connsiteX69" fmla="*/ 4750403 w 5741575"/>
              <a:gd name="connsiteY69" fmla="*/ 204364 h 955271"/>
              <a:gd name="connsiteX70" fmla="*/ 4867614 w 5741575"/>
              <a:gd name="connsiteY70" fmla="*/ 208668 h 955271"/>
              <a:gd name="connsiteX71" fmla="*/ 4937036 w 5741575"/>
              <a:gd name="connsiteY71" fmla="*/ 195446 h 955271"/>
              <a:gd name="connsiteX72" fmla="*/ 5047626 w 5741575"/>
              <a:gd name="connsiteY72" fmla="*/ 149604 h 955271"/>
              <a:gd name="connsiteX73" fmla="*/ 5200247 w 5741575"/>
              <a:gd name="connsiteY73" fmla="*/ 142695 h 955271"/>
              <a:gd name="connsiteX74" fmla="*/ 5235691 w 5741575"/>
              <a:gd name="connsiteY74" fmla="*/ 173330 h 955271"/>
              <a:gd name="connsiteX75" fmla="*/ 5280133 w 5741575"/>
              <a:gd name="connsiteY75" fmla="*/ 189342 h 955271"/>
              <a:gd name="connsiteX76" fmla="*/ 5291963 w 5741575"/>
              <a:gd name="connsiteY76" fmla="*/ 139446 h 955271"/>
              <a:gd name="connsiteX77" fmla="*/ 5418472 w 5741575"/>
              <a:gd name="connsiteY77" fmla="*/ 89163 h 955271"/>
              <a:gd name="connsiteX78" fmla="*/ 5482354 w 5741575"/>
              <a:gd name="connsiteY78" fmla="*/ 69470 h 955271"/>
              <a:gd name="connsiteX79" fmla="*/ 5583280 w 5741575"/>
              <a:gd name="connsiteY79" fmla="*/ 49787 h 955271"/>
              <a:gd name="connsiteX80" fmla="*/ 5613766 w 5741575"/>
              <a:gd name="connsiteY80" fmla="*/ 41855 h 955271"/>
              <a:gd name="connsiteX81" fmla="*/ 5684952 w 5741575"/>
              <a:gd name="connsiteY81" fmla="*/ 26088 h 955271"/>
              <a:gd name="connsiteX82" fmla="*/ 5741575 w 5741575"/>
              <a:gd name="connsiteY82" fmla="*/ 0 h 955271"/>
              <a:gd name="connsiteX0" fmla="*/ 5741575 w 5741575"/>
              <a:gd name="connsiteY0" fmla="*/ 0 h 955271"/>
              <a:gd name="connsiteX1" fmla="*/ 5741575 w 5741575"/>
              <a:gd name="connsiteY1" fmla="*/ 955271 h 955271"/>
              <a:gd name="connsiteX2" fmla="*/ 0 w 5741575"/>
              <a:gd name="connsiteY2" fmla="*/ 955271 h 955271"/>
              <a:gd name="connsiteX3" fmla="*/ 8558 w 5741575"/>
              <a:gd name="connsiteY3" fmla="*/ 953971 h 955271"/>
              <a:gd name="connsiteX4" fmla="*/ 16894 w 5741575"/>
              <a:gd name="connsiteY4" fmla="*/ 953847 h 955271"/>
              <a:gd name="connsiteX5" fmla="*/ 28156 w 5741575"/>
              <a:gd name="connsiteY5" fmla="*/ 951374 h 955271"/>
              <a:gd name="connsiteX6" fmla="*/ 28293 w 5741575"/>
              <a:gd name="connsiteY6" fmla="*/ 950971 h 955271"/>
              <a:gd name="connsiteX7" fmla="*/ 59229 w 5741575"/>
              <a:gd name="connsiteY7" fmla="*/ 903950 h 955271"/>
              <a:gd name="connsiteX8" fmla="*/ 148657 w 5741575"/>
              <a:gd name="connsiteY8" fmla="*/ 898134 h 955271"/>
              <a:gd name="connsiteX9" fmla="*/ 174554 w 5741575"/>
              <a:gd name="connsiteY9" fmla="*/ 886351 h 955271"/>
              <a:gd name="connsiteX10" fmla="*/ 187633 w 5741575"/>
              <a:gd name="connsiteY10" fmla="*/ 878226 h 955271"/>
              <a:gd name="connsiteX11" fmla="*/ 187961 w 5741575"/>
              <a:gd name="connsiteY11" fmla="*/ 876538 h 955271"/>
              <a:gd name="connsiteX12" fmla="*/ 240501 w 5741575"/>
              <a:gd name="connsiteY12" fmla="*/ 873150 h 955271"/>
              <a:gd name="connsiteX13" fmla="*/ 246345 w 5741575"/>
              <a:gd name="connsiteY13" fmla="*/ 869942 h 955271"/>
              <a:gd name="connsiteX14" fmla="*/ 306299 w 5741575"/>
              <a:gd name="connsiteY14" fmla="*/ 873609 h 955271"/>
              <a:gd name="connsiteX15" fmla="*/ 331571 w 5741575"/>
              <a:gd name="connsiteY15" fmla="*/ 869866 h 955271"/>
              <a:gd name="connsiteX16" fmla="*/ 384157 w 5741575"/>
              <a:gd name="connsiteY16" fmla="*/ 867971 h 955271"/>
              <a:gd name="connsiteX17" fmla="*/ 477637 w 5741575"/>
              <a:gd name="connsiteY17" fmla="*/ 870334 h 955271"/>
              <a:gd name="connsiteX18" fmla="*/ 570239 w 5741575"/>
              <a:gd name="connsiteY18" fmla="*/ 829596 h 955271"/>
              <a:gd name="connsiteX19" fmla="*/ 772070 w 5741575"/>
              <a:gd name="connsiteY19" fmla="*/ 820296 h 955271"/>
              <a:gd name="connsiteX20" fmla="*/ 948872 w 5741575"/>
              <a:gd name="connsiteY20" fmla="*/ 772201 h 955271"/>
              <a:gd name="connsiteX21" fmla="*/ 1127089 w 5741575"/>
              <a:gd name="connsiteY21" fmla="*/ 746926 h 955271"/>
              <a:gd name="connsiteX22" fmla="*/ 1226314 w 5741575"/>
              <a:gd name="connsiteY22" fmla="*/ 722473 h 955271"/>
              <a:gd name="connsiteX23" fmla="*/ 1278773 w 5741575"/>
              <a:gd name="connsiteY23" fmla="*/ 711503 h 955271"/>
              <a:gd name="connsiteX24" fmla="*/ 1317691 w 5741575"/>
              <a:gd name="connsiteY24" fmla="*/ 708529 h 955271"/>
              <a:gd name="connsiteX25" fmla="*/ 1360404 w 5741575"/>
              <a:gd name="connsiteY25" fmla="*/ 675922 h 955271"/>
              <a:gd name="connsiteX26" fmla="*/ 1412292 w 5741575"/>
              <a:gd name="connsiteY26" fmla="*/ 670793 h 955271"/>
              <a:gd name="connsiteX27" fmla="*/ 1494753 w 5741575"/>
              <a:gd name="connsiteY27" fmla="*/ 644686 h 955271"/>
              <a:gd name="connsiteX28" fmla="*/ 1616217 w 5741575"/>
              <a:gd name="connsiteY28" fmla="*/ 622107 h 955271"/>
              <a:gd name="connsiteX29" fmla="*/ 1710928 w 5741575"/>
              <a:gd name="connsiteY29" fmla="*/ 600666 h 955271"/>
              <a:gd name="connsiteX30" fmla="*/ 1743718 w 5741575"/>
              <a:gd name="connsiteY30" fmla="*/ 584327 h 955271"/>
              <a:gd name="connsiteX31" fmla="*/ 1873778 w 5741575"/>
              <a:gd name="connsiteY31" fmla="*/ 530130 h 955271"/>
              <a:gd name="connsiteX32" fmla="*/ 1988411 w 5741575"/>
              <a:gd name="connsiteY32" fmla="*/ 491599 h 955271"/>
              <a:gd name="connsiteX33" fmla="*/ 2085507 w 5741575"/>
              <a:gd name="connsiteY33" fmla="*/ 498527 h 955271"/>
              <a:gd name="connsiteX34" fmla="*/ 2090767 w 5741575"/>
              <a:gd name="connsiteY34" fmla="*/ 490616 h 955271"/>
              <a:gd name="connsiteX35" fmla="*/ 2151143 w 5741575"/>
              <a:gd name="connsiteY35" fmla="*/ 478332 h 955271"/>
              <a:gd name="connsiteX36" fmla="*/ 2378710 w 5741575"/>
              <a:gd name="connsiteY36" fmla="*/ 477570 h 955271"/>
              <a:gd name="connsiteX37" fmla="*/ 2496256 w 5741575"/>
              <a:gd name="connsiteY37" fmla="*/ 452396 h 955271"/>
              <a:gd name="connsiteX38" fmla="*/ 2535387 w 5741575"/>
              <a:gd name="connsiteY38" fmla="*/ 436645 h 955271"/>
              <a:gd name="connsiteX39" fmla="*/ 2601109 w 5741575"/>
              <a:gd name="connsiteY39" fmla="*/ 410678 h 955271"/>
              <a:gd name="connsiteX40" fmla="*/ 2643855 w 5741575"/>
              <a:gd name="connsiteY40" fmla="*/ 374482 h 955271"/>
              <a:gd name="connsiteX41" fmla="*/ 2657726 w 5741575"/>
              <a:gd name="connsiteY41" fmla="*/ 365841 h 955271"/>
              <a:gd name="connsiteX42" fmla="*/ 2687125 w 5741575"/>
              <a:gd name="connsiteY42" fmla="*/ 366820 h 955271"/>
              <a:gd name="connsiteX43" fmla="*/ 2697479 w 5741575"/>
              <a:gd name="connsiteY43" fmla="*/ 361430 h 955271"/>
              <a:gd name="connsiteX44" fmla="*/ 2701547 w 5741575"/>
              <a:gd name="connsiteY44" fmla="*/ 361545 h 955271"/>
              <a:gd name="connsiteX45" fmla="*/ 2777227 w 5741575"/>
              <a:gd name="connsiteY45" fmla="*/ 368972 h 955271"/>
              <a:gd name="connsiteX46" fmla="*/ 2824768 w 5741575"/>
              <a:gd name="connsiteY46" fmla="*/ 361652 h 955271"/>
              <a:gd name="connsiteX47" fmla="*/ 2885545 w 5741575"/>
              <a:gd name="connsiteY47" fmla="*/ 372818 h 955271"/>
              <a:gd name="connsiteX48" fmla="*/ 3009558 w 5741575"/>
              <a:gd name="connsiteY48" fmla="*/ 370573 h 955271"/>
              <a:gd name="connsiteX49" fmla="*/ 3095010 w 5741575"/>
              <a:gd name="connsiteY49" fmla="*/ 332454 h 955271"/>
              <a:gd name="connsiteX50" fmla="*/ 3103742 w 5741575"/>
              <a:gd name="connsiteY50" fmla="*/ 337974 h 955271"/>
              <a:gd name="connsiteX51" fmla="*/ 3165093 w 5741575"/>
              <a:gd name="connsiteY51" fmla="*/ 329459 h 955271"/>
              <a:gd name="connsiteX52" fmla="*/ 3373785 w 5741575"/>
              <a:gd name="connsiteY52" fmla="*/ 255680 h 955271"/>
              <a:gd name="connsiteX53" fmla="*/ 3493851 w 5741575"/>
              <a:gd name="connsiteY53" fmla="*/ 240255 h 955271"/>
              <a:gd name="connsiteX54" fmla="*/ 3537470 w 5741575"/>
              <a:gd name="connsiteY54" fmla="*/ 241867 h 955271"/>
              <a:gd name="connsiteX55" fmla="*/ 3610489 w 5741575"/>
              <a:gd name="connsiteY55" fmla="*/ 244128 h 955271"/>
              <a:gd name="connsiteX56" fmla="*/ 3667539 w 5741575"/>
              <a:gd name="connsiteY56" fmla="*/ 263271 h 955271"/>
              <a:gd name="connsiteX57" fmla="*/ 3727614 w 5741575"/>
              <a:gd name="connsiteY57" fmla="*/ 258245 h 955271"/>
              <a:gd name="connsiteX58" fmla="*/ 3738369 w 5741575"/>
              <a:gd name="connsiteY58" fmla="*/ 234506 h 955271"/>
              <a:gd name="connsiteX59" fmla="*/ 3803670 w 5741575"/>
              <a:gd name="connsiteY59" fmla="*/ 236457 h 955271"/>
              <a:gd name="connsiteX60" fmla="*/ 3903080 w 5741575"/>
              <a:gd name="connsiteY60" fmla="*/ 241890 h 955271"/>
              <a:gd name="connsiteX61" fmla="*/ 4114838 w 5741575"/>
              <a:gd name="connsiteY61" fmla="*/ 238165 h 955271"/>
              <a:gd name="connsiteX62" fmla="*/ 4271023 w 5741575"/>
              <a:gd name="connsiteY62" fmla="*/ 241959 h 955271"/>
              <a:gd name="connsiteX63" fmla="*/ 4367397 w 5741575"/>
              <a:gd name="connsiteY63" fmla="*/ 271442 h 955271"/>
              <a:gd name="connsiteX64" fmla="*/ 4495366 w 5741575"/>
              <a:gd name="connsiteY64" fmla="*/ 271618 h 955271"/>
              <a:gd name="connsiteX65" fmla="*/ 4517347 w 5741575"/>
              <a:gd name="connsiteY65" fmla="*/ 275639 h 955271"/>
              <a:gd name="connsiteX66" fmla="*/ 4546116 w 5741575"/>
              <a:gd name="connsiteY66" fmla="*/ 268568 h 955271"/>
              <a:gd name="connsiteX67" fmla="*/ 4661259 w 5741575"/>
              <a:gd name="connsiteY67" fmla="*/ 238966 h 955271"/>
              <a:gd name="connsiteX68" fmla="*/ 4750403 w 5741575"/>
              <a:gd name="connsiteY68" fmla="*/ 204364 h 955271"/>
              <a:gd name="connsiteX69" fmla="*/ 4867614 w 5741575"/>
              <a:gd name="connsiteY69" fmla="*/ 208668 h 955271"/>
              <a:gd name="connsiteX70" fmla="*/ 4937036 w 5741575"/>
              <a:gd name="connsiteY70" fmla="*/ 195446 h 955271"/>
              <a:gd name="connsiteX71" fmla="*/ 5047626 w 5741575"/>
              <a:gd name="connsiteY71" fmla="*/ 149604 h 955271"/>
              <a:gd name="connsiteX72" fmla="*/ 5200247 w 5741575"/>
              <a:gd name="connsiteY72" fmla="*/ 142695 h 955271"/>
              <a:gd name="connsiteX73" fmla="*/ 5235691 w 5741575"/>
              <a:gd name="connsiteY73" fmla="*/ 173330 h 955271"/>
              <a:gd name="connsiteX74" fmla="*/ 5280133 w 5741575"/>
              <a:gd name="connsiteY74" fmla="*/ 189342 h 955271"/>
              <a:gd name="connsiteX75" fmla="*/ 5291963 w 5741575"/>
              <a:gd name="connsiteY75" fmla="*/ 139446 h 955271"/>
              <a:gd name="connsiteX76" fmla="*/ 5418472 w 5741575"/>
              <a:gd name="connsiteY76" fmla="*/ 89163 h 955271"/>
              <a:gd name="connsiteX77" fmla="*/ 5482354 w 5741575"/>
              <a:gd name="connsiteY77" fmla="*/ 69470 h 955271"/>
              <a:gd name="connsiteX78" fmla="*/ 5583280 w 5741575"/>
              <a:gd name="connsiteY78" fmla="*/ 49787 h 955271"/>
              <a:gd name="connsiteX79" fmla="*/ 5613766 w 5741575"/>
              <a:gd name="connsiteY79" fmla="*/ 41855 h 955271"/>
              <a:gd name="connsiteX80" fmla="*/ 5684952 w 5741575"/>
              <a:gd name="connsiteY80" fmla="*/ 26088 h 955271"/>
              <a:gd name="connsiteX81" fmla="*/ 5741575 w 5741575"/>
              <a:gd name="connsiteY81" fmla="*/ 0 h 955271"/>
              <a:gd name="connsiteX0" fmla="*/ 5741575 w 5741575"/>
              <a:gd name="connsiteY0" fmla="*/ 0 h 955271"/>
              <a:gd name="connsiteX1" fmla="*/ 5741575 w 5741575"/>
              <a:gd name="connsiteY1" fmla="*/ 955271 h 955271"/>
              <a:gd name="connsiteX2" fmla="*/ 0 w 5741575"/>
              <a:gd name="connsiteY2" fmla="*/ 955271 h 955271"/>
              <a:gd name="connsiteX3" fmla="*/ 8558 w 5741575"/>
              <a:gd name="connsiteY3" fmla="*/ 953971 h 955271"/>
              <a:gd name="connsiteX4" fmla="*/ 16894 w 5741575"/>
              <a:gd name="connsiteY4" fmla="*/ 953847 h 955271"/>
              <a:gd name="connsiteX5" fmla="*/ 28156 w 5741575"/>
              <a:gd name="connsiteY5" fmla="*/ 951374 h 955271"/>
              <a:gd name="connsiteX6" fmla="*/ 28293 w 5741575"/>
              <a:gd name="connsiteY6" fmla="*/ 950971 h 955271"/>
              <a:gd name="connsiteX7" fmla="*/ 59229 w 5741575"/>
              <a:gd name="connsiteY7" fmla="*/ 903950 h 955271"/>
              <a:gd name="connsiteX8" fmla="*/ 148657 w 5741575"/>
              <a:gd name="connsiteY8" fmla="*/ 898134 h 955271"/>
              <a:gd name="connsiteX9" fmla="*/ 174554 w 5741575"/>
              <a:gd name="connsiteY9" fmla="*/ 886351 h 955271"/>
              <a:gd name="connsiteX10" fmla="*/ 187633 w 5741575"/>
              <a:gd name="connsiteY10" fmla="*/ 878226 h 955271"/>
              <a:gd name="connsiteX11" fmla="*/ 187961 w 5741575"/>
              <a:gd name="connsiteY11" fmla="*/ 876538 h 955271"/>
              <a:gd name="connsiteX12" fmla="*/ 240501 w 5741575"/>
              <a:gd name="connsiteY12" fmla="*/ 873150 h 955271"/>
              <a:gd name="connsiteX13" fmla="*/ 246345 w 5741575"/>
              <a:gd name="connsiteY13" fmla="*/ 869942 h 955271"/>
              <a:gd name="connsiteX14" fmla="*/ 306299 w 5741575"/>
              <a:gd name="connsiteY14" fmla="*/ 873609 h 955271"/>
              <a:gd name="connsiteX15" fmla="*/ 331571 w 5741575"/>
              <a:gd name="connsiteY15" fmla="*/ 869866 h 955271"/>
              <a:gd name="connsiteX16" fmla="*/ 384157 w 5741575"/>
              <a:gd name="connsiteY16" fmla="*/ 867971 h 955271"/>
              <a:gd name="connsiteX17" fmla="*/ 477637 w 5741575"/>
              <a:gd name="connsiteY17" fmla="*/ 870334 h 955271"/>
              <a:gd name="connsiteX18" fmla="*/ 570239 w 5741575"/>
              <a:gd name="connsiteY18" fmla="*/ 829596 h 955271"/>
              <a:gd name="connsiteX19" fmla="*/ 772070 w 5741575"/>
              <a:gd name="connsiteY19" fmla="*/ 820296 h 955271"/>
              <a:gd name="connsiteX20" fmla="*/ 948872 w 5741575"/>
              <a:gd name="connsiteY20" fmla="*/ 772201 h 955271"/>
              <a:gd name="connsiteX21" fmla="*/ 1127089 w 5741575"/>
              <a:gd name="connsiteY21" fmla="*/ 746926 h 955271"/>
              <a:gd name="connsiteX22" fmla="*/ 1226314 w 5741575"/>
              <a:gd name="connsiteY22" fmla="*/ 722473 h 955271"/>
              <a:gd name="connsiteX23" fmla="*/ 1278773 w 5741575"/>
              <a:gd name="connsiteY23" fmla="*/ 711503 h 955271"/>
              <a:gd name="connsiteX24" fmla="*/ 1317691 w 5741575"/>
              <a:gd name="connsiteY24" fmla="*/ 708529 h 955271"/>
              <a:gd name="connsiteX25" fmla="*/ 1360404 w 5741575"/>
              <a:gd name="connsiteY25" fmla="*/ 675922 h 955271"/>
              <a:gd name="connsiteX26" fmla="*/ 1412292 w 5741575"/>
              <a:gd name="connsiteY26" fmla="*/ 670793 h 955271"/>
              <a:gd name="connsiteX27" fmla="*/ 1494753 w 5741575"/>
              <a:gd name="connsiteY27" fmla="*/ 644686 h 955271"/>
              <a:gd name="connsiteX28" fmla="*/ 1616217 w 5741575"/>
              <a:gd name="connsiteY28" fmla="*/ 622107 h 955271"/>
              <a:gd name="connsiteX29" fmla="*/ 1710928 w 5741575"/>
              <a:gd name="connsiteY29" fmla="*/ 600666 h 955271"/>
              <a:gd name="connsiteX30" fmla="*/ 1743718 w 5741575"/>
              <a:gd name="connsiteY30" fmla="*/ 584327 h 955271"/>
              <a:gd name="connsiteX31" fmla="*/ 1873778 w 5741575"/>
              <a:gd name="connsiteY31" fmla="*/ 530130 h 955271"/>
              <a:gd name="connsiteX32" fmla="*/ 1988411 w 5741575"/>
              <a:gd name="connsiteY32" fmla="*/ 491599 h 955271"/>
              <a:gd name="connsiteX33" fmla="*/ 2085507 w 5741575"/>
              <a:gd name="connsiteY33" fmla="*/ 498527 h 955271"/>
              <a:gd name="connsiteX34" fmla="*/ 2090767 w 5741575"/>
              <a:gd name="connsiteY34" fmla="*/ 490616 h 955271"/>
              <a:gd name="connsiteX35" fmla="*/ 2151143 w 5741575"/>
              <a:gd name="connsiteY35" fmla="*/ 478332 h 955271"/>
              <a:gd name="connsiteX36" fmla="*/ 2378710 w 5741575"/>
              <a:gd name="connsiteY36" fmla="*/ 477570 h 955271"/>
              <a:gd name="connsiteX37" fmla="*/ 2496256 w 5741575"/>
              <a:gd name="connsiteY37" fmla="*/ 452396 h 955271"/>
              <a:gd name="connsiteX38" fmla="*/ 2535387 w 5741575"/>
              <a:gd name="connsiteY38" fmla="*/ 436645 h 955271"/>
              <a:gd name="connsiteX39" fmla="*/ 2601109 w 5741575"/>
              <a:gd name="connsiteY39" fmla="*/ 410678 h 955271"/>
              <a:gd name="connsiteX40" fmla="*/ 2643855 w 5741575"/>
              <a:gd name="connsiteY40" fmla="*/ 374482 h 955271"/>
              <a:gd name="connsiteX41" fmla="*/ 2657726 w 5741575"/>
              <a:gd name="connsiteY41" fmla="*/ 365841 h 955271"/>
              <a:gd name="connsiteX42" fmla="*/ 2687125 w 5741575"/>
              <a:gd name="connsiteY42" fmla="*/ 366820 h 955271"/>
              <a:gd name="connsiteX43" fmla="*/ 2697479 w 5741575"/>
              <a:gd name="connsiteY43" fmla="*/ 361430 h 955271"/>
              <a:gd name="connsiteX44" fmla="*/ 2731718 w 5741575"/>
              <a:gd name="connsiteY44" fmla="*/ 361545 h 955271"/>
              <a:gd name="connsiteX45" fmla="*/ 2777227 w 5741575"/>
              <a:gd name="connsiteY45" fmla="*/ 368972 h 955271"/>
              <a:gd name="connsiteX46" fmla="*/ 2824768 w 5741575"/>
              <a:gd name="connsiteY46" fmla="*/ 361652 h 955271"/>
              <a:gd name="connsiteX47" fmla="*/ 2885545 w 5741575"/>
              <a:gd name="connsiteY47" fmla="*/ 372818 h 955271"/>
              <a:gd name="connsiteX48" fmla="*/ 3009558 w 5741575"/>
              <a:gd name="connsiteY48" fmla="*/ 370573 h 955271"/>
              <a:gd name="connsiteX49" fmla="*/ 3095010 w 5741575"/>
              <a:gd name="connsiteY49" fmla="*/ 332454 h 955271"/>
              <a:gd name="connsiteX50" fmla="*/ 3103742 w 5741575"/>
              <a:gd name="connsiteY50" fmla="*/ 337974 h 955271"/>
              <a:gd name="connsiteX51" fmla="*/ 3165093 w 5741575"/>
              <a:gd name="connsiteY51" fmla="*/ 329459 h 955271"/>
              <a:gd name="connsiteX52" fmla="*/ 3373785 w 5741575"/>
              <a:gd name="connsiteY52" fmla="*/ 255680 h 955271"/>
              <a:gd name="connsiteX53" fmla="*/ 3493851 w 5741575"/>
              <a:gd name="connsiteY53" fmla="*/ 240255 h 955271"/>
              <a:gd name="connsiteX54" fmla="*/ 3537470 w 5741575"/>
              <a:gd name="connsiteY54" fmla="*/ 241867 h 955271"/>
              <a:gd name="connsiteX55" fmla="*/ 3610489 w 5741575"/>
              <a:gd name="connsiteY55" fmla="*/ 244128 h 955271"/>
              <a:gd name="connsiteX56" fmla="*/ 3667539 w 5741575"/>
              <a:gd name="connsiteY56" fmla="*/ 263271 h 955271"/>
              <a:gd name="connsiteX57" fmla="*/ 3727614 w 5741575"/>
              <a:gd name="connsiteY57" fmla="*/ 258245 h 955271"/>
              <a:gd name="connsiteX58" fmla="*/ 3738369 w 5741575"/>
              <a:gd name="connsiteY58" fmla="*/ 234506 h 955271"/>
              <a:gd name="connsiteX59" fmla="*/ 3803670 w 5741575"/>
              <a:gd name="connsiteY59" fmla="*/ 236457 h 955271"/>
              <a:gd name="connsiteX60" fmla="*/ 3903080 w 5741575"/>
              <a:gd name="connsiteY60" fmla="*/ 241890 h 955271"/>
              <a:gd name="connsiteX61" fmla="*/ 4114838 w 5741575"/>
              <a:gd name="connsiteY61" fmla="*/ 238165 h 955271"/>
              <a:gd name="connsiteX62" fmla="*/ 4271023 w 5741575"/>
              <a:gd name="connsiteY62" fmla="*/ 241959 h 955271"/>
              <a:gd name="connsiteX63" fmla="*/ 4367397 w 5741575"/>
              <a:gd name="connsiteY63" fmla="*/ 271442 h 955271"/>
              <a:gd name="connsiteX64" fmla="*/ 4495366 w 5741575"/>
              <a:gd name="connsiteY64" fmla="*/ 271618 h 955271"/>
              <a:gd name="connsiteX65" fmla="*/ 4517347 w 5741575"/>
              <a:gd name="connsiteY65" fmla="*/ 275639 h 955271"/>
              <a:gd name="connsiteX66" fmla="*/ 4546116 w 5741575"/>
              <a:gd name="connsiteY66" fmla="*/ 268568 h 955271"/>
              <a:gd name="connsiteX67" fmla="*/ 4661259 w 5741575"/>
              <a:gd name="connsiteY67" fmla="*/ 238966 h 955271"/>
              <a:gd name="connsiteX68" fmla="*/ 4750403 w 5741575"/>
              <a:gd name="connsiteY68" fmla="*/ 204364 h 955271"/>
              <a:gd name="connsiteX69" fmla="*/ 4867614 w 5741575"/>
              <a:gd name="connsiteY69" fmla="*/ 208668 h 955271"/>
              <a:gd name="connsiteX70" fmla="*/ 4937036 w 5741575"/>
              <a:gd name="connsiteY70" fmla="*/ 195446 h 955271"/>
              <a:gd name="connsiteX71" fmla="*/ 5047626 w 5741575"/>
              <a:gd name="connsiteY71" fmla="*/ 149604 h 955271"/>
              <a:gd name="connsiteX72" fmla="*/ 5200247 w 5741575"/>
              <a:gd name="connsiteY72" fmla="*/ 142695 h 955271"/>
              <a:gd name="connsiteX73" fmla="*/ 5235691 w 5741575"/>
              <a:gd name="connsiteY73" fmla="*/ 173330 h 955271"/>
              <a:gd name="connsiteX74" fmla="*/ 5280133 w 5741575"/>
              <a:gd name="connsiteY74" fmla="*/ 189342 h 955271"/>
              <a:gd name="connsiteX75" fmla="*/ 5291963 w 5741575"/>
              <a:gd name="connsiteY75" fmla="*/ 139446 h 955271"/>
              <a:gd name="connsiteX76" fmla="*/ 5418472 w 5741575"/>
              <a:gd name="connsiteY76" fmla="*/ 89163 h 955271"/>
              <a:gd name="connsiteX77" fmla="*/ 5482354 w 5741575"/>
              <a:gd name="connsiteY77" fmla="*/ 69470 h 955271"/>
              <a:gd name="connsiteX78" fmla="*/ 5583280 w 5741575"/>
              <a:gd name="connsiteY78" fmla="*/ 49787 h 955271"/>
              <a:gd name="connsiteX79" fmla="*/ 5613766 w 5741575"/>
              <a:gd name="connsiteY79" fmla="*/ 41855 h 955271"/>
              <a:gd name="connsiteX80" fmla="*/ 5684952 w 5741575"/>
              <a:gd name="connsiteY80" fmla="*/ 26088 h 955271"/>
              <a:gd name="connsiteX81" fmla="*/ 5741575 w 5741575"/>
              <a:gd name="connsiteY81" fmla="*/ 0 h 955271"/>
              <a:gd name="connsiteX0" fmla="*/ 5741575 w 5741575"/>
              <a:gd name="connsiteY0" fmla="*/ 0 h 955271"/>
              <a:gd name="connsiteX1" fmla="*/ 5741575 w 5741575"/>
              <a:gd name="connsiteY1" fmla="*/ 955271 h 955271"/>
              <a:gd name="connsiteX2" fmla="*/ 0 w 5741575"/>
              <a:gd name="connsiteY2" fmla="*/ 955271 h 955271"/>
              <a:gd name="connsiteX3" fmla="*/ 8558 w 5741575"/>
              <a:gd name="connsiteY3" fmla="*/ 953971 h 955271"/>
              <a:gd name="connsiteX4" fmla="*/ 16894 w 5741575"/>
              <a:gd name="connsiteY4" fmla="*/ 953847 h 955271"/>
              <a:gd name="connsiteX5" fmla="*/ 28156 w 5741575"/>
              <a:gd name="connsiteY5" fmla="*/ 951374 h 955271"/>
              <a:gd name="connsiteX6" fmla="*/ 28293 w 5741575"/>
              <a:gd name="connsiteY6" fmla="*/ 950971 h 955271"/>
              <a:gd name="connsiteX7" fmla="*/ 59229 w 5741575"/>
              <a:gd name="connsiteY7" fmla="*/ 903950 h 955271"/>
              <a:gd name="connsiteX8" fmla="*/ 148657 w 5741575"/>
              <a:gd name="connsiteY8" fmla="*/ 898134 h 955271"/>
              <a:gd name="connsiteX9" fmla="*/ 174554 w 5741575"/>
              <a:gd name="connsiteY9" fmla="*/ 886351 h 955271"/>
              <a:gd name="connsiteX10" fmla="*/ 187633 w 5741575"/>
              <a:gd name="connsiteY10" fmla="*/ 878226 h 955271"/>
              <a:gd name="connsiteX11" fmla="*/ 187961 w 5741575"/>
              <a:gd name="connsiteY11" fmla="*/ 876538 h 955271"/>
              <a:gd name="connsiteX12" fmla="*/ 240501 w 5741575"/>
              <a:gd name="connsiteY12" fmla="*/ 873150 h 955271"/>
              <a:gd name="connsiteX13" fmla="*/ 246345 w 5741575"/>
              <a:gd name="connsiteY13" fmla="*/ 869942 h 955271"/>
              <a:gd name="connsiteX14" fmla="*/ 306299 w 5741575"/>
              <a:gd name="connsiteY14" fmla="*/ 873609 h 955271"/>
              <a:gd name="connsiteX15" fmla="*/ 331571 w 5741575"/>
              <a:gd name="connsiteY15" fmla="*/ 869866 h 955271"/>
              <a:gd name="connsiteX16" fmla="*/ 384157 w 5741575"/>
              <a:gd name="connsiteY16" fmla="*/ 867971 h 955271"/>
              <a:gd name="connsiteX17" fmla="*/ 477637 w 5741575"/>
              <a:gd name="connsiteY17" fmla="*/ 870334 h 955271"/>
              <a:gd name="connsiteX18" fmla="*/ 570239 w 5741575"/>
              <a:gd name="connsiteY18" fmla="*/ 829596 h 955271"/>
              <a:gd name="connsiteX19" fmla="*/ 772070 w 5741575"/>
              <a:gd name="connsiteY19" fmla="*/ 820296 h 955271"/>
              <a:gd name="connsiteX20" fmla="*/ 948872 w 5741575"/>
              <a:gd name="connsiteY20" fmla="*/ 772201 h 955271"/>
              <a:gd name="connsiteX21" fmla="*/ 1127089 w 5741575"/>
              <a:gd name="connsiteY21" fmla="*/ 746926 h 955271"/>
              <a:gd name="connsiteX22" fmla="*/ 1226314 w 5741575"/>
              <a:gd name="connsiteY22" fmla="*/ 722473 h 955271"/>
              <a:gd name="connsiteX23" fmla="*/ 1278773 w 5741575"/>
              <a:gd name="connsiteY23" fmla="*/ 711503 h 955271"/>
              <a:gd name="connsiteX24" fmla="*/ 1317691 w 5741575"/>
              <a:gd name="connsiteY24" fmla="*/ 708529 h 955271"/>
              <a:gd name="connsiteX25" fmla="*/ 1360404 w 5741575"/>
              <a:gd name="connsiteY25" fmla="*/ 675922 h 955271"/>
              <a:gd name="connsiteX26" fmla="*/ 1412292 w 5741575"/>
              <a:gd name="connsiteY26" fmla="*/ 670793 h 955271"/>
              <a:gd name="connsiteX27" fmla="*/ 1494753 w 5741575"/>
              <a:gd name="connsiteY27" fmla="*/ 644686 h 955271"/>
              <a:gd name="connsiteX28" fmla="*/ 1616217 w 5741575"/>
              <a:gd name="connsiteY28" fmla="*/ 622107 h 955271"/>
              <a:gd name="connsiteX29" fmla="*/ 1710928 w 5741575"/>
              <a:gd name="connsiteY29" fmla="*/ 600666 h 955271"/>
              <a:gd name="connsiteX30" fmla="*/ 1743718 w 5741575"/>
              <a:gd name="connsiteY30" fmla="*/ 584327 h 955271"/>
              <a:gd name="connsiteX31" fmla="*/ 1873778 w 5741575"/>
              <a:gd name="connsiteY31" fmla="*/ 530130 h 955271"/>
              <a:gd name="connsiteX32" fmla="*/ 1988411 w 5741575"/>
              <a:gd name="connsiteY32" fmla="*/ 491599 h 955271"/>
              <a:gd name="connsiteX33" fmla="*/ 2085507 w 5741575"/>
              <a:gd name="connsiteY33" fmla="*/ 498527 h 955271"/>
              <a:gd name="connsiteX34" fmla="*/ 2090767 w 5741575"/>
              <a:gd name="connsiteY34" fmla="*/ 490616 h 955271"/>
              <a:gd name="connsiteX35" fmla="*/ 2151143 w 5741575"/>
              <a:gd name="connsiteY35" fmla="*/ 478332 h 955271"/>
              <a:gd name="connsiteX36" fmla="*/ 2378710 w 5741575"/>
              <a:gd name="connsiteY36" fmla="*/ 477570 h 955271"/>
              <a:gd name="connsiteX37" fmla="*/ 2496256 w 5741575"/>
              <a:gd name="connsiteY37" fmla="*/ 452396 h 955271"/>
              <a:gd name="connsiteX38" fmla="*/ 2535387 w 5741575"/>
              <a:gd name="connsiteY38" fmla="*/ 436645 h 955271"/>
              <a:gd name="connsiteX39" fmla="*/ 2601109 w 5741575"/>
              <a:gd name="connsiteY39" fmla="*/ 410678 h 955271"/>
              <a:gd name="connsiteX40" fmla="*/ 2643855 w 5741575"/>
              <a:gd name="connsiteY40" fmla="*/ 374482 h 955271"/>
              <a:gd name="connsiteX41" fmla="*/ 2657726 w 5741575"/>
              <a:gd name="connsiteY41" fmla="*/ 365841 h 955271"/>
              <a:gd name="connsiteX42" fmla="*/ 2687125 w 5741575"/>
              <a:gd name="connsiteY42" fmla="*/ 366820 h 955271"/>
              <a:gd name="connsiteX43" fmla="*/ 2697479 w 5741575"/>
              <a:gd name="connsiteY43" fmla="*/ 361430 h 955271"/>
              <a:gd name="connsiteX44" fmla="*/ 2731718 w 5741575"/>
              <a:gd name="connsiteY44" fmla="*/ 361545 h 955271"/>
              <a:gd name="connsiteX45" fmla="*/ 2777227 w 5741575"/>
              <a:gd name="connsiteY45" fmla="*/ 368972 h 955271"/>
              <a:gd name="connsiteX46" fmla="*/ 2824768 w 5741575"/>
              <a:gd name="connsiteY46" fmla="*/ 361652 h 955271"/>
              <a:gd name="connsiteX47" fmla="*/ 2885545 w 5741575"/>
              <a:gd name="connsiteY47" fmla="*/ 372818 h 955271"/>
              <a:gd name="connsiteX48" fmla="*/ 3009558 w 5741575"/>
              <a:gd name="connsiteY48" fmla="*/ 370573 h 955271"/>
              <a:gd name="connsiteX49" fmla="*/ 3095010 w 5741575"/>
              <a:gd name="connsiteY49" fmla="*/ 332454 h 955271"/>
              <a:gd name="connsiteX50" fmla="*/ 3103742 w 5741575"/>
              <a:gd name="connsiteY50" fmla="*/ 337974 h 955271"/>
              <a:gd name="connsiteX51" fmla="*/ 3165093 w 5741575"/>
              <a:gd name="connsiteY51" fmla="*/ 329459 h 955271"/>
              <a:gd name="connsiteX52" fmla="*/ 3373785 w 5741575"/>
              <a:gd name="connsiteY52" fmla="*/ 255680 h 955271"/>
              <a:gd name="connsiteX53" fmla="*/ 3493851 w 5741575"/>
              <a:gd name="connsiteY53" fmla="*/ 240255 h 955271"/>
              <a:gd name="connsiteX54" fmla="*/ 3537470 w 5741575"/>
              <a:gd name="connsiteY54" fmla="*/ 241867 h 955271"/>
              <a:gd name="connsiteX55" fmla="*/ 3610489 w 5741575"/>
              <a:gd name="connsiteY55" fmla="*/ 244128 h 955271"/>
              <a:gd name="connsiteX56" fmla="*/ 3667539 w 5741575"/>
              <a:gd name="connsiteY56" fmla="*/ 263271 h 955271"/>
              <a:gd name="connsiteX57" fmla="*/ 3727614 w 5741575"/>
              <a:gd name="connsiteY57" fmla="*/ 258245 h 955271"/>
              <a:gd name="connsiteX58" fmla="*/ 3738369 w 5741575"/>
              <a:gd name="connsiteY58" fmla="*/ 234506 h 955271"/>
              <a:gd name="connsiteX59" fmla="*/ 3803670 w 5741575"/>
              <a:gd name="connsiteY59" fmla="*/ 236457 h 955271"/>
              <a:gd name="connsiteX60" fmla="*/ 3903080 w 5741575"/>
              <a:gd name="connsiteY60" fmla="*/ 241890 h 955271"/>
              <a:gd name="connsiteX61" fmla="*/ 4114838 w 5741575"/>
              <a:gd name="connsiteY61" fmla="*/ 238165 h 955271"/>
              <a:gd name="connsiteX62" fmla="*/ 4271023 w 5741575"/>
              <a:gd name="connsiteY62" fmla="*/ 241959 h 955271"/>
              <a:gd name="connsiteX63" fmla="*/ 4367397 w 5741575"/>
              <a:gd name="connsiteY63" fmla="*/ 271442 h 955271"/>
              <a:gd name="connsiteX64" fmla="*/ 4495366 w 5741575"/>
              <a:gd name="connsiteY64" fmla="*/ 271618 h 955271"/>
              <a:gd name="connsiteX65" fmla="*/ 4517347 w 5741575"/>
              <a:gd name="connsiteY65" fmla="*/ 275639 h 955271"/>
              <a:gd name="connsiteX66" fmla="*/ 4546116 w 5741575"/>
              <a:gd name="connsiteY66" fmla="*/ 268568 h 955271"/>
              <a:gd name="connsiteX67" fmla="*/ 4661259 w 5741575"/>
              <a:gd name="connsiteY67" fmla="*/ 238966 h 955271"/>
              <a:gd name="connsiteX68" fmla="*/ 4750403 w 5741575"/>
              <a:gd name="connsiteY68" fmla="*/ 204364 h 955271"/>
              <a:gd name="connsiteX69" fmla="*/ 4867614 w 5741575"/>
              <a:gd name="connsiteY69" fmla="*/ 208668 h 955271"/>
              <a:gd name="connsiteX70" fmla="*/ 4937036 w 5741575"/>
              <a:gd name="connsiteY70" fmla="*/ 195446 h 955271"/>
              <a:gd name="connsiteX71" fmla="*/ 5047626 w 5741575"/>
              <a:gd name="connsiteY71" fmla="*/ 149604 h 955271"/>
              <a:gd name="connsiteX72" fmla="*/ 5200247 w 5741575"/>
              <a:gd name="connsiteY72" fmla="*/ 142695 h 955271"/>
              <a:gd name="connsiteX73" fmla="*/ 5235691 w 5741575"/>
              <a:gd name="connsiteY73" fmla="*/ 173330 h 955271"/>
              <a:gd name="connsiteX74" fmla="*/ 5291963 w 5741575"/>
              <a:gd name="connsiteY74" fmla="*/ 139446 h 955271"/>
              <a:gd name="connsiteX75" fmla="*/ 5418472 w 5741575"/>
              <a:gd name="connsiteY75" fmla="*/ 89163 h 955271"/>
              <a:gd name="connsiteX76" fmla="*/ 5482354 w 5741575"/>
              <a:gd name="connsiteY76" fmla="*/ 69470 h 955271"/>
              <a:gd name="connsiteX77" fmla="*/ 5583280 w 5741575"/>
              <a:gd name="connsiteY77" fmla="*/ 49787 h 955271"/>
              <a:gd name="connsiteX78" fmla="*/ 5613766 w 5741575"/>
              <a:gd name="connsiteY78" fmla="*/ 41855 h 955271"/>
              <a:gd name="connsiteX79" fmla="*/ 5684952 w 5741575"/>
              <a:gd name="connsiteY79" fmla="*/ 26088 h 955271"/>
              <a:gd name="connsiteX80" fmla="*/ 5741575 w 5741575"/>
              <a:gd name="connsiteY80" fmla="*/ 0 h 955271"/>
              <a:gd name="connsiteX0" fmla="*/ 5741575 w 5741575"/>
              <a:gd name="connsiteY0" fmla="*/ 0 h 955271"/>
              <a:gd name="connsiteX1" fmla="*/ 5741575 w 5741575"/>
              <a:gd name="connsiteY1" fmla="*/ 955271 h 955271"/>
              <a:gd name="connsiteX2" fmla="*/ 0 w 5741575"/>
              <a:gd name="connsiteY2" fmla="*/ 955271 h 955271"/>
              <a:gd name="connsiteX3" fmla="*/ 8558 w 5741575"/>
              <a:gd name="connsiteY3" fmla="*/ 953971 h 955271"/>
              <a:gd name="connsiteX4" fmla="*/ 16894 w 5741575"/>
              <a:gd name="connsiteY4" fmla="*/ 953847 h 955271"/>
              <a:gd name="connsiteX5" fmla="*/ 28156 w 5741575"/>
              <a:gd name="connsiteY5" fmla="*/ 951374 h 955271"/>
              <a:gd name="connsiteX6" fmla="*/ 28293 w 5741575"/>
              <a:gd name="connsiteY6" fmla="*/ 950971 h 955271"/>
              <a:gd name="connsiteX7" fmla="*/ 59229 w 5741575"/>
              <a:gd name="connsiteY7" fmla="*/ 903950 h 955271"/>
              <a:gd name="connsiteX8" fmla="*/ 148657 w 5741575"/>
              <a:gd name="connsiteY8" fmla="*/ 898134 h 955271"/>
              <a:gd name="connsiteX9" fmla="*/ 174554 w 5741575"/>
              <a:gd name="connsiteY9" fmla="*/ 886351 h 955271"/>
              <a:gd name="connsiteX10" fmla="*/ 187633 w 5741575"/>
              <a:gd name="connsiteY10" fmla="*/ 878226 h 955271"/>
              <a:gd name="connsiteX11" fmla="*/ 187961 w 5741575"/>
              <a:gd name="connsiteY11" fmla="*/ 876538 h 955271"/>
              <a:gd name="connsiteX12" fmla="*/ 240501 w 5741575"/>
              <a:gd name="connsiteY12" fmla="*/ 873150 h 955271"/>
              <a:gd name="connsiteX13" fmla="*/ 246345 w 5741575"/>
              <a:gd name="connsiteY13" fmla="*/ 869942 h 955271"/>
              <a:gd name="connsiteX14" fmla="*/ 306299 w 5741575"/>
              <a:gd name="connsiteY14" fmla="*/ 873609 h 955271"/>
              <a:gd name="connsiteX15" fmla="*/ 331571 w 5741575"/>
              <a:gd name="connsiteY15" fmla="*/ 869866 h 955271"/>
              <a:gd name="connsiteX16" fmla="*/ 384157 w 5741575"/>
              <a:gd name="connsiteY16" fmla="*/ 867971 h 955271"/>
              <a:gd name="connsiteX17" fmla="*/ 477637 w 5741575"/>
              <a:gd name="connsiteY17" fmla="*/ 870334 h 955271"/>
              <a:gd name="connsiteX18" fmla="*/ 570239 w 5741575"/>
              <a:gd name="connsiteY18" fmla="*/ 829596 h 955271"/>
              <a:gd name="connsiteX19" fmla="*/ 772070 w 5741575"/>
              <a:gd name="connsiteY19" fmla="*/ 820296 h 955271"/>
              <a:gd name="connsiteX20" fmla="*/ 948872 w 5741575"/>
              <a:gd name="connsiteY20" fmla="*/ 772201 h 955271"/>
              <a:gd name="connsiteX21" fmla="*/ 1127089 w 5741575"/>
              <a:gd name="connsiteY21" fmla="*/ 746926 h 955271"/>
              <a:gd name="connsiteX22" fmla="*/ 1226314 w 5741575"/>
              <a:gd name="connsiteY22" fmla="*/ 722473 h 955271"/>
              <a:gd name="connsiteX23" fmla="*/ 1278773 w 5741575"/>
              <a:gd name="connsiteY23" fmla="*/ 711503 h 955271"/>
              <a:gd name="connsiteX24" fmla="*/ 1317691 w 5741575"/>
              <a:gd name="connsiteY24" fmla="*/ 708529 h 955271"/>
              <a:gd name="connsiteX25" fmla="*/ 1360404 w 5741575"/>
              <a:gd name="connsiteY25" fmla="*/ 675922 h 955271"/>
              <a:gd name="connsiteX26" fmla="*/ 1412292 w 5741575"/>
              <a:gd name="connsiteY26" fmla="*/ 670793 h 955271"/>
              <a:gd name="connsiteX27" fmla="*/ 1494753 w 5741575"/>
              <a:gd name="connsiteY27" fmla="*/ 644686 h 955271"/>
              <a:gd name="connsiteX28" fmla="*/ 1616217 w 5741575"/>
              <a:gd name="connsiteY28" fmla="*/ 622107 h 955271"/>
              <a:gd name="connsiteX29" fmla="*/ 1710928 w 5741575"/>
              <a:gd name="connsiteY29" fmla="*/ 600666 h 955271"/>
              <a:gd name="connsiteX30" fmla="*/ 1743718 w 5741575"/>
              <a:gd name="connsiteY30" fmla="*/ 584327 h 955271"/>
              <a:gd name="connsiteX31" fmla="*/ 1873778 w 5741575"/>
              <a:gd name="connsiteY31" fmla="*/ 530130 h 955271"/>
              <a:gd name="connsiteX32" fmla="*/ 1988411 w 5741575"/>
              <a:gd name="connsiteY32" fmla="*/ 491599 h 955271"/>
              <a:gd name="connsiteX33" fmla="*/ 2085507 w 5741575"/>
              <a:gd name="connsiteY33" fmla="*/ 498527 h 955271"/>
              <a:gd name="connsiteX34" fmla="*/ 2090767 w 5741575"/>
              <a:gd name="connsiteY34" fmla="*/ 490616 h 955271"/>
              <a:gd name="connsiteX35" fmla="*/ 2151143 w 5741575"/>
              <a:gd name="connsiteY35" fmla="*/ 478332 h 955271"/>
              <a:gd name="connsiteX36" fmla="*/ 2378710 w 5741575"/>
              <a:gd name="connsiteY36" fmla="*/ 477570 h 955271"/>
              <a:gd name="connsiteX37" fmla="*/ 2496256 w 5741575"/>
              <a:gd name="connsiteY37" fmla="*/ 452396 h 955271"/>
              <a:gd name="connsiteX38" fmla="*/ 2535387 w 5741575"/>
              <a:gd name="connsiteY38" fmla="*/ 436645 h 955271"/>
              <a:gd name="connsiteX39" fmla="*/ 2601109 w 5741575"/>
              <a:gd name="connsiteY39" fmla="*/ 410678 h 955271"/>
              <a:gd name="connsiteX40" fmla="*/ 2643855 w 5741575"/>
              <a:gd name="connsiteY40" fmla="*/ 374482 h 955271"/>
              <a:gd name="connsiteX41" fmla="*/ 2657726 w 5741575"/>
              <a:gd name="connsiteY41" fmla="*/ 365841 h 955271"/>
              <a:gd name="connsiteX42" fmla="*/ 2687125 w 5741575"/>
              <a:gd name="connsiteY42" fmla="*/ 366820 h 955271"/>
              <a:gd name="connsiteX43" fmla="*/ 2697479 w 5741575"/>
              <a:gd name="connsiteY43" fmla="*/ 361430 h 955271"/>
              <a:gd name="connsiteX44" fmla="*/ 2731718 w 5741575"/>
              <a:gd name="connsiteY44" fmla="*/ 361545 h 955271"/>
              <a:gd name="connsiteX45" fmla="*/ 2777227 w 5741575"/>
              <a:gd name="connsiteY45" fmla="*/ 368972 h 955271"/>
              <a:gd name="connsiteX46" fmla="*/ 2824768 w 5741575"/>
              <a:gd name="connsiteY46" fmla="*/ 361652 h 955271"/>
              <a:gd name="connsiteX47" fmla="*/ 2885545 w 5741575"/>
              <a:gd name="connsiteY47" fmla="*/ 372818 h 955271"/>
              <a:gd name="connsiteX48" fmla="*/ 3009558 w 5741575"/>
              <a:gd name="connsiteY48" fmla="*/ 370573 h 955271"/>
              <a:gd name="connsiteX49" fmla="*/ 3095010 w 5741575"/>
              <a:gd name="connsiteY49" fmla="*/ 332454 h 955271"/>
              <a:gd name="connsiteX50" fmla="*/ 3103742 w 5741575"/>
              <a:gd name="connsiteY50" fmla="*/ 337974 h 955271"/>
              <a:gd name="connsiteX51" fmla="*/ 3165093 w 5741575"/>
              <a:gd name="connsiteY51" fmla="*/ 329459 h 955271"/>
              <a:gd name="connsiteX52" fmla="*/ 3373785 w 5741575"/>
              <a:gd name="connsiteY52" fmla="*/ 255680 h 955271"/>
              <a:gd name="connsiteX53" fmla="*/ 3493851 w 5741575"/>
              <a:gd name="connsiteY53" fmla="*/ 240255 h 955271"/>
              <a:gd name="connsiteX54" fmla="*/ 3537470 w 5741575"/>
              <a:gd name="connsiteY54" fmla="*/ 241867 h 955271"/>
              <a:gd name="connsiteX55" fmla="*/ 3610489 w 5741575"/>
              <a:gd name="connsiteY55" fmla="*/ 244128 h 955271"/>
              <a:gd name="connsiteX56" fmla="*/ 3667539 w 5741575"/>
              <a:gd name="connsiteY56" fmla="*/ 263271 h 955271"/>
              <a:gd name="connsiteX57" fmla="*/ 3727614 w 5741575"/>
              <a:gd name="connsiteY57" fmla="*/ 258245 h 955271"/>
              <a:gd name="connsiteX58" fmla="*/ 3738369 w 5741575"/>
              <a:gd name="connsiteY58" fmla="*/ 234506 h 955271"/>
              <a:gd name="connsiteX59" fmla="*/ 3803670 w 5741575"/>
              <a:gd name="connsiteY59" fmla="*/ 236457 h 955271"/>
              <a:gd name="connsiteX60" fmla="*/ 3903080 w 5741575"/>
              <a:gd name="connsiteY60" fmla="*/ 241890 h 955271"/>
              <a:gd name="connsiteX61" fmla="*/ 4114838 w 5741575"/>
              <a:gd name="connsiteY61" fmla="*/ 238165 h 955271"/>
              <a:gd name="connsiteX62" fmla="*/ 4271023 w 5741575"/>
              <a:gd name="connsiteY62" fmla="*/ 241959 h 955271"/>
              <a:gd name="connsiteX63" fmla="*/ 4367397 w 5741575"/>
              <a:gd name="connsiteY63" fmla="*/ 271442 h 955271"/>
              <a:gd name="connsiteX64" fmla="*/ 4495366 w 5741575"/>
              <a:gd name="connsiteY64" fmla="*/ 271618 h 955271"/>
              <a:gd name="connsiteX65" fmla="*/ 4517347 w 5741575"/>
              <a:gd name="connsiteY65" fmla="*/ 275639 h 955271"/>
              <a:gd name="connsiteX66" fmla="*/ 4546116 w 5741575"/>
              <a:gd name="connsiteY66" fmla="*/ 268568 h 955271"/>
              <a:gd name="connsiteX67" fmla="*/ 4661259 w 5741575"/>
              <a:gd name="connsiteY67" fmla="*/ 238966 h 955271"/>
              <a:gd name="connsiteX68" fmla="*/ 4750403 w 5741575"/>
              <a:gd name="connsiteY68" fmla="*/ 204364 h 955271"/>
              <a:gd name="connsiteX69" fmla="*/ 4867614 w 5741575"/>
              <a:gd name="connsiteY69" fmla="*/ 208668 h 955271"/>
              <a:gd name="connsiteX70" fmla="*/ 4937036 w 5741575"/>
              <a:gd name="connsiteY70" fmla="*/ 195446 h 955271"/>
              <a:gd name="connsiteX71" fmla="*/ 5047626 w 5741575"/>
              <a:gd name="connsiteY71" fmla="*/ 149604 h 955271"/>
              <a:gd name="connsiteX72" fmla="*/ 5200247 w 5741575"/>
              <a:gd name="connsiteY72" fmla="*/ 142695 h 955271"/>
              <a:gd name="connsiteX73" fmla="*/ 5291963 w 5741575"/>
              <a:gd name="connsiteY73" fmla="*/ 139446 h 955271"/>
              <a:gd name="connsiteX74" fmla="*/ 5418472 w 5741575"/>
              <a:gd name="connsiteY74" fmla="*/ 89163 h 955271"/>
              <a:gd name="connsiteX75" fmla="*/ 5482354 w 5741575"/>
              <a:gd name="connsiteY75" fmla="*/ 69470 h 955271"/>
              <a:gd name="connsiteX76" fmla="*/ 5583280 w 5741575"/>
              <a:gd name="connsiteY76" fmla="*/ 49787 h 955271"/>
              <a:gd name="connsiteX77" fmla="*/ 5613766 w 5741575"/>
              <a:gd name="connsiteY77" fmla="*/ 41855 h 955271"/>
              <a:gd name="connsiteX78" fmla="*/ 5684952 w 5741575"/>
              <a:gd name="connsiteY78" fmla="*/ 26088 h 955271"/>
              <a:gd name="connsiteX79" fmla="*/ 5741575 w 5741575"/>
              <a:gd name="connsiteY79" fmla="*/ 0 h 955271"/>
              <a:gd name="connsiteX0" fmla="*/ 5741575 w 5741575"/>
              <a:gd name="connsiteY0" fmla="*/ 0 h 955271"/>
              <a:gd name="connsiteX1" fmla="*/ 5741575 w 5741575"/>
              <a:gd name="connsiteY1" fmla="*/ 955271 h 955271"/>
              <a:gd name="connsiteX2" fmla="*/ 0 w 5741575"/>
              <a:gd name="connsiteY2" fmla="*/ 955271 h 955271"/>
              <a:gd name="connsiteX3" fmla="*/ 8558 w 5741575"/>
              <a:gd name="connsiteY3" fmla="*/ 953971 h 955271"/>
              <a:gd name="connsiteX4" fmla="*/ 16894 w 5741575"/>
              <a:gd name="connsiteY4" fmla="*/ 953847 h 955271"/>
              <a:gd name="connsiteX5" fmla="*/ 28156 w 5741575"/>
              <a:gd name="connsiteY5" fmla="*/ 951374 h 955271"/>
              <a:gd name="connsiteX6" fmla="*/ 28293 w 5741575"/>
              <a:gd name="connsiteY6" fmla="*/ 950971 h 955271"/>
              <a:gd name="connsiteX7" fmla="*/ 59229 w 5741575"/>
              <a:gd name="connsiteY7" fmla="*/ 903950 h 955271"/>
              <a:gd name="connsiteX8" fmla="*/ 148657 w 5741575"/>
              <a:gd name="connsiteY8" fmla="*/ 898134 h 955271"/>
              <a:gd name="connsiteX9" fmla="*/ 174554 w 5741575"/>
              <a:gd name="connsiteY9" fmla="*/ 886351 h 955271"/>
              <a:gd name="connsiteX10" fmla="*/ 187633 w 5741575"/>
              <a:gd name="connsiteY10" fmla="*/ 878226 h 955271"/>
              <a:gd name="connsiteX11" fmla="*/ 187961 w 5741575"/>
              <a:gd name="connsiteY11" fmla="*/ 876538 h 955271"/>
              <a:gd name="connsiteX12" fmla="*/ 240501 w 5741575"/>
              <a:gd name="connsiteY12" fmla="*/ 873150 h 955271"/>
              <a:gd name="connsiteX13" fmla="*/ 246345 w 5741575"/>
              <a:gd name="connsiteY13" fmla="*/ 869942 h 955271"/>
              <a:gd name="connsiteX14" fmla="*/ 306299 w 5741575"/>
              <a:gd name="connsiteY14" fmla="*/ 873609 h 955271"/>
              <a:gd name="connsiteX15" fmla="*/ 331571 w 5741575"/>
              <a:gd name="connsiteY15" fmla="*/ 869866 h 955271"/>
              <a:gd name="connsiteX16" fmla="*/ 384157 w 5741575"/>
              <a:gd name="connsiteY16" fmla="*/ 867971 h 955271"/>
              <a:gd name="connsiteX17" fmla="*/ 477637 w 5741575"/>
              <a:gd name="connsiteY17" fmla="*/ 870334 h 955271"/>
              <a:gd name="connsiteX18" fmla="*/ 570239 w 5741575"/>
              <a:gd name="connsiteY18" fmla="*/ 829596 h 955271"/>
              <a:gd name="connsiteX19" fmla="*/ 772070 w 5741575"/>
              <a:gd name="connsiteY19" fmla="*/ 820296 h 955271"/>
              <a:gd name="connsiteX20" fmla="*/ 948872 w 5741575"/>
              <a:gd name="connsiteY20" fmla="*/ 772201 h 955271"/>
              <a:gd name="connsiteX21" fmla="*/ 1127089 w 5741575"/>
              <a:gd name="connsiteY21" fmla="*/ 746926 h 955271"/>
              <a:gd name="connsiteX22" fmla="*/ 1226314 w 5741575"/>
              <a:gd name="connsiteY22" fmla="*/ 722473 h 955271"/>
              <a:gd name="connsiteX23" fmla="*/ 1278773 w 5741575"/>
              <a:gd name="connsiteY23" fmla="*/ 711503 h 955271"/>
              <a:gd name="connsiteX24" fmla="*/ 1317691 w 5741575"/>
              <a:gd name="connsiteY24" fmla="*/ 708529 h 955271"/>
              <a:gd name="connsiteX25" fmla="*/ 1360404 w 5741575"/>
              <a:gd name="connsiteY25" fmla="*/ 675922 h 955271"/>
              <a:gd name="connsiteX26" fmla="*/ 1412292 w 5741575"/>
              <a:gd name="connsiteY26" fmla="*/ 670793 h 955271"/>
              <a:gd name="connsiteX27" fmla="*/ 1494753 w 5741575"/>
              <a:gd name="connsiteY27" fmla="*/ 644686 h 955271"/>
              <a:gd name="connsiteX28" fmla="*/ 1616217 w 5741575"/>
              <a:gd name="connsiteY28" fmla="*/ 622107 h 955271"/>
              <a:gd name="connsiteX29" fmla="*/ 1710928 w 5741575"/>
              <a:gd name="connsiteY29" fmla="*/ 600666 h 955271"/>
              <a:gd name="connsiteX30" fmla="*/ 1743718 w 5741575"/>
              <a:gd name="connsiteY30" fmla="*/ 584327 h 955271"/>
              <a:gd name="connsiteX31" fmla="*/ 1873778 w 5741575"/>
              <a:gd name="connsiteY31" fmla="*/ 530130 h 955271"/>
              <a:gd name="connsiteX32" fmla="*/ 1988411 w 5741575"/>
              <a:gd name="connsiteY32" fmla="*/ 491599 h 955271"/>
              <a:gd name="connsiteX33" fmla="*/ 2085507 w 5741575"/>
              <a:gd name="connsiteY33" fmla="*/ 498527 h 955271"/>
              <a:gd name="connsiteX34" fmla="*/ 2090767 w 5741575"/>
              <a:gd name="connsiteY34" fmla="*/ 490616 h 955271"/>
              <a:gd name="connsiteX35" fmla="*/ 2151143 w 5741575"/>
              <a:gd name="connsiteY35" fmla="*/ 478332 h 955271"/>
              <a:gd name="connsiteX36" fmla="*/ 2378710 w 5741575"/>
              <a:gd name="connsiteY36" fmla="*/ 477570 h 955271"/>
              <a:gd name="connsiteX37" fmla="*/ 2496256 w 5741575"/>
              <a:gd name="connsiteY37" fmla="*/ 452396 h 955271"/>
              <a:gd name="connsiteX38" fmla="*/ 2535387 w 5741575"/>
              <a:gd name="connsiteY38" fmla="*/ 436645 h 955271"/>
              <a:gd name="connsiteX39" fmla="*/ 2601109 w 5741575"/>
              <a:gd name="connsiteY39" fmla="*/ 410678 h 955271"/>
              <a:gd name="connsiteX40" fmla="*/ 2643855 w 5741575"/>
              <a:gd name="connsiteY40" fmla="*/ 374482 h 955271"/>
              <a:gd name="connsiteX41" fmla="*/ 2657726 w 5741575"/>
              <a:gd name="connsiteY41" fmla="*/ 365841 h 955271"/>
              <a:gd name="connsiteX42" fmla="*/ 2687125 w 5741575"/>
              <a:gd name="connsiteY42" fmla="*/ 366820 h 955271"/>
              <a:gd name="connsiteX43" fmla="*/ 2697479 w 5741575"/>
              <a:gd name="connsiteY43" fmla="*/ 361430 h 955271"/>
              <a:gd name="connsiteX44" fmla="*/ 2731718 w 5741575"/>
              <a:gd name="connsiteY44" fmla="*/ 361545 h 955271"/>
              <a:gd name="connsiteX45" fmla="*/ 2777227 w 5741575"/>
              <a:gd name="connsiteY45" fmla="*/ 368972 h 955271"/>
              <a:gd name="connsiteX46" fmla="*/ 2824768 w 5741575"/>
              <a:gd name="connsiteY46" fmla="*/ 361652 h 955271"/>
              <a:gd name="connsiteX47" fmla="*/ 2885545 w 5741575"/>
              <a:gd name="connsiteY47" fmla="*/ 372818 h 955271"/>
              <a:gd name="connsiteX48" fmla="*/ 3009558 w 5741575"/>
              <a:gd name="connsiteY48" fmla="*/ 370573 h 955271"/>
              <a:gd name="connsiteX49" fmla="*/ 3095010 w 5741575"/>
              <a:gd name="connsiteY49" fmla="*/ 332454 h 955271"/>
              <a:gd name="connsiteX50" fmla="*/ 3103742 w 5741575"/>
              <a:gd name="connsiteY50" fmla="*/ 337974 h 955271"/>
              <a:gd name="connsiteX51" fmla="*/ 3165093 w 5741575"/>
              <a:gd name="connsiteY51" fmla="*/ 329459 h 955271"/>
              <a:gd name="connsiteX52" fmla="*/ 3373785 w 5741575"/>
              <a:gd name="connsiteY52" fmla="*/ 255680 h 955271"/>
              <a:gd name="connsiteX53" fmla="*/ 3493851 w 5741575"/>
              <a:gd name="connsiteY53" fmla="*/ 240255 h 955271"/>
              <a:gd name="connsiteX54" fmla="*/ 3537470 w 5741575"/>
              <a:gd name="connsiteY54" fmla="*/ 241867 h 955271"/>
              <a:gd name="connsiteX55" fmla="*/ 3610489 w 5741575"/>
              <a:gd name="connsiteY55" fmla="*/ 244128 h 955271"/>
              <a:gd name="connsiteX56" fmla="*/ 3667539 w 5741575"/>
              <a:gd name="connsiteY56" fmla="*/ 263271 h 955271"/>
              <a:gd name="connsiteX57" fmla="*/ 3727614 w 5741575"/>
              <a:gd name="connsiteY57" fmla="*/ 258245 h 955271"/>
              <a:gd name="connsiteX58" fmla="*/ 3738369 w 5741575"/>
              <a:gd name="connsiteY58" fmla="*/ 234506 h 955271"/>
              <a:gd name="connsiteX59" fmla="*/ 3803670 w 5741575"/>
              <a:gd name="connsiteY59" fmla="*/ 236457 h 955271"/>
              <a:gd name="connsiteX60" fmla="*/ 3903080 w 5741575"/>
              <a:gd name="connsiteY60" fmla="*/ 241890 h 955271"/>
              <a:gd name="connsiteX61" fmla="*/ 4114838 w 5741575"/>
              <a:gd name="connsiteY61" fmla="*/ 238165 h 955271"/>
              <a:gd name="connsiteX62" fmla="*/ 4271023 w 5741575"/>
              <a:gd name="connsiteY62" fmla="*/ 241959 h 955271"/>
              <a:gd name="connsiteX63" fmla="*/ 4367397 w 5741575"/>
              <a:gd name="connsiteY63" fmla="*/ 271442 h 955271"/>
              <a:gd name="connsiteX64" fmla="*/ 4495366 w 5741575"/>
              <a:gd name="connsiteY64" fmla="*/ 271618 h 955271"/>
              <a:gd name="connsiteX65" fmla="*/ 4517347 w 5741575"/>
              <a:gd name="connsiteY65" fmla="*/ 275639 h 955271"/>
              <a:gd name="connsiteX66" fmla="*/ 4546116 w 5741575"/>
              <a:gd name="connsiteY66" fmla="*/ 268568 h 955271"/>
              <a:gd name="connsiteX67" fmla="*/ 4661259 w 5741575"/>
              <a:gd name="connsiteY67" fmla="*/ 238966 h 955271"/>
              <a:gd name="connsiteX68" fmla="*/ 4750403 w 5741575"/>
              <a:gd name="connsiteY68" fmla="*/ 204364 h 955271"/>
              <a:gd name="connsiteX69" fmla="*/ 4867614 w 5741575"/>
              <a:gd name="connsiteY69" fmla="*/ 208668 h 955271"/>
              <a:gd name="connsiteX70" fmla="*/ 4937036 w 5741575"/>
              <a:gd name="connsiteY70" fmla="*/ 195446 h 955271"/>
              <a:gd name="connsiteX71" fmla="*/ 5067740 w 5741575"/>
              <a:gd name="connsiteY71" fmla="*/ 172293 h 955271"/>
              <a:gd name="connsiteX72" fmla="*/ 5200247 w 5741575"/>
              <a:gd name="connsiteY72" fmla="*/ 142695 h 955271"/>
              <a:gd name="connsiteX73" fmla="*/ 5291963 w 5741575"/>
              <a:gd name="connsiteY73" fmla="*/ 139446 h 955271"/>
              <a:gd name="connsiteX74" fmla="*/ 5418472 w 5741575"/>
              <a:gd name="connsiteY74" fmla="*/ 89163 h 955271"/>
              <a:gd name="connsiteX75" fmla="*/ 5482354 w 5741575"/>
              <a:gd name="connsiteY75" fmla="*/ 69470 h 955271"/>
              <a:gd name="connsiteX76" fmla="*/ 5583280 w 5741575"/>
              <a:gd name="connsiteY76" fmla="*/ 49787 h 955271"/>
              <a:gd name="connsiteX77" fmla="*/ 5613766 w 5741575"/>
              <a:gd name="connsiteY77" fmla="*/ 41855 h 955271"/>
              <a:gd name="connsiteX78" fmla="*/ 5684952 w 5741575"/>
              <a:gd name="connsiteY78" fmla="*/ 26088 h 955271"/>
              <a:gd name="connsiteX79" fmla="*/ 5741575 w 5741575"/>
              <a:gd name="connsiteY79" fmla="*/ 0 h 955271"/>
              <a:gd name="connsiteX0" fmla="*/ 5741575 w 5741575"/>
              <a:gd name="connsiteY0" fmla="*/ 0 h 955271"/>
              <a:gd name="connsiteX1" fmla="*/ 5741575 w 5741575"/>
              <a:gd name="connsiteY1" fmla="*/ 955271 h 955271"/>
              <a:gd name="connsiteX2" fmla="*/ 0 w 5741575"/>
              <a:gd name="connsiteY2" fmla="*/ 955271 h 955271"/>
              <a:gd name="connsiteX3" fmla="*/ 8558 w 5741575"/>
              <a:gd name="connsiteY3" fmla="*/ 953971 h 955271"/>
              <a:gd name="connsiteX4" fmla="*/ 16894 w 5741575"/>
              <a:gd name="connsiteY4" fmla="*/ 953847 h 955271"/>
              <a:gd name="connsiteX5" fmla="*/ 28156 w 5741575"/>
              <a:gd name="connsiteY5" fmla="*/ 951374 h 955271"/>
              <a:gd name="connsiteX6" fmla="*/ 28293 w 5741575"/>
              <a:gd name="connsiteY6" fmla="*/ 950971 h 955271"/>
              <a:gd name="connsiteX7" fmla="*/ 59229 w 5741575"/>
              <a:gd name="connsiteY7" fmla="*/ 903950 h 955271"/>
              <a:gd name="connsiteX8" fmla="*/ 148657 w 5741575"/>
              <a:gd name="connsiteY8" fmla="*/ 898134 h 955271"/>
              <a:gd name="connsiteX9" fmla="*/ 174554 w 5741575"/>
              <a:gd name="connsiteY9" fmla="*/ 886351 h 955271"/>
              <a:gd name="connsiteX10" fmla="*/ 187633 w 5741575"/>
              <a:gd name="connsiteY10" fmla="*/ 878226 h 955271"/>
              <a:gd name="connsiteX11" fmla="*/ 187961 w 5741575"/>
              <a:gd name="connsiteY11" fmla="*/ 876538 h 955271"/>
              <a:gd name="connsiteX12" fmla="*/ 240501 w 5741575"/>
              <a:gd name="connsiteY12" fmla="*/ 873150 h 955271"/>
              <a:gd name="connsiteX13" fmla="*/ 246345 w 5741575"/>
              <a:gd name="connsiteY13" fmla="*/ 869942 h 955271"/>
              <a:gd name="connsiteX14" fmla="*/ 306299 w 5741575"/>
              <a:gd name="connsiteY14" fmla="*/ 873609 h 955271"/>
              <a:gd name="connsiteX15" fmla="*/ 331571 w 5741575"/>
              <a:gd name="connsiteY15" fmla="*/ 869866 h 955271"/>
              <a:gd name="connsiteX16" fmla="*/ 384157 w 5741575"/>
              <a:gd name="connsiteY16" fmla="*/ 867971 h 955271"/>
              <a:gd name="connsiteX17" fmla="*/ 477637 w 5741575"/>
              <a:gd name="connsiteY17" fmla="*/ 870334 h 955271"/>
              <a:gd name="connsiteX18" fmla="*/ 570239 w 5741575"/>
              <a:gd name="connsiteY18" fmla="*/ 829596 h 955271"/>
              <a:gd name="connsiteX19" fmla="*/ 772070 w 5741575"/>
              <a:gd name="connsiteY19" fmla="*/ 820296 h 955271"/>
              <a:gd name="connsiteX20" fmla="*/ 948872 w 5741575"/>
              <a:gd name="connsiteY20" fmla="*/ 772201 h 955271"/>
              <a:gd name="connsiteX21" fmla="*/ 1127089 w 5741575"/>
              <a:gd name="connsiteY21" fmla="*/ 746926 h 955271"/>
              <a:gd name="connsiteX22" fmla="*/ 1226314 w 5741575"/>
              <a:gd name="connsiteY22" fmla="*/ 722473 h 955271"/>
              <a:gd name="connsiteX23" fmla="*/ 1278773 w 5741575"/>
              <a:gd name="connsiteY23" fmla="*/ 711503 h 955271"/>
              <a:gd name="connsiteX24" fmla="*/ 1317691 w 5741575"/>
              <a:gd name="connsiteY24" fmla="*/ 708529 h 955271"/>
              <a:gd name="connsiteX25" fmla="*/ 1360404 w 5741575"/>
              <a:gd name="connsiteY25" fmla="*/ 675922 h 955271"/>
              <a:gd name="connsiteX26" fmla="*/ 1412292 w 5741575"/>
              <a:gd name="connsiteY26" fmla="*/ 670793 h 955271"/>
              <a:gd name="connsiteX27" fmla="*/ 1494753 w 5741575"/>
              <a:gd name="connsiteY27" fmla="*/ 644686 h 955271"/>
              <a:gd name="connsiteX28" fmla="*/ 1616217 w 5741575"/>
              <a:gd name="connsiteY28" fmla="*/ 622107 h 955271"/>
              <a:gd name="connsiteX29" fmla="*/ 1710928 w 5741575"/>
              <a:gd name="connsiteY29" fmla="*/ 600666 h 955271"/>
              <a:gd name="connsiteX30" fmla="*/ 1743718 w 5741575"/>
              <a:gd name="connsiteY30" fmla="*/ 584327 h 955271"/>
              <a:gd name="connsiteX31" fmla="*/ 1873778 w 5741575"/>
              <a:gd name="connsiteY31" fmla="*/ 530130 h 955271"/>
              <a:gd name="connsiteX32" fmla="*/ 1988411 w 5741575"/>
              <a:gd name="connsiteY32" fmla="*/ 491599 h 955271"/>
              <a:gd name="connsiteX33" fmla="*/ 2085507 w 5741575"/>
              <a:gd name="connsiteY33" fmla="*/ 498527 h 955271"/>
              <a:gd name="connsiteX34" fmla="*/ 2090767 w 5741575"/>
              <a:gd name="connsiteY34" fmla="*/ 490616 h 955271"/>
              <a:gd name="connsiteX35" fmla="*/ 2151143 w 5741575"/>
              <a:gd name="connsiteY35" fmla="*/ 478332 h 955271"/>
              <a:gd name="connsiteX36" fmla="*/ 2378710 w 5741575"/>
              <a:gd name="connsiteY36" fmla="*/ 477570 h 955271"/>
              <a:gd name="connsiteX37" fmla="*/ 2496256 w 5741575"/>
              <a:gd name="connsiteY37" fmla="*/ 452396 h 955271"/>
              <a:gd name="connsiteX38" fmla="*/ 2535387 w 5741575"/>
              <a:gd name="connsiteY38" fmla="*/ 436645 h 955271"/>
              <a:gd name="connsiteX39" fmla="*/ 2601109 w 5741575"/>
              <a:gd name="connsiteY39" fmla="*/ 410678 h 955271"/>
              <a:gd name="connsiteX40" fmla="*/ 2643855 w 5741575"/>
              <a:gd name="connsiteY40" fmla="*/ 374482 h 955271"/>
              <a:gd name="connsiteX41" fmla="*/ 2657726 w 5741575"/>
              <a:gd name="connsiteY41" fmla="*/ 365841 h 955271"/>
              <a:gd name="connsiteX42" fmla="*/ 2687125 w 5741575"/>
              <a:gd name="connsiteY42" fmla="*/ 366820 h 955271"/>
              <a:gd name="connsiteX43" fmla="*/ 2697479 w 5741575"/>
              <a:gd name="connsiteY43" fmla="*/ 361430 h 955271"/>
              <a:gd name="connsiteX44" fmla="*/ 2731718 w 5741575"/>
              <a:gd name="connsiteY44" fmla="*/ 361545 h 955271"/>
              <a:gd name="connsiteX45" fmla="*/ 2777227 w 5741575"/>
              <a:gd name="connsiteY45" fmla="*/ 368972 h 955271"/>
              <a:gd name="connsiteX46" fmla="*/ 2824768 w 5741575"/>
              <a:gd name="connsiteY46" fmla="*/ 361652 h 955271"/>
              <a:gd name="connsiteX47" fmla="*/ 2885545 w 5741575"/>
              <a:gd name="connsiteY47" fmla="*/ 372818 h 955271"/>
              <a:gd name="connsiteX48" fmla="*/ 3009558 w 5741575"/>
              <a:gd name="connsiteY48" fmla="*/ 370573 h 955271"/>
              <a:gd name="connsiteX49" fmla="*/ 3095010 w 5741575"/>
              <a:gd name="connsiteY49" fmla="*/ 332454 h 955271"/>
              <a:gd name="connsiteX50" fmla="*/ 3103742 w 5741575"/>
              <a:gd name="connsiteY50" fmla="*/ 337974 h 955271"/>
              <a:gd name="connsiteX51" fmla="*/ 3165093 w 5741575"/>
              <a:gd name="connsiteY51" fmla="*/ 329459 h 955271"/>
              <a:gd name="connsiteX52" fmla="*/ 3373785 w 5741575"/>
              <a:gd name="connsiteY52" fmla="*/ 255680 h 955271"/>
              <a:gd name="connsiteX53" fmla="*/ 3493851 w 5741575"/>
              <a:gd name="connsiteY53" fmla="*/ 240255 h 955271"/>
              <a:gd name="connsiteX54" fmla="*/ 3537470 w 5741575"/>
              <a:gd name="connsiteY54" fmla="*/ 241867 h 955271"/>
              <a:gd name="connsiteX55" fmla="*/ 3610489 w 5741575"/>
              <a:gd name="connsiteY55" fmla="*/ 244128 h 955271"/>
              <a:gd name="connsiteX56" fmla="*/ 3667539 w 5741575"/>
              <a:gd name="connsiteY56" fmla="*/ 263271 h 955271"/>
              <a:gd name="connsiteX57" fmla="*/ 3727614 w 5741575"/>
              <a:gd name="connsiteY57" fmla="*/ 258245 h 955271"/>
              <a:gd name="connsiteX58" fmla="*/ 3738369 w 5741575"/>
              <a:gd name="connsiteY58" fmla="*/ 234506 h 955271"/>
              <a:gd name="connsiteX59" fmla="*/ 3803670 w 5741575"/>
              <a:gd name="connsiteY59" fmla="*/ 236457 h 955271"/>
              <a:gd name="connsiteX60" fmla="*/ 3903080 w 5741575"/>
              <a:gd name="connsiteY60" fmla="*/ 241890 h 955271"/>
              <a:gd name="connsiteX61" fmla="*/ 4114838 w 5741575"/>
              <a:gd name="connsiteY61" fmla="*/ 238165 h 955271"/>
              <a:gd name="connsiteX62" fmla="*/ 4271023 w 5741575"/>
              <a:gd name="connsiteY62" fmla="*/ 241959 h 955271"/>
              <a:gd name="connsiteX63" fmla="*/ 4367397 w 5741575"/>
              <a:gd name="connsiteY63" fmla="*/ 271442 h 955271"/>
              <a:gd name="connsiteX64" fmla="*/ 4495366 w 5741575"/>
              <a:gd name="connsiteY64" fmla="*/ 271618 h 955271"/>
              <a:gd name="connsiteX65" fmla="*/ 4517347 w 5741575"/>
              <a:gd name="connsiteY65" fmla="*/ 275639 h 955271"/>
              <a:gd name="connsiteX66" fmla="*/ 4546116 w 5741575"/>
              <a:gd name="connsiteY66" fmla="*/ 268568 h 955271"/>
              <a:gd name="connsiteX67" fmla="*/ 4661259 w 5741575"/>
              <a:gd name="connsiteY67" fmla="*/ 238966 h 955271"/>
              <a:gd name="connsiteX68" fmla="*/ 4750403 w 5741575"/>
              <a:gd name="connsiteY68" fmla="*/ 204364 h 955271"/>
              <a:gd name="connsiteX69" fmla="*/ 4867614 w 5741575"/>
              <a:gd name="connsiteY69" fmla="*/ 208668 h 955271"/>
              <a:gd name="connsiteX70" fmla="*/ 4937036 w 5741575"/>
              <a:gd name="connsiteY70" fmla="*/ 195446 h 955271"/>
              <a:gd name="connsiteX71" fmla="*/ 5067740 w 5741575"/>
              <a:gd name="connsiteY71" fmla="*/ 172293 h 955271"/>
              <a:gd name="connsiteX72" fmla="*/ 5200247 w 5741575"/>
              <a:gd name="connsiteY72" fmla="*/ 142695 h 955271"/>
              <a:gd name="connsiteX73" fmla="*/ 5291963 w 5741575"/>
              <a:gd name="connsiteY73" fmla="*/ 139446 h 955271"/>
              <a:gd name="connsiteX74" fmla="*/ 5418472 w 5741575"/>
              <a:gd name="connsiteY74" fmla="*/ 89163 h 955271"/>
              <a:gd name="connsiteX75" fmla="*/ 5482354 w 5741575"/>
              <a:gd name="connsiteY75" fmla="*/ 69470 h 955271"/>
              <a:gd name="connsiteX76" fmla="*/ 5583280 w 5741575"/>
              <a:gd name="connsiteY76" fmla="*/ 49787 h 955271"/>
              <a:gd name="connsiteX77" fmla="*/ 5613766 w 5741575"/>
              <a:gd name="connsiteY77" fmla="*/ 41855 h 955271"/>
              <a:gd name="connsiteX78" fmla="*/ 5684952 w 5741575"/>
              <a:gd name="connsiteY78" fmla="*/ 26088 h 955271"/>
              <a:gd name="connsiteX79" fmla="*/ 5741575 w 5741575"/>
              <a:gd name="connsiteY79" fmla="*/ 0 h 955271"/>
              <a:gd name="connsiteX0" fmla="*/ 5741575 w 5741575"/>
              <a:gd name="connsiteY0" fmla="*/ 0 h 955271"/>
              <a:gd name="connsiteX1" fmla="*/ 5741575 w 5741575"/>
              <a:gd name="connsiteY1" fmla="*/ 955271 h 955271"/>
              <a:gd name="connsiteX2" fmla="*/ 0 w 5741575"/>
              <a:gd name="connsiteY2" fmla="*/ 955271 h 955271"/>
              <a:gd name="connsiteX3" fmla="*/ 8558 w 5741575"/>
              <a:gd name="connsiteY3" fmla="*/ 953971 h 955271"/>
              <a:gd name="connsiteX4" fmla="*/ 16894 w 5741575"/>
              <a:gd name="connsiteY4" fmla="*/ 953847 h 955271"/>
              <a:gd name="connsiteX5" fmla="*/ 28156 w 5741575"/>
              <a:gd name="connsiteY5" fmla="*/ 951374 h 955271"/>
              <a:gd name="connsiteX6" fmla="*/ 28293 w 5741575"/>
              <a:gd name="connsiteY6" fmla="*/ 950971 h 955271"/>
              <a:gd name="connsiteX7" fmla="*/ 59229 w 5741575"/>
              <a:gd name="connsiteY7" fmla="*/ 903950 h 955271"/>
              <a:gd name="connsiteX8" fmla="*/ 148657 w 5741575"/>
              <a:gd name="connsiteY8" fmla="*/ 898134 h 955271"/>
              <a:gd name="connsiteX9" fmla="*/ 174554 w 5741575"/>
              <a:gd name="connsiteY9" fmla="*/ 886351 h 955271"/>
              <a:gd name="connsiteX10" fmla="*/ 187633 w 5741575"/>
              <a:gd name="connsiteY10" fmla="*/ 878226 h 955271"/>
              <a:gd name="connsiteX11" fmla="*/ 187961 w 5741575"/>
              <a:gd name="connsiteY11" fmla="*/ 876538 h 955271"/>
              <a:gd name="connsiteX12" fmla="*/ 240501 w 5741575"/>
              <a:gd name="connsiteY12" fmla="*/ 873150 h 955271"/>
              <a:gd name="connsiteX13" fmla="*/ 246345 w 5741575"/>
              <a:gd name="connsiteY13" fmla="*/ 869942 h 955271"/>
              <a:gd name="connsiteX14" fmla="*/ 306299 w 5741575"/>
              <a:gd name="connsiteY14" fmla="*/ 873609 h 955271"/>
              <a:gd name="connsiteX15" fmla="*/ 331571 w 5741575"/>
              <a:gd name="connsiteY15" fmla="*/ 869866 h 955271"/>
              <a:gd name="connsiteX16" fmla="*/ 384157 w 5741575"/>
              <a:gd name="connsiteY16" fmla="*/ 867971 h 955271"/>
              <a:gd name="connsiteX17" fmla="*/ 477637 w 5741575"/>
              <a:gd name="connsiteY17" fmla="*/ 870334 h 955271"/>
              <a:gd name="connsiteX18" fmla="*/ 570239 w 5741575"/>
              <a:gd name="connsiteY18" fmla="*/ 829596 h 955271"/>
              <a:gd name="connsiteX19" fmla="*/ 772070 w 5741575"/>
              <a:gd name="connsiteY19" fmla="*/ 820296 h 955271"/>
              <a:gd name="connsiteX20" fmla="*/ 948872 w 5741575"/>
              <a:gd name="connsiteY20" fmla="*/ 772201 h 955271"/>
              <a:gd name="connsiteX21" fmla="*/ 1127089 w 5741575"/>
              <a:gd name="connsiteY21" fmla="*/ 746926 h 955271"/>
              <a:gd name="connsiteX22" fmla="*/ 1226314 w 5741575"/>
              <a:gd name="connsiteY22" fmla="*/ 722473 h 955271"/>
              <a:gd name="connsiteX23" fmla="*/ 1278773 w 5741575"/>
              <a:gd name="connsiteY23" fmla="*/ 711503 h 955271"/>
              <a:gd name="connsiteX24" fmla="*/ 1317691 w 5741575"/>
              <a:gd name="connsiteY24" fmla="*/ 708529 h 955271"/>
              <a:gd name="connsiteX25" fmla="*/ 1360404 w 5741575"/>
              <a:gd name="connsiteY25" fmla="*/ 675922 h 955271"/>
              <a:gd name="connsiteX26" fmla="*/ 1412292 w 5741575"/>
              <a:gd name="connsiteY26" fmla="*/ 670793 h 955271"/>
              <a:gd name="connsiteX27" fmla="*/ 1494753 w 5741575"/>
              <a:gd name="connsiteY27" fmla="*/ 644686 h 955271"/>
              <a:gd name="connsiteX28" fmla="*/ 1616217 w 5741575"/>
              <a:gd name="connsiteY28" fmla="*/ 622107 h 955271"/>
              <a:gd name="connsiteX29" fmla="*/ 1710928 w 5741575"/>
              <a:gd name="connsiteY29" fmla="*/ 600666 h 955271"/>
              <a:gd name="connsiteX30" fmla="*/ 1743718 w 5741575"/>
              <a:gd name="connsiteY30" fmla="*/ 584327 h 955271"/>
              <a:gd name="connsiteX31" fmla="*/ 1873778 w 5741575"/>
              <a:gd name="connsiteY31" fmla="*/ 530130 h 955271"/>
              <a:gd name="connsiteX32" fmla="*/ 1988411 w 5741575"/>
              <a:gd name="connsiteY32" fmla="*/ 491599 h 955271"/>
              <a:gd name="connsiteX33" fmla="*/ 2085507 w 5741575"/>
              <a:gd name="connsiteY33" fmla="*/ 498527 h 955271"/>
              <a:gd name="connsiteX34" fmla="*/ 2090767 w 5741575"/>
              <a:gd name="connsiteY34" fmla="*/ 490616 h 955271"/>
              <a:gd name="connsiteX35" fmla="*/ 2151143 w 5741575"/>
              <a:gd name="connsiteY35" fmla="*/ 478332 h 955271"/>
              <a:gd name="connsiteX36" fmla="*/ 2378710 w 5741575"/>
              <a:gd name="connsiteY36" fmla="*/ 477570 h 955271"/>
              <a:gd name="connsiteX37" fmla="*/ 2496256 w 5741575"/>
              <a:gd name="connsiteY37" fmla="*/ 452396 h 955271"/>
              <a:gd name="connsiteX38" fmla="*/ 2535387 w 5741575"/>
              <a:gd name="connsiteY38" fmla="*/ 436645 h 955271"/>
              <a:gd name="connsiteX39" fmla="*/ 2601109 w 5741575"/>
              <a:gd name="connsiteY39" fmla="*/ 410678 h 955271"/>
              <a:gd name="connsiteX40" fmla="*/ 2643855 w 5741575"/>
              <a:gd name="connsiteY40" fmla="*/ 374482 h 955271"/>
              <a:gd name="connsiteX41" fmla="*/ 2657726 w 5741575"/>
              <a:gd name="connsiteY41" fmla="*/ 365841 h 955271"/>
              <a:gd name="connsiteX42" fmla="*/ 2687125 w 5741575"/>
              <a:gd name="connsiteY42" fmla="*/ 366820 h 955271"/>
              <a:gd name="connsiteX43" fmla="*/ 2697479 w 5741575"/>
              <a:gd name="connsiteY43" fmla="*/ 361430 h 955271"/>
              <a:gd name="connsiteX44" fmla="*/ 2731718 w 5741575"/>
              <a:gd name="connsiteY44" fmla="*/ 361545 h 955271"/>
              <a:gd name="connsiteX45" fmla="*/ 2777227 w 5741575"/>
              <a:gd name="connsiteY45" fmla="*/ 368972 h 955271"/>
              <a:gd name="connsiteX46" fmla="*/ 2824768 w 5741575"/>
              <a:gd name="connsiteY46" fmla="*/ 361652 h 955271"/>
              <a:gd name="connsiteX47" fmla="*/ 2885545 w 5741575"/>
              <a:gd name="connsiteY47" fmla="*/ 372818 h 955271"/>
              <a:gd name="connsiteX48" fmla="*/ 3009558 w 5741575"/>
              <a:gd name="connsiteY48" fmla="*/ 370573 h 955271"/>
              <a:gd name="connsiteX49" fmla="*/ 3095010 w 5741575"/>
              <a:gd name="connsiteY49" fmla="*/ 332454 h 955271"/>
              <a:gd name="connsiteX50" fmla="*/ 3103742 w 5741575"/>
              <a:gd name="connsiteY50" fmla="*/ 337974 h 955271"/>
              <a:gd name="connsiteX51" fmla="*/ 3195264 w 5741575"/>
              <a:gd name="connsiteY51" fmla="*/ 293158 h 955271"/>
              <a:gd name="connsiteX52" fmla="*/ 3373785 w 5741575"/>
              <a:gd name="connsiteY52" fmla="*/ 255680 h 955271"/>
              <a:gd name="connsiteX53" fmla="*/ 3493851 w 5741575"/>
              <a:gd name="connsiteY53" fmla="*/ 240255 h 955271"/>
              <a:gd name="connsiteX54" fmla="*/ 3537470 w 5741575"/>
              <a:gd name="connsiteY54" fmla="*/ 241867 h 955271"/>
              <a:gd name="connsiteX55" fmla="*/ 3610489 w 5741575"/>
              <a:gd name="connsiteY55" fmla="*/ 244128 h 955271"/>
              <a:gd name="connsiteX56" fmla="*/ 3667539 w 5741575"/>
              <a:gd name="connsiteY56" fmla="*/ 263271 h 955271"/>
              <a:gd name="connsiteX57" fmla="*/ 3727614 w 5741575"/>
              <a:gd name="connsiteY57" fmla="*/ 258245 h 955271"/>
              <a:gd name="connsiteX58" fmla="*/ 3738369 w 5741575"/>
              <a:gd name="connsiteY58" fmla="*/ 234506 h 955271"/>
              <a:gd name="connsiteX59" fmla="*/ 3803670 w 5741575"/>
              <a:gd name="connsiteY59" fmla="*/ 236457 h 955271"/>
              <a:gd name="connsiteX60" fmla="*/ 3903080 w 5741575"/>
              <a:gd name="connsiteY60" fmla="*/ 241890 h 955271"/>
              <a:gd name="connsiteX61" fmla="*/ 4114838 w 5741575"/>
              <a:gd name="connsiteY61" fmla="*/ 238165 h 955271"/>
              <a:gd name="connsiteX62" fmla="*/ 4271023 w 5741575"/>
              <a:gd name="connsiteY62" fmla="*/ 241959 h 955271"/>
              <a:gd name="connsiteX63" fmla="*/ 4367397 w 5741575"/>
              <a:gd name="connsiteY63" fmla="*/ 271442 h 955271"/>
              <a:gd name="connsiteX64" fmla="*/ 4495366 w 5741575"/>
              <a:gd name="connsiteY64" fmla="*/ 271618 h 955271"/>
              <a:gd name="connsiteX65" fmla="*/ 4517347 w 5741575"/>
              <a:gd name="connsiteY65" fmla="*/ 275639 h 955271"/>
              <a:gd name="connsiteX66" fmla="*/ 4546116 w 5741575"/>
              <a:gd name="connsiteY66" fmla="*/ 268568 h 955271"/>
              <a:gd name="connsiteX67" fmla="*/ 4661259 w 5741575"/>
              <a:gd name="connsiteY67" fmla="*/ 238966 h 955271"/>
              <a:gd name="connsiteX68" fmla="*/ 4750403 w 5741575"/>
              <a:gd name="connsiteY68" fmla="*/ 204364 h 955271"/>
              <a:gd name="connsiteX69" fmla="*/ 4867614 w 5741575"/>
              <a:gd name="connsiteY69" fmla="*/ 208668 h 955271"/>
              <a:gd name="connsiteX70" fmla="*/ 4937036 w 5741575"/>
              <a:gd name="connsiteY70" fmla="*/ 195446 h 955271"/>
              <a:gd name="connsiteX71" fmla="*/ 5067740 w 5741575"/>
              <a:gd name="connsiteY71" fmla="*/ 172293 h 955271"/>
              <a:gd name="connsiteX72" fmla="*/ 5200247 w 5741575"/>
              <a:gd name="connsiteY72" fmla="*/ 142695 h 955271"/>
              <a:gd name="connsiteX73" fmla="*/ 5291963 w 5741575"/>
              <a:gd name="connsiteY73" fmla="*/ 139446 h 955271"/>
              <a:gd name="connsiteX74" fmla="*/ 5418472 w 5741575"/>
              <a:gd name="connsiteY74" fmla="*/ 89163 h 955271"/>
              <a:gd name="connsiteX75" fmla="*/ 5482354 w 5741575"/>
              <a:gd name="connsiteY75" fmla="*/ 69470 h 955271"/>
              <a:gd name="connsiteX76" fmla="*/ 5583280 w 5741575"/>
              <a:gd name="connsiteY76" fmla="*/ 49787 h 955271"/>
              <a:gd name="connsiteX77" fmla="*/ 5613766 w 5741575"/>
              <a:gd name="connsiteY77" fmla="*/ 41855 h 955271"/>
              <a:gd name="connsiteX78" fmla="*/ 5684952 w 5741575"/>
              <a:gd name="connsiteY78" fmla="*/ 26088 h 955271"/>
              <a:gd name="connsiteX79" fmla="*/ 5741575 w 5741575"/>
              <a:gd name="connsiteY79" fmla="*/ 0 h 955271"/>
              <a:gd name="connsiteX0" fmla="*/ 5741575 w 5741575"/>
              <a:gd name="connsiteY0" fmla="*/ 0 h 955271"/>
              <a:gd name="connsiteX1" fmla="*/ 5741575 w 5741575"/>
              <a:gd name="connsiteY1" fmla="*/ 955271 h 955271"/>
              <a:gd name="connsiteX2" fmla="*/ 0 w 5741575"/>
              <a:gd name="connsiteY2" fmla="*/ 955271 h 955271"/>
              <a:gd name="connsiteX3" fmla="*/ 8558 w 5741575"/>
              <a:gd name="connsiteY3" fmla="*/ 953971 h 955271"/>
              <a:gd name="connsiteX4" fmla="*/ 16894 w 5741575"/>
              <a:gd name="connsiteY4" fmla="*/ 953847 h 955271"/>
              <a:gd name="connsiteX5" fmla="*/ 28156 w 5741575"/>
              <a:gd name="connsiteY5" fmla="*/ 951374 h 955271"/>
              <a:gd name="connsiteX6" fmla="*/ 28293 w 5741575"/>
              <a:gd name="connsiteY6" fmla="*/ 950971 h 955271"/>
              <a:gd name="connsiteX7" fmla="*/ 59229 w 5741575"/>
              <a:gd name="connsiteY7" fmla="*/ 903950 h 955271"/>
              <a:gd name="connsiteX8" fmla="*/ 148657 w 5741575"/>
              <a:gd name="connsiteY8" fmla="*/ 898134 h 955271"/>
              <a:gd name="connsiteX9" fmla="*/ 174554 w 5741575"/>
              <a:gd name="connsiteY9" fmla="*/ 886351 h 955271"/>
              <a:gd name="connsiteX10" fmla="*/ 187633 w 5741575"/>
              <a:gd name="connsiteY10" fmla="*/ 878226 h 955271"/>
              <a:gd name="connsiteX11" fmla="*/ 187961 w 5741575"/>
              <a:gd name="connsiteY11" fmla="*/ 876538 h 955271"/>
              <a:gd name="connsiteX12" fmla="*/ 240501 w 5741575"/>
              <a:gd name="connsiteY12" fmla="*/ 873150 h 955271"/>
              <a:gd name="connsiteX13" fmla="*/ 246345 w 5741575"/>
              <a:gd name="connsiteY13" fmla="*/ 869942 h 955271"/>
              <a:gd name="connsiteX14" fmla="*/ 306299 w 5741575"/>
              <a:gd name="connsiteY14" fmla="*/ 873609 h 955271"/>
              <a:gd name="connsiteX15" fmla="*/ 331571 w 5741575"/>
              <a:gd name="connsiteY15" fmla="*/ 869866 h 955271"/>
              <a:gd name="connsiteX16" fmla="*/ 384157 w 5741575"/>
              <a:gd name="connsiteY16" fmla="*/ 867971 h 955271"/>
              <a:gd name="connsiteX17" fmla="*/ 477637 w 5741575"/>
              <a:gd name="connsiteY17" fmla="*/ 870334 h 955271"/>
              <a:gd name="connsiteX18" fmla="*/ 570239 w 5741575"/>
              <a:gd name="connsiteY18" fmla="*/ 829596 h 955271"/>
              <a:gd name="connsiteX19" fmla="*/ 772070 w 5741575"/>
              <a:gd name="connsiteY19" fmla="*/ 820296 h 955271"/>
              <a:gd name="connsiteX20" fmla="*/ 948872 w 5741575"/>
              <a:gd name="connsiteY20" fmla="*/ 772201 h 955271"/>
              <a:gd name="connsiteX21" fmla="*/ 1127089 w 5741575"/>
              <a:gd name="connsiteY21" fmla="*/ 746926 h 955271"/>
              <a:gd name="connsiteX22" fmla="*/ 1226314 w 5741575"/>
              <a:gd name="connsiteY22" fmla="*/ 722473 h 955271"/>
              <a:gd name="connsiteX23" fmla="*/ 1278773 w 5741575"/>
              <a:gd name="connsiteY23" fmla="*/ 711503 h 955271"/>
              <a:gd name="connsiteX24" fmla="*/ 1317691 w 5741575"/>
              <a:gd name="connsiteY24" fmla="*/ 708529 h 955271"/>
              <a:gd name="connsiteX25" fmla="*/ 1360404 w 5741575"/>
              <a:gd name="connsiteY25" fmla="*/ 675922 h 955271"/>
              <a:gd name="connsiteX26" fmla="*/ 1412292 w 5741575"/>
              <a:gd name="connsiteY26" fmla="*/ 670793 h 955271"/>
              <a:gd name="connsiteX27" fmla="*/ 1494753 w 5741575"/>
              <a:gd name="connsiteY27" fmla="*/ 644686 h 955271"/>
              <a:gd name="connsiteX28" fmla="*/ 1616217 w 5741575"/>
              <a:gd name="connsiteY28" fmla="*/ 622107 h 955271"/>
              <a:gd name="connsiteX29" fmla="*/ 1710928 w 5741575"/>
              <a:gd name="connsiteY29" fmla="*/ 600666 h 955271"/>
              <a:gd name="connsiteX30" fmla="*/ 1743718 w 5741575"/>
              <a:gd name="connsiteY30" fmla="*/ 584327 h 955271"/>
              <a:gd name="connsiteX31" fmla="*/ 1873778 w 5741575"/>
              <a:gd name="connsiteY31" fmla="*/ 530130 h 955271"/>
              <a:gd name="connsiteX32" fmla="*/ 1988411 w 5741575"/>
              <a:gd name="connsiteY32" fmla="*/ 491599 h 955271"/>
              <a:gd name="connsiteX33" fmla="*/ 2085507 w 5741575"/>
              <a:gd name="connsiteY33" fmla="*/ 498527 h 955271"/>
              <a:gd name="connsiteX34" fmla="*/ 2090767 w 5741575"/>
              <a:gd name="connsiteY34" fmla="*/ 490616 h 955271"/>
              <a:gd name="connsiteX35" fmla="*/ 2151143 w 5741575"/>
              <a:gd name="connsiteY35" fmla="*/ 478332 h 955271"/>
              <a:gd name="connsiteX36" fmla="*/ 2378710 w 5741575"/>
              <a:gd name="connsiteY36" fmla="*/ 477570 h 955271"/>
              <a:gd name="connsiteX37" fmla="*/ 2496256 w 5741575"/>
              <a:gd name="connsiteY37" fmla="*/ 452396 h 955271"/>
              <a:gd name="connsiteX38" fmla="*/ 2535387 w 5741575"/>
              <a:gd name="connsiteY38" fmla="*/ 436645 h 955271"/>
              <a:gd name="connsiteX39" fmla="*/ 2601109 w 5741575"/>
              <a:gd name="connsiteY39" fmla="*/ 410678 h 955271"/>
              <a:gd name="connsiteX40" fmla="*/ 2643855 w 5741575"/>
              <a:gd name="connsiteY40" fmla="*/ 374482 h 955271"/>
              <a:gd name="connsiteX41" fmla="*/ 2657726 w 5741575"/>
              <a:gd name="connsiteY41" fmla="*/ 365841 h 955271"/>
              <a:gd name="connsiteX42" fmla="*/ 2687125 w 5741575"/>
              <a:gd name="connsiteY42" fmla="*/ 366820 h 955271"/>
              <a:gd name="connsiteX43" fmla="*/ 2697479 w 5741575"/>
              <a:gd name="connsiteY43" fmla="*/ 361430 h 955271"/>
              <a:gd name="connsiteX44" fmla="*/ 2731718 w 5741575"/>
              <a:gd name="connsiteY44" fmla="*/ 361545 h 955271"/>
              <a:gd name="connsiteX45" fmla="*/ 2777227 w 5741575"/>
              <a:gd name="connsiteY45" fmla="*/ 368972 h 955271"/>
              <a:gd name="connsiteX46" fmla="*/ 2824768 w 5741575"/>
              <a:gd name="connsiteY46" fmla="*/ 361652 h 955271"/>
              <a:gd name="connsiteX47" fmla="*/ 2885545 w 5741575"/>
              <a:gd name="connsiteY47" fmla="*/ 372818 h 955271"/>
              <a:gd name="connsiteX48" fmla="*/ 3009558 w 5741575"/>
              <a:gd name="connsiteY48" fmla="*/ 370573 h 955271"/>
              <a:gd name="connsiteX49" fmla="*/ 3095010 w 5741575"/>
              <a:gd name="connsiteY49" fmla="*/ 332454 h 955271"/>
              <a:gd name="connsiteX50" fmla="*/ 3148998 w 5741575"/>
              <a:gd name="connsiteY50" fmla="*/ 315286 h 955271"/>
              <a:gd name="connsiteX51" fmla="*/ 3195264 w 5741575"/>
              <a:gd name="connsiteY51" fmla="*/ 293158 h 955271"/>
              <a:gd name="connsiteX52" fmla="*/ 3373785 w 5741575"/>
              <a:gd name="connsiteY52" fmla="*/ 255680 h 955271"/>
              <a:gd name="connsiteX53" fmla="*/ 3493851 w 5741575"/>
              <a:gd name="connsiteY53" fmla="*/ 240255 h 955271"/>
              <a:gd name="connsiteX54" fmla="*/ 3537470 w 5741575"/>
              <a:gd name="connsiteY54" fmla="*/ 241867 h 955271"/>
              <a:gd name="connsiteX55" fmla="*/ 3610489 w 5741575"/>
              <a:gd name="connsiteY55" fmla="*/ 244128 h 955271"/>
              <a:gd name="connsiteX56" fmla="*/ 3667539 w 5741575"/>
              <a:gd name="connsiteY56" fmla="*/ 263271 h 955271"/>
              <a:gd name="connsiteX57" fmla="*/ 3727614 w 5741575"/>
              <a:gd name="connsiteY57" fmla="*/ 258245 h 955271"/>
              <a:gd name="connsiteX58" fmla="*/ 3738369 w 5741575"/>
              <a:gd name="connsiteY58" fmla="*/ 234506 h 955271"/>
              <a:gd name="connsiteX59" fmla="*/ 3803670 w 5741575"/>
              <a:gd name="connsiteY59" fmla="*/ 236457 h 955271"/>
              <a:gd name="connsiteX60" fmla="*/ 3903080 w 5741575"/>
              <a:gd name="connsiteY60" fmla="*/ 241890 h 955271"/>
              <a:gd name="connsiteX61" fmla="*/ 4114838 w 5741575"/>
              <a:gd name="connsiteY61" fmla="*/ 238165 h 955271"/>
              <a:gd name="connsiteX62" fmla="*/ 4271023 w 5741575"/>
              <a:gd name="connsiteY62" fmla="*/ 241959 h 955271"/>
              <a:gd name="connsiteX63" fmla="*/ 4367397 w 5741575"/>
              <a:gd name="connsiteY63" fmla="*/ 271442 h 955271"/>
              <a:gd name="connsiteX64" fmla="*/ 4495366 w 5741575"/>
              <a:gd name="connsiteY64" fmla="*/ 271618 h 955271"/>
              <a:gd name="connsiteX65" fmla="*/ 4517347 w 5741575"/>
              <a:gd name="connsiteY65" fmla="*/ 275639 h 955271"/>
              <a:gd name="connsiteX66" fmla="*/ 4546116 w 5741575"/>
              <a:gd name="connsiteY66" fmla="*/ 268568 h 955271"/>
              <a:gd name="connsiteX67" fmla="*/ 4661259 w 5741575"/>
              <a:gd name="connsiteY67" fmla="*/ 238966 h 955271"/>
              <a:gd name="connsiteX68" fmla="*/ 4750403 w 5741575"/>
              <a:gd name="connsiteY68" fmla="*/ 204364 h 955271"/>
              <a:gd name="connsiteX69" fmla="*/ 4867614 w 5741575"/>
              <a:gd name="connsiteY69" fmla="*/ 208668 h 955271"/>
              <a:gd name="connsiteX70" fmla="*/ 4937036 w 5741575"/>
              <a:gd name="connsiteY70" fmla="*/ 195446 h 955271"/>
              <a:gd name="connsiteX71" fmla="*/ 5067740 w 5741575"/>
              <a:gd name="connsiteY71" fmla="*/ 172293 h 955271"/>
              <a:gd name="connsiteX72" fmla="*/ 5200247 w 5741575"/>
              <a:gd name="connsiteY72" fmla="*/ 142695 h 955271"/>
              <a:gd name="connsiteX73" fmla="*/ 5291963 w 5741575"/>
              <a:gd name="connsiteY73" fmla="*/ 139446 h 955271"/>
              <a:gd name="connsiteX74" fmla="*/ 5418472 w 5741575"/>
              <a:gd name="connsiteY74" fmla="*/ 89163 h 955271"/>
              <a:gd name="connsiteX75" fmla="*/ 5482354 w 5741575"/>
              <a:gd name="connsiteY75" fmla="*/ 69470 h 955271"/>
              <a:gd name="connsiteX76" fmla="*/ 5583280 w 5741575"/>
              <a:gd name="connsiteY76" fmla="*/ 49787 h 955271"/>
              <a:gd name="connsiteX77" fmla="*/ 5613766 w 5741575"/>
              <a:gd name="connsiteY77" fmla="*/ 41855 h 955271"/>
              <a:gd name="connsiteX78" fmla="*/ 5684952 w 5741575"/>
              <a:gd name="connsiteY78" fmla="*/ 26088 h 955271"/>
              <a:gd name="connsiteX79" fmla="*/ 5741575 w 5741575"/>
              <a:gd name="connsiteY79" fmla="*/ 0 h 955271"/>
              <a:gd name="connsiteX0" fmla="*/ 5741575 w 5741575"/>
              <a:gd name="connsiteY0" fmla="*/ 0 h 955271"/>
              <a:gd name="connsiteX1" fmla="*/ 5741575 w 5741575"/>
              <a:gd name="connsiteY1" fmla="*/ 955271 h 955271"/>
              <a:gd name="connsiteX2" fmla="*/ 0 w 5741575"/>
              <a:gd name="connsiteY2" fmla="*/ 955271 h 955271"/>
              <a:gd name="connsiteX3" fmla="*/ 8558 w 5741575"/>
              <a:gd name="connsiteY3" fmla="*/ 953971 h 955271"/>
              <a:gd name="connsiteX4" fmla="*/ 16894 w 5741575"/>
              <a:gd name="connsiteY4" fmla="*/ 953847 h 955271"/>
              <a:gd name="connsiteX5" fmla="*/ 28156 w 5741575"/>
              <a:gd name="connsiteY5" fmla="*/ 951374 h 955271"/>
              <a:gd name="connsiteX6" fmla="*/ 28293 w 5741575"/>
              <a:gd name="connsiteY6" fmla="*/ 950971 h 955271"/>
              <a:gd name="connsiteX7" fmla="*/ 59229 w 5741575"/>
              <a:gd name="connsiteY7" fmla="*/ 903950 h 955271"/>
              <a:gd name="connsiteX8" fmla="*/ 148657 w 5741575"/>
              <a:gd name="connsiteY8" fmla="*/ 898134 h 955271"/>
              <a:gd name="connsiteX9" fmla="*/ 174554 w 5741575"/>
              <a:gd name="connsiteY9" fmla="*/ 886351 h 955271"/>
              <a:gd name="connsiteX10" fmla="*/ 187633 w 5741575"/>
              <a:gd name="connsiteY10" fmla="*/ 878226 h 955271"/>
              <a:gd name="connsiteX11" fmla="*/ 187961 w 5741575"/>
              <a:gd name="connsiteY11" fmla="*/ 876538 h 955271"/>
              <a:gd name="connsiteX12" fmla="*/ 240501 w 5741575"/>
              <a:gd name="connsiteY12" fmla="*/ 873150 h 955271"/>
              <a:gd name="connsiteX13" fmla="*/ 246345 w 5741575"/>
              <a:gd name="connsiteY13" fmla="*/ 869942 h 955271"/>
              <a:gd name="connsiteX14" fmla="*/ 306299 w 5741575"/>
              <a:gd name="connsiteY14" fmla="*/ 873609 h 955271"/>
              <a:gd name="connsiteX15" fmla="*/ 331571 w 5741575"/>
              <a:gd name="connsiteY15" fmla="*/ 869866 h 955271"/>
              <a:gd name="connsiteX16" fmla="*/ 384157 w 5741575"/>
              <a:gd name="connsiteY16" fmla="*/ 867971 h 955271"/>
              <a:gd name="connsiteX17" fmla="*/ 477637 w 5741575"/>
              <a:gd name="connsiteY17" fmla="*/ 870334 h 955271"/>
              <a:gd name="connsiteX18" fmla="*/ 570239 w 5741575"/>
              <a:gd name="connsiteY18" fmla="*/ 829596 h 955271"/>
              <a:gd name="connsiteX19" fmla="*/ 772070 w 5741575"/>
              <a:gd name="connsiteY19" fmla="*/ 820296 h 955271"/>
              <a:gd name="connsiteX20" fmla="*/ 948872 w 5741575"/>
              <a:gd name="connsiteY20" fmla="*/ 772201 h 955271"/>
              <a:gd name="connsiteX21" fmla="*/ 1127089 w 5741575"/>
              <a:gd name="connsiteY21" fmla="*/ 746926 h 955271"/>
              <a:gd name="connsiteX22" fmla="*/ 1226314 w 5741575"/>
              <a:gd name="connsiteY22" fmla="*/ 722473 h 955271"/>
              <a:gd name="connsiteX23" fmla="*/ 1278773 w 5741575"/>
              <a:gd name="connsiteY23" fmla="*/ 711503 h 955271"/>
              <a:gd name="connsiteX24" fmla="*/ 1317691 w 5741575"/>
              <a:gd name="connsiteY24" fmla="*/ 708529 h 955271"/>
              <a:gd name="connsiteX25" fmla="*/ 1360404 w 5741575"/>
              <a:gd name="connsiteY25" fmla="*/ 675922 h 955271"/>
              <a:gd name="connsiteX26" fmla="*/ 1412292 w 5741575"/>
              <a:gd name="connsiteY26" fmla="*/ 670793 h 955271"/>
              <a:gd name="connsiteX27" fmla="*/ 1494753 w 5741575"/>
              <a:gd name="connsiteY27" fmla="*/ 644686 h 955271"/>
              <a:gd name="connsiteX28" fmla="*/ 1616217 w 5741575"/>
              <a:gd name="connsiteY28" fmla="*/ 622107 h 955271"/>
              <a:gd name="connsiteX29" fmla="*/ 1710928 w 5741575"/>
              <a:gd name="connsiteY29" fmla="*/ 600666 h 955271"/>
              <a:gd name="connsiteX30" fmla="*/ 1743718 w 5741575"/>
              <a:gd name="connsiteY30" fmla="*/ 584327 h 955271"/>
              <a:gd name="connsiteX31" fmla="*/ 1873778 w 5741575"/>
              <a:gd name="connsiteY31" fmla="*/ 530130 h 955271"/>
              <a:gd name="connsiteX32" fmla="*/ 1988411 w 5741575"/>
              <a:gd name="connsiteY32" fmla="*/ 491599 h 955271"/>
              <a:gd name="connsiteX33" fmla="*/ 2085507 w 5741575"/>
              <a:gd name="connsiteY33" fmla="*/ 498527 h 955271"/>
              <a:gd name="connsiteX34" fmla="*/ 2090767 w 5741575"/>
              <a:gd name="connsiteY34" fmla="*/ 490616 h 955271"/>
              <a:gd name="connsiteX35" fmla="*/ 2151143 w 5741575"/>
              <a:gd name="connsiteY35" fmla="*/ 478332 h 955271"/>
              <a:gd name="connsiteX36" fmla="*/ 2378710 w 5741575"/>
              <a:gd name="connsiteY36" fmla="*/ 477570 h 955271"/>
              <a:gd name="connsiteX37" fmla="*/ 2496256 w 5741575"/>
              <a:gd name="connsiteY37" fmla="*/ 452396 h 955271"/>
              <a:gd name="connsiteX38" fmla="*/ 2535387 w 5741575"/>
              <a:gd name="connsiteY38" fmla="*/ 436645 h 955271"/>
              <a:gd name="connsiteX39" fmla="*/ 2601109 w 5741575"/>
              <a:gd name="connsiteY39" fmla="*/ 410678 h 955271"/>
              <a:gd name="connsiteX40" fmla="*/ 2643855 w 5741575"/>
              <a:gd name="connsiteY40" fmla="*/ 374482 h 955271"/>
              <a:gd name="connsiteX41" fmla="*/ 2657726 w 5741575"/>
              <a:gd name="connsiteY41" fmla="*/ 365841 h 955271"/>
              <a:gd name="connsiteX42" fmla="*/ 2687125 w 5741575"/>
              <a:gd name="connsiteY42" fmla="*/ 366820 h 955271"/>
              <a:gd name="connsiteX43" fmla="*/ 2697479 w 5741575"/>
              <a:gd name="connsiteY43" fmla="*/ 361430 h 955271"/>
              <a:gd name="connsiteX44" fmla="*/ 2777227 w 5741575"/>
              <a:gd name="connsiteY44" fmla="*/ 368972 h 955271"/>
              <a:gd name="connsiteX45" fmla="*/ 2824768 w 5741575"/>
              <a:gd name="connsiteY45" fmla="*/ 361652 h 955271"/>
              <a:gd name="connsiteX46" fmla="*/ 2885545 w 5741575"/>
              <a:gd name="connsiteY46" fmla="*/ 372818 h 955271"/>
              <a:gd name="connsiteX47" fmla="*/ 3009558 w 5741575"/>
              <a:gd name="connsiteY47" fmla="*/ 370573 h 955271"/>
              <a:gd name="connsiteX48" fmla="*/ 3095010 w 5741575"/>
              <a:gd name="connsiteY48" fmla="*/ 332454 h 955271"/>
              <a:gd name="connsiteX49" fmla="*/ 3148998 w 5741575"/>
              <a:gd name="connsiteY49" fmla="*/ 315286 h 955271"/>
              <a:gd name="connsiteX50" fmla="*/ 3195264 w 5741575"/>
              <a:gd name="connsiteY50" fmla="*/ 293158 h 955271"/>
              <a:gd name="connsiteX51" fmla="*/ 3373785 w 5741575"/>
              <a:gd name="connsiteY51" fmla="*/ 255680 h 955271"/>
              <a:gd name="connsiteX52" fmla="*/ 3493851 w 5741575"/>
              <a:gd name="connsiteY52" fmla="*/ 240255 h 955271"/>
              <a:gd name="connsiteX53" fmla="*/ 3537470 w 5741575"/>
              <a:gd name="connsiteY53" fmla="*/ 241867 h 955271"/>
              <a:gd name="connsiteX54" fmla="*/ 3610489 w 5741575"/>
              <a:gd name="connsiteY54" fmla="*/ 244128 h 955271"/>
              <a:gd name="connsiteX55" fmla="*/ 3667539 w 5741575"/>
              <a:gd name="connsiteY55" fmla="*/ 263271 h 955271"/>
              <a:gd name="connsiteX56" fmla="*/ 3727614 w 5741575"/>
              <a:gd name="connsiteY56" fmla="*/ 258245 h 955271"/>
              <a:gd name="connsiteX57" fmla="*/ 3738369 w 5741575"/>
              <a:gd name="connsiteY57" fmla="*/ 234506 h 955271"/>
              <a:gd name="connsiteX58" fmla="*/ 3803670 w 5741575"/>
              <a:gd name="connsiteY58" fmla="*/ 236457 h 955271"/>
              <a:gd name="connsiteX59" fmla="*/ 3903080 w 5741575"/>
              <a:gd name="connsiteY59" fmla="*/ 241890 h 955271"/>
              <a:gd name="connsiteX60" fmla="*/ 4114838 w 5741575"/>
              <a:gd name="connsiteY60" fmla="*/ 238165 h 955271"/>
              <a:gd name="connsiteX61" fmla="*/ 4271023 w 5741575"/>
              <a:gd name="connsiteY61" fmla="*/ 241959 h 955271"/>
              <a:gd name="connsiteX62" fmla="*/ 4367397 w 5741575"/>
              <a:gd name="connsiteY62" fmla="*/ 271442 h 955271"/>
              <a:gd name="connsiteX63" fmla="*/ 4495366 w 5741575"/>
              <a:gd name="connsiteY63" fmla="*/ 271618 h 955271"/>
              <a:gd name="connsiteX64" fmla="*/ 4517347 w 5741575"/>
              <a:gd name="connsiteY64" fmla="*/ 275639 h 955271"/>
              <a:gd name="connsiteX65" fmla="*/ 4546116 w 5741575"/>
              <a:gd name="connsiteY65" fmla="*/ 268568 h 955271"/>
              <a:gd name="connsiteX66" fmla="*/ 4661259 w 5741575"/>
              <a:gd name="connsiteY66" fmla="*/ 238966 h 955271"/>
              <a:gd name="connsiteX67" fmla="*/ 4750403 w 5741575"/>
              <a:gd name="connsiteY67" fmla="*/ 204364 h 955271"/>
              <a:gd name="connsiteX68" fmla="*/ 4867614 w 5741575"/>
              <a:gd name="connsiteY68" fmla="*/ 208668 h 955271"/>
              <a:gd name="connsiteX69" fmla="*/ 4937036 w 5741575"/>
              <a:gd name="connsiteY69" fmla="*/ 195446 h 955271"/>
              <a:gd name="connsiteX70" fmla="*/ 5067740 w 5741575"/>
              <a:gd name="connsiteY70" fmla="*/ 172293 h 955271"/>
              <a:gd name="connsiteX71" fmla="*/ 5200247 w 5741575"/>
              <a:gd name="connsiteY71" fmla="*/ 142695 h 955271"/>
              <a:gd name="connsiteX72" fmla="*/ 5291963 w 5741575"/>
              <a:gd name="connsiteY72" fmla="*/ 139446 h 955271"/>
              <a:gd name="connsiteX73" fmla="*/ 5418472 w 5741575"/>
              <a:gd name="connsiteY73" fmla="*/ 89163 h 955271"/>
              <a:gd name="connsiteX74" fmla="*/ 5482354 w 5741575"/>
              <a:gd name="connsiteY74" fmla="*/ 69470 h 955271"/>
              <a:gd name="connsiteX75" fmla="*/ 5583280 w 5741575"/>
              <a:gd name="connsiteY75" fmla="*/ 49787 h 955271"/>
              <a:gd name="connsiteX76" fmla="*/ 5613766 w 5741575"/>
              <a:gd name="connsiteY76" fmla="*/ 41855 h 955271"/>
              <a:gd name="connsiteX77" fmla="*/ 5684952 w 5741575"/>
              <a:gd name="connsiteY77" fmla="*/ 26088 h 955271"/>
              <a:gd name="connsiteX78" fmla="*/ 5741575 w 5741575"/>
              <a:gd name="connsiteY78" fmla="*/ 0 h 955271"/>
              <a:gd name="connsiteX0" fmla="*/ 5741575 w 5741575"/>
              <a:gd name="connsiteY0" fmla="*/ 0 h 955271"/>
              <a:gd name="connsiteX1" fmla="*/ 5741575 w 5741575"/>
              <a:gd name="connsiteY1" fmla="*/ 955271 h 955271"/>
              <a:gd name="connsiteX2" fmla="*/ 0 w 5741575"/>
              <a:gd name="connsiteY2" fmla="*/ 955271 h 955271"/>
              <a:gd name="connsiteX3" fmla="*/ 8558 w 5741575"/>
              <a:gd name="connsiteY3" fmla="*/ 953971 h 955271"/>
              <a:gd name="connsiteX4" fmla="*/ 16894 w 5741575"/>
              <a:gd name="connsiteY4" fmla="*/ 953847 h 955271"/>
              <a:gd name="connsiteX5" fmla="*/ 28156 w 5741575"/>
              <a:gd name="connsiteY5" fmla="*/ 951374 h 955271"/>
              <a:gd name="connsiteX6" fmla="*/ 28293 w 5741575"/>
              <a:gd name="connsiteY6" fmla="*/ 950971 h 955271"/>
              <a:gd name="connsiteX7" fmla="*/ 59229 w 5741575"/>
              <a:gd name="connsiteY7" fmla="*/ 903950 h 955271"/>
              <a:gd name="connsiteX8" fmla="*/ 148657 w 5741575"/>
              <a:gd name="connsiteY8" fmla="*/ 898134 h 955271"/>
              <a:gd name="connsiteX9" fmla="*/ 174554 w 5741575"/>
              <a:gd name="connsiteY9" fmla="*/ 886351 h 955271"/>
              <a:gd name="connsiteX10" fmla="*/ 187633 w 5741575"/>
              <a:gd name="connsiteY10" fmla="*/ 878226 h 955271"/>
              <a:gd name="connsiteX11" fmla="*/ 187961 w 5741575"/>
              <a:gd name="connsiteY11" fmla="*/ 876538 h 955271"/>
              <a:gd name="connsiteX12" fmla="*/ 240501 w 5741575"/>
              <a:gd name="connsiteY12" fmla="*/ 873150 h 955271"/>
              <a:gd name="connsiteX13" fmla="*/ 246345 w 5741575"/>
              <a:gd name="connsiteY13" fmla="*/ 869942 h 955271"/>
              <a:gd name="connsiteX14" fmla="*/ 306299 w 5741575"/>
              <a:gd name="connsiteY14" fmla="*/ 873609 h 955271"/>
              <a:gd name="connsiteX15" fmla="*/ 331571 w 5741575"/>
              <a:gd name="connsiteY15" fmla="*/ 869866 h 955271"/>
              <a:gd name="connsiteX16" fmla="*/ 384157 w 5741575"/>
              <a:gd name="connsiteY16" fmla="*/ 867971 h 955271"/>
              <a:gd name="connsiteX17" fmla="*/ 477637 w 5741575"/>
              <a:gd name="connsiteY17" fmla="*/ 870334 h 955271"/>
              <a:gd name="connsiteX18" fmla="*/ 570239 w 5741575"/>
              <a:gd name="connsiteY18" fmla="*/ 829596 h 955271"/>
              <a:gd name="connsiteX19" fmla="*/ 772070 w 5741575"/>
              <a:gd name="connsiteY19" fmla="*/ 820296 h 955271"/>
              <a:gd name="connsiteX20" fmla="*/ 948872 w 5741575"/>
              <a:gd name="connsiteY20" fmla="*/ 772201 h 955271"/>
              <a:gd name="connsiteX21" fmla="*/ 1127089 w 5741575"/>
              <a:gd name="connsiteY21" fmla="*/ 746926 h 955271"/>
              <a:gd name="connsiteX22" fmla="*/ 1226314 w 5741575"/>
              <a:gd name="connsiteY22" fmla="*/ 722473 h 955271"/>
              <a:gd name="connsiteX23" fmla="*/ 1278773 w 5741575"/>
              <a:gd name="connsiteY23" fmla="*/ 711503 h 955271"/>
              <a:gd name="connsiteX24" fmla="*/ 1317691 w 5741575"/>
              <a:gd name="connsiteY24" fmla="*/ 708529 h 955271"/>
              <a:gd name="connsiteX25" fmla="*/ 1360404 w 5741575"/>
              <a:gd name="connsiteY25" fmla="*/ 675922 h 955271"/>
              <a:gd name="connsiteX26" fmla="*/ 1412292 w 5741575"/>
              <a:gd name="connsiteY26" fmla="*/ 670793 h 955271"/>
              <a:gd name="connsiteX27" fmla="*/ 1494753 w 5741575"/>
              <a:gd name="connsiteY27" fmla="*/ 644686 h 955271"/>
              <a:gd name="connsiteX28" fmla="*/ 1616217 w 5741575"/>
              <a:gd name="connsiteY28" fmla="*/ 622107 h 955271"/>
              <a:gd name="connsiteX29" fmla="*/ 1710928 w 5741575"/>
              <a:gd name="connsiteY29" fmla="*/ 600666 h 955271"/>
              <a:gd name="connsiteX30" fmla="*/ 1743718 w 5741575"/>
              <a:gd name="connsiteY30" fmla="*/ 584327 h 955271"/>
              <a:gd name="connsiteX31" fmla="*/ 1873778 w 5741575"/>
              <a:gd name="connsiteY31" fmla="*/ 530130 h 955271"/>
              <a:gd name="connsiteX32" fmla="*/ 1988411 w 5741575"/>
              <a:gd name="connsiteY32" fmla="*/ 491599 h 955271"/>
              <a:gd name="connsiteX33" fmla="*/ 2085507 w 5741575"/>
              <a:gd name="connsiteY33" fmla="*/ 498527 h 955271"/>
              <a:gd name="connsiteX34" fmla="*/ 2090767 w 5741575"/>
              <a:gd name="connsiteY34" fmla="*/ 490616 h 955271"/>
              <a:gd name="connsiteX35" fmla="*/ 2151143 w 5741575"/>
              <a:gd name="connsiteY35" fmla="*/ 478332 h 955271"/>
              <a:gd name="connsiteX36" fmla="*/ 2378710 w 5741575"/>
              <a:gd name="connsiteY36" fmla="*/ 477570 h 955271"/>
              <a:gd name="connsiteX37" fmla="*/ 2496256 w 5741575"/>
              <a:gd name="connsiteY37" fmla="*/ 452396 h 955271"/>
              <a:gd name="connsiteX38" fmla="*/ 2535387 w 5741575"/>
              <a:gd name="connsiteY38" fmla="*/ 436645 h 955271"/>
              <a:gd name="connsiteX39" fmla="*/ 2601109 w 5741575"/>
              <a:gd name="connsiteY39" fmla="*/ 410678 h 955271"/>
              <a:gd name="connsiteX40" fmla="*/ 2643855 w 5741575"/>
              <a:gd name="connsiteY40" fmla="*/ 374482 h 955271"/>
              <a:gd name="connsiteX41" fmla="*/ 2657726 w 5741575"/>
              <a:gd name="connsiteY41" fmla="*/ 365841 h 955271"/>
              <a:gd name="connsiteX42" fmla="*/ 2687125 w 5741575"/>
              <a:gd name="connsiteY42" fmla="*/ 366820 h 955271"/>
              <a:gd name="connsiteX43" fmla="*/ 2777227 w 5741575"/>
              <a:gd name="connsiteY43" fmla="*/ 368972 h 955271"/>
              <a:gd name="connsiteX44" fmla="*/ 2824768 w 5741575"/>
              <a:gd name="connsiteY44" fmla="*/ 361652 h 955271"/>
              <a:gd name="connsiteX45" fmla="*/ 2885545 w 5741575"/>
              <a:gd name="connsiteY45" fmla="*/ 372818 h 955271"/>
              <a:gd name="connsiteX46" fmla="*/ 3009558 w 5741575"/>
              <a:gd name="connsiteY46" fmla="*/ 370573 h 955271"/>
              <a:gd name="connsiteX47" fmla="*/ 3095010 w 5741575"/>
              <a:gd name="connsiteY47" fmla="*/ 332454 h 955271"/>
              <a:gd name="connsiteX48" fmla="*/ 3148998 w 5741575"/>
              <a:gd name="connsiteY48" fmla="*/ 315286 h 955271"/>
              <a:gd name="connsiteX49" fmla="*/ 3195264 w 5741575"/>
              <a:gd name="connsiteY49" fmla="*/ 293158 h 955271"/>
              <a:gd name="connsiteX50" fmla="*/ 3373785 w 5741575"/>
              <a:gd name="connsiteY50" fmla="*/ 255680 h 955271"/>
              <a:gd name="connsiteX51" fmla="*/ 3493851 w 5741575"/>
              <a:gd name="connsiteY51" fmla="*/ 240255 h 955271"/>
              <a:gd name="connsiteX52" fmla="*/ 3537470 w 5741575"/>
              <a:gd name="connsiteY52" fmla="*/ 241867 h 955271"/>
              <a:gd name="connsiteX53" fmla="*/ 3610489 w 5741575"/>
              <a:gd name="connsiteY53" fmla="*/ 244128 h 955271"/>
              <a:gd name="connsiteX54" fmla="*/ 3667539 w 5741575"/>
              <a:gd name="connsiteY54" fmla="*/ 263271 h 955271"/>
              <a:gd name="connsiteX55" fmla="*/ 3727614 w 5741575"/>
              <a:gd name="connsiteY55" fmla="*/ 258245 h 955271"/>
              <a:gd name="connsiteX56" fmla="*/ 3738369 w 5741575"/>
              <a:gd name="connsiteY56" fmla="*/ 234506 h 955271"/>
              <a:gd name="connsiteX57" fmla="*/ 3803670 w 5741575"/>
              <a:gd name="connsiteY57" fmla="*/ 236457 h 955271"/>
              <a:gd name="connsiteX58" fmla="*/ 3903080 w 5741575"/>
              <a:gd name="connsiteY58" fmla="*/ 241890 h 955271"/>
              <a:gd name="connsiteX59" fmla="*/ 4114838 w 5741575"/>
              <a:gd name="connsiteY59" fmla="*/ 238165 h 955271"/>
              <a:gd name="connsiteX60" fmla="*/ 4271023 w 5741575"/>
              <a:gd name="connsiteY60" fmla="*/ 241959 h 955271"/>
              <a:gd name="connsiteX61" fmla="*/ 4367397 w 5741575"/>
              <a:gd name="connsiteY61" fmla="*/ 271442 h 955271"/>
              <a:gd name="connsiteX62" fmla="*/ 4495366 w 5741575"/>
              <a:gd name="connsiteY62" fmla="*/ 271618 h 955271"/>
              <a:gd name="connsiteX63" fmla="*/ 4517347 w 5741575"/>
              <a:gd name="connsiteY63" fmla="*/ 275639 h 955271"/>
              <a:gd name="connsiteX64" fmla="*/ 4546116 w 5741575"/>
              <a:gd name="connsiteY64" fmla="*/ 268568 h 955271"/>
              <a:gd name="connsiteX65" fmla="*/ 4661259 w 5741575"/>
              <a:gd name="connsiteY65" fmla="*/ 238966 h 955271"/>
              <a:gd name="connsiteX66" fmla="*/ 4750403 w 5741575"/>
              <a:gd name="connsiteY66" fmla="*/ 204364 h 955271"/>
              <a:gd name="connsiteX67" fmla="*/ 4867614 w 5741575"/>
              <a:gd name="connsiteY67" fmla="*/ 208668 h 955271"/>
              <a:gd name="connsiteX68" fmla="*/ 4937036 w 5741575"/>
              <a:gd name="connsiteY68" fmla="*/ 195446 h 955271"/>
              <a:gd name="connsiteX69" fmla="*/ 5067740 w 5741575"/>
              <a:gd name="connsiteY69" fmla="*/ 172293 h 955271"/>
              <a:gd name="connsiteX70" fmla="*/ 5200247 w 5741575"/>
              <a:gd name="connsiteY70" fmla="*/ 142695 h 955271"/>
              <a:gd name="connsiteX71" fmla="*/ 5291963 w 5741575"/>
              <a:gd name="connsiteY71" fmla="*/ 139446 h 955271"/>
              <a:gd name="connsiteX72" fmla="*/ 5418472 w 5741575"/>
              <a:gd name="connsiteY72" fmla="*/ 89163 h 955271"/>
              <a:gd name="connsiteX73" fmla="*/ 5482354 w 5741575"/>
              <a:gd name="connsiteY73" fmla="*/ 69470 h 955271"/>
              <a:gd name="connsiteX74" fmla="*/ 5583280 w 5741575"/>
              <a:gd name="connsiteY74" fmla="*/ 49787 h 955271"/>
              <a:gd name="connsiteX75" fmla="*/ 5613766 w 5741575"/>
              <a:gd name="connsiteY75" fmla="*/ 41855 h 955271"/>
              <a:gd name="connsiteX76" fmla="*/ 5684952 w 5741575"/>
              <a:gd name="connsiteY76" fmla="*/ 26088 h 955271"/>
              <a:gd name="connsiteX77" fmla="*/ 5741575 w 5741575"/>
              <a:gd name="connsiteY77" fmla="*/ 0 h 955271"/>
              <a:gd name="connsiteX0" fmla="*/ 5741575 w 5741575"/>
              <a:gd name="connsiteY0" fmla="*/ 0 h 955271"/>
              <a:gd name="connsiteX1" fmla="*/ 5741575 w 5741575"/>
              <a:gd name="connsiteY1" fmla="*/ 955271 h 955271"/>
              <a:gd name="connsiteX2" fmla="*/ 0 w 5741575"/>
              <a:gd name="connsiteY2" fmla="*/ 955271 h 955271"/>
              <a:gd name="connsiteX3" fmla="*/ 8558 w 5741575"/>
              <a:gd name="connsiteY3" fmla="*/ 953971 h 955271"/>
              <a:gd name="connsiteX4" fmla="*/ 16894 w 5741575"/>
              <a:gd name="connsiteY4" fmla="*/ 953847 h 955271"/>
              <a:gd name="connsiteX5" fmla="*/ 28156 w 5741575"/>
              <a:gd name="connsiteY5" fmla="*/ 951374 h 955271"/>
              <a:gd name="connsiteX6" fmla="*/ 28293 w 5741575"/>
              <a:gd name="connsiteY6" fmla="*/ 950971 h 955271"/>
              <a:gd name="connsiteX7" fmla="*/ 59229 w 5741575"/>
              <a:gd name="connsiteY7" fmla="*/ 903950 h 955271"/>
              <a:gd name="connsiteX8" fmla="*/ 148657 w 5741575"/>
              <a:gd name="connsiteY8" fmla="*/ 898134 h 955271"/>
              <a:gd name="connsiteX9" fmla="*/ 174554 w 5741575"/>
              <a:gd name="connsiteY9" fmla="*/ 886351 h 955271"/>
              <a:gd name="connsiteX10" fmla="*/ 187633 w 5741575"/>
              <a:gd name="connsiteY10" fmla="*/ 878226 h 955271"/>
              <a:gd name="connsiteX11" fmla="*/ 187961 w 5741575"/>
              <a:gd name="connsiteY11" fmla="*/ 876538 h 955271"/>
              <a:gd name="connsiteX12" fmla="*/ 240501 w 5741575"/>
              <a:gd name="connsiteY12" fmla="*/ 873150 h 955271"/>
              <a:gd name="connsiteX13" fmla="*/ 246345 w 5741575"/>
              <a:gd name="connsiteY13" fmla="*/ 869942 h 955271"/>
              <a:gd name="connsiteX14" fmla="*/ 306299 w 5741575"/>
              <a:gd name="connsiteY14" fmla="*/ 873609 h 955271"/>
              <a:gd name="connsiteX15" fmla="*/ 331571 w 5741575"/>
              <a:gd name="connsiteY15" fmla="*/ 869866 h 955271"/>
              <a:gd name="connsiteX16" fmla="*/ 384157 w 5741575"/>
              <a:gd name="connsiteY16" fmla="*/ 867971 h 955271"/>
              <a:gd name="connsiteX17" fmla="*/ 477637 w 5741575"/>
              <a:gd name="connsiteY17" fmla="*/ 870334 h 955271"/>
              <a:gd name="connsiteX18" fmla="*/ 570239 w 5741575"/>
              <a:gd name="connsiteY18" fmla="*/ 829596 h 955271"/>
              <a:gd name="connsiteX19" fmla="*/ 772070 w 5741575"/>
              <a:gd name="connsiteY19" fmla="*/ 820296 h 955271"/>
              <a:gd name="connsiteX20" fmla="*/ 948872 w 5741575"/>
              <a:gd name="connsiteY20" fmla="*/ 772201 h 955271"/>
              <a:gd name="connsiteX21" fmla="*/ 1127089 w 5741575"/>
              <a:gd name="connsiteY21" fmla="*/ 746926 h 955271"/>
              <a:gd name="connsiteX22" fmla="*/ 1226314 w 5741575"/>
              <a:gd name="connsiteY22" fmla="*/ 722473 h 955271"/>
              <a:gd name="connsiteX23" fmla="*/ 1278773 w 5741575"/>
              <a:gd name="connsiteY23" fmla="*/ 711503 h 955271"/>
              <a:gd name="connsiteX24" fmla="*/ 1317691 w 5741575"/>
              <a:gd name="connsiteY24" fmla="*/ 708529 h 955271"/>
              <a:gd name="connsiteX25" fmla="*/ 1360404 w 5741575"/>
              <a:gd name="connsiteY25" fmla="*/ 675922 h 955271"/>
              <a:gd name="connsiteX26" fmla="*/ 1412292 w 5741575"/>
              <a:gd name="connsiteY26" fmla="*/ 670793 h 955271"/>
              <a:gd name="connsiteX27" fmla="*/ 1494753 w 5741575"/>
              <a:gd name="connsiteY27" fmla="*/ 644686 h 955271"/>
              <a:gd name="connsiteX28" fmla="*/ 1616217 w 5741575"/>
              <a:gd name="connsiteY28" fmla="*/ 622107 h 955271"/>
              <a:gd name="connsiteX29" fmla="*/ 1710928 w 5741575"/>
              <a:gd name="connsiteY29" fmla="*/ 600666 h 955271"/>
              <a:gd name="connsiteX30" fmla="*/ 1743718 w 5741575"/>
              <a:gd name="connsiteY30" fmla="*/ 584327 h 955271"/>
              <a:gd name="connsiteX31" fmla="*/ 1873778 w 5741575"/>
              <a:gd name="connsiteY31" fmla="*/ 530130 h 955271"/>
              <a:gd name="connsiteX32" fmla="*/ 1988411 w 5741575"/>
              <a:gd name="connsiteY32" fmla="*/ 491599 h 955271"/>
              <a:gd name="connsiteX33" fmla="*/ 2085507 w 5741575"/>
              <a:gd name="connsiteY33" fmla="*/ 498527 h 955271"/>
              <a:gd name="connsiteX34" fmla="*/ 2090767 w 5741575"/>
              <a:gd name="connsiteY34" fmla="*/ 490616 h 955271"/>
              <a:gd name="connsiteX35" fmla="*/ 2151143 w 5741575"/>
              <a:gd name="connsiteY35" fmla="*/ 478332 h 955271"/>
              <a:gd name="connsiteX36" fmla="*/ 2378710 w 5741575"/>
              <a:gd name="connsiteY36" fmla="*/ 477570 h 955271"/>
              <a:gd name="connsiteX37" fmla="*/ 2496256 w 5741575"/>
              <a:gd name="connsiteY37" fmla="*/ 452396 h 955271"/>
              <a:gd name="connsiteX38" fmla="*/ 2535387 w 5741575"/>
              <a:gd name="connsiteY38" fmla="*/ 436645 h 955271"/>
              <a:gd name="connsiteX39" fmla="*/ 2601109 w 5741575"/>
              <a:gd name="connsiteY39" fmla="*/ 410678 h 955271"/>
              <a:gd name="connsiteX40" fmla="*/ 2643855 w 5741575"/>
              <a:gd name="connsiteY40" fmla="*/ 374482 h 955271"/>
              <a:gd name="connsiteX41" fmla="*/ 2657726 w 5741575"/>
              <a:gd name="connsiteY41" fmla="*/ 365841 h 955271"/>
              <a:gd name="connsiteX42" fmla="*/ 2717296 w 5741575"/>
              <a:gd name="connsiteY42" fmla="*/ 362282 h 955271"/>
              <a:gd name="connsiteX43" fmla="*/ 2777227 w 5741575"/>
              <a:gd name="connsiteY43" fmla="*/ 368972 h 955271"/>
              <a:gd name="connsiteX44" fmla="*/ 2824768 w 5741575"/>
              <a:gd name="connsiteY44" fmla="*/ 361652 h 955271"/>
              <a:gd name="connsiteX45" fmla="*/ 2885545 w 5741575"/>
              <a:gd name="connsiteY45" fmla="*/ 372818 h 955271"/>
              <a:gd name="connsiteX46" fmla="*/ 3009558 w 5741575"/>
              <a:gd name="connsiteY46" fmla="*/ 370573 h 955271"/>
              <a:gd name="connsiteX47" fmla="*/ 3095010 w 5741575"/>
              <a:gd name="connsiteY47" fmla="*/ 332454 h 955271"/>
              <a:gd name="connsiteX48" fmla="*/ 3148998 w 5741575"/>
              <a:gd name="connsiteY48" fmla="*/ 315286 h 955271"/>
              <a:gd name="connsiteX49" fmla="*/ 3195264 w 5741575"/>
              <a:gd name="connsiteY49" fmla="*/ 293158 h 955271"/>
              <a:gd name="connsiteX50" fmla="*/ 3373785 w 5741575"/>
              <a:gd name="connsiteY50" fmla="*/ 255680 h 955271"/>
              <a:gd name="connsiteX51" fmla="*/ 3493851 w 5741575"/>
              <a:gd name="connsiteY51" fmla="*/ 240255 h 955271"/>
              <a:gd name="connsiteX52" fmla="*/ 3537470 w 5741575"/>
              <a:gd name="connsiteY52" fmla="*/ 241867 h 955271"/>
              <a:gd name="connsiteX53" fmla="*/ 3610489 w 5741575"/>
              <a:gd name="connsiteY53" fmla="*/ 244128 h 955271"/>
              <a:gd name="connsiteX54" fmla="*/ 3667539 w 5741575"/>
              <a:gd name="connsiteY54" fmla="*/ 263271 h 955271"/>
              <a:gd name="connsiteX55" fmla="*/ 3727614 w 5741575"/>
              <a:gd name="connsiteY55" fmla="*/ 258245 h 955271"/>
              <a:gd name="connsiteX56" fmla="*/ 3738369 w 5741575"/>
              <a:gd name="connsiteY56" fmla="*/ 234506 h 955271"/>
              <a:gd name="connsiteX57" fmla="*/ 3803670 w 5741575"/>
              <a:gd name="connsiteY57" fmla="*/ 236457 h 955271"/>
              <a:gd name="connsiteX58" fmla="*/ 3903080 w 5741575"/>
              <a:gd name="connsiteY58" fmla="*/ 241890 h 955271"/>
              <a:gd name="connsiteX59" fmla="*/ 4114838 w 5741575"/>
              <a:gd name="connsiteY59" fmla="*/ 238165 h 955271"/>
              <a:gd name="connsiteX60" fmla="*/ 4271023 w 5741575"/>
              <a:gd name="connsiteY60" fmla="*/ 241959 h 955271"/>
              <a:gd name="connsiteX61" fmla="*/ 4367397 w 5741575"/>
              <a:gd name="connsiteY61" fmla="*/ 271442 h 955271"/>
              <a:gd name="connsiteX62" fmla="*/ 4495366 w 5741575"/>
              <a:gd name="connsiteY62" fmla="*/ 271618 h 955271"/>
              <a:gd name="connsiteX63" fmla="*/ 4517347 w 5741575"/>
              <a:gd name="connsiteY63" fmla="*/ 275639 h 955271"/>
              <a:gd name="connsiteX64" fmla="*/ 4546116 w 5741575"/>
              <a:gd name="connsiteY64" fmla="*/ 268568 h 955271"/>
              <a:gd name="connsiteX65" fmla="*/ 4661259 w 5741575"/>
              <a:gd name="connsiteY65" fmla="*/ 238966 h 955271"/>
              <a:gd name="connsiteX66" fmla="*/ 4750403 w 5741575"/>
              <a:gd name="connsiteY66" fmla="*/ 204364 h 955271"/>
              <a:gd name="connsiteX67" fmla="*/ 4867614 w 5741575"/>
              <a:gd name="connsiteY67" fmla="*/ 208668 h 955271"/>
              <a:gd name="connsiteX68" fmla="*/ 4937036 w 5741575"/>
              <a:gd name="connsiteY68" fmla="*/ 195446 h 955271"/>
              <a:gd name="connsiteX69" fmla="*/ 5067740 w 5741575"/>
              <a:gd name="connsiteY69" fmla="*/ 172293 h 955271"/>
              <a:gd name="connsiteX70" fmla="*/ 5200247 w 5741575"/>
              <a:gd name="connsiteY70" fmla="*/ 142695 h 955271"/>
              <a:gd name="connsiteX71" fmla="*/ 5291963 w 5741575"/>
              <a:gd name="connsiteY71" fmla="*/ 139446 h 955271"/>
              <a:gd name="connsiteX72" fmla="*/ 5418472 w 5741575"/>
              <a:gd name="connsiteY72" fmla="*/ 89163 h 955271"/>
              <a:gd name="connsiteX73" fmla="*/ 5482354 w 5741575"/>
              <a:gd name="connsiteY73" fmla="*/ 69470 h 955271"/>
              <a:gd name="connsiteX74" fmla="*/ 5583280 w 5741575"/>
              <a:gd name="connsiteY74" fmla="*/ 49787 h 955271"/>
              <a:gd name="connsiteX75" fmla="*/ 5613766 w 5741575"/>
              <a:gd name="connsiteY75" fmla="*/ 41855 h 955271"/>
              <a:gd name="connsiteX76" fmla="*/ 5684952 w 5741575"/>
              <a:gd name="connsiteY76" fmla="*/ 26088 h 955271"/>
              <a:gd name="connsiteX77" fmla="*/ 5741575 w 5741575"/>
              <a:gd name="connsiteY77" fmla="*/ 0 h 955271"/>
              <a:gd name="connsiteX0" fmla="*/ 5741575 w 5741575"/>
              <a:gd name="connsiteY0" fmla="*/ 0 h 955271"/>
              <a:gd name="connsiteX1" fmla="*/ 5741575 w 5741575"/>
              <a:gd name="connsiteY1" fmla="*/ 955271 h 955271"/>
              <a:gd name="connsiteX2" fmla="*/ 0 w 5741575"/>
              <a:gd name="connsiteY2" fmla="*/ 955271 h 955271"/>
              <a:gd name="connsiteX3" fmla="*/ 8558 w 5741575"/>
              <a:gd name="connsiteY3" fmla="*/ 953971 h 955271"/>
              <a:gd name="connsiteX4" fmla="*/ 16894 w 5741575"/>
              <a:gd name="connsiteY4" fmla="*/ 953847 h 955271"/>
              <a:gd name="connsiteX5" fmla="*/ 28156 w 5741575"/>
              <a:gd name="connsiteY5" fmla="*/ 951374 h 955271"/>
              <a:gd name="connsiteX6" fmla="*/ 28293 w 5741575"/>
              <a:gd name="connsiteY6" fmla="*/ 950971 h 955271"/>
              <a:gd name="connsiteX7" fmla="*/ 59229 w 5741575"/>
              <a:gd name="connsiteY7" fmla="*/ 903950 h 955271"/>
              <a:gd name="connsiteX8" fmla="*/ 148657 w 5741575"/>
              <a:gd name="connsiteY8" fmla="*/ 898134 h 955271"/>
              <a:gd name="connsiteX9" fmla="*/ 174554 w 5741575"/>
              <a:gd name="connsiteY9" fmla="*/ 886351 h 955271"/>
              <a:gd name="connsiteX10" fmla="*/ 187633 w 5741575"/>
              <a:gd name="connsiteY10" fmla="*/ 878226 h 955271"/>
              <a:gd name="connsiteX11" fmla="*/ 187961 w 5741575"/>
              <a:gd name="connsiteY11" fmla="*/ 876538 h 955271"/>
              <a:gd name="connsiteX12" fmla="*/ 240501 w 5741575"/>
              <a:gd name="connsiteY12" fmla="*/ 873150 h 955271"/>
              <a:gd name="connsiteX13" fmla="*/ 246345 w 5741575"/>
              <a:gd name="connsiteY13" fmla="*/ 869942 h 955271"/>
              <a:gd name="connsiteX14" fmla="*/ 306299 w 5741575"/>
              <a:gd name="connsiteY14" fmla="*/ 873609 h 955271"/>
              <a:gd name="connsiteX15" fmla="*/ 331571 w 5741575"/>
              <a:gd name="connsiteY15" fmla="*/ 869866 h 955271"/>
              <a:gd name="connsiteX16" fmla="*/ 384157 w 5741575"/>
              <a:gd name="connsiteY16" fmla="*/ 867971 h 955271"/>
              <a:gd name="connsiteX17" fmla="*/ 477637 w 5741575"/>
              <a:gd name="connsiteY17" fmla="*/ 870334 h 955271"/>
              <a:gd name="connsiteX18" fmla="*/ 570239 w 5741575"/>
              <a:gd name="connsiteY18" fmla="*/ 829596 h 955271"/>
              <a:gd name="connsiteX19" fmla="*/ 772070 w 5741575"/>
              <a:gd name="connsiteY19" fmla="*/ 820296 h 955271"/>
              <a:gd name="connsiteX20" fmla="*/ 948872 w 5741575"/>
              <a:gd name="connsiteY20" fmla="*/ 772201 h 955271"/>
              <a:gd name="connsiteX21" fmla="*/ 1127089 w 5741575"/>
              <a:gd name="connsiteY21" fmla="*/ 746926 h 955271"/>
              <a:gd name="connsiteX22" fmla="*/ 1226314 w 5741575"/>
              <a:gd name="connsiteY22" fmla="*/ 722473 h 955271"/>
              <a:gd name="connsiteX23" fmla="*/ 1278773 w 5741575"/>
              <a:gd name="connsiteY23" fmla="*/ 711503 h 955271"/>
              <a:gd name="connsiteX24" fmla="*/ 1317691 w 5741575"/>
              <a:gd name="connsiteY24" fmla="*/ 708529 h 955271"/>
              <a:gd name="connsiteX25" fmla="*/ 1360404 w 5741575"/>
              <a:gd name="connsiteY25" fmla="*/ 675922 h 955271"/>
              <a:gd name="connsiteX26" fmla="*/ 1412292 w 5741575"/>
              <a:gd name="connsiteY26" fmla="*/ 670793 h 955271"/>
              <a:gd name="connsiteX27" fmla="*/ 1494753 w 5741575"/>
              <a:gd name="connsiteY27" fmla="*/ 644686 h 955271"/>
              <a:gd name="connsiteX28" fmla="*/ 1616217 w 5741575"/>
              <a:gd name="connsiteY28" fmla="*/ 622107 h 955271"/>
              <a:gd name="connsiteX29" fmla="*/ 1710928 w 5741575"/>
              <a:gd name="connsiteY29" fmla="*/ 600666 h 955271"/>
              <a:gd name="connsiteX30" fmla="*/ 1743718 w 5741575"/>
              <a:gd name="connsiteY30" fmla="*/ 584327 h 955271"/>
              <a:gd name="connsiteX31" fmla="*/ 1873778 w 5741575"/>
              <a:gd name="connsiteY31" fmla="*/ 530130 h 955271"/>
              <a:gd name="connsiteX32" fmla="*/ 1988411 w 5741575"/>
              <a:gd name="connsiteY32" fmla="*/ 491599 h 955271"/>
              <a:gd name="connsiteX33" fmla="*/ 2085507 w 5741575"/>
              <a:gd name="connsiteY33" fmla="*/ 498527 h 955271"/>
              <a:gd name="connsiteX34" fmla="*/ 2090767 w 5741575"/>
              <a:gd name="connsiteY34" fmla="*/ 490616 h 955271"/>
              <a:gd name="connsiteX35" fmla="*/ 2151143 w 5741575"/>
              <a:gd name="connsiteY35" fmla="*/ 478332 h 955271"/>
              <a:gd name="connsiteX36" fmla="*/ 2378710 w 5741575"/>
              <a:gd name="connsiteY36" fmla="*/ 477570 h 955271"/>
              <a:gd name="connsiteX37" fmla="*/ 2496256 w 5741575"/>
              <a:gd name="connsiteY37" fmla="*/ 452396 h 955271"/>
              <a:gd name="connsiteX38" fmla="*/ 2535387 w 5741575"/>
              <a:gd name="connsiteY38" fmla="*/ 436645 h 955271"/>
              <a:gd name="connsiteX39" fmla="*/ 2601109 w 5741575"/>
              <a:gd name="connsiteY39" fmla="*/ 410678 h 955271"/>
              <a:gd name="connsiteX40" fmla="*/ 2643855 w 5741575"/>
              <a:gd name="connsiteY40" fmla="*/ 374482 h 955271"/>
              <a:gd name="connsiteX41" fmla="*/ 2657726 w 5741575"/>
              <a:gd name="connsiteY41" fmla="*/ 365841 h 955271"/>
              <a:gd name="connsiteX42" fmla="*/ 2717296 w 5741575"/>
              <a:gd name="connsiteY42" fmla="*/ 362282 h 955271"/>
              <a:gd name="connsiteX43" fmla="*/ 2777227 w 5741575"/>
              <a:gd name="connsiteY43" fmla="*/ 368972 h 955271"/>
              <a:gd name="connsiteX44" fmla="*/ 2824768 w 5741575"/>
              <a:gd name="connsiteY44" fmla="*/ 361652 h 955271"/>
              <a:gd name="connsiteX45" fmla="*/ 2885545 w 5741575"/>
              <a:gd name="connsiteY45" fmla="*/ 372818 h 955271"/>
              <a:gd name="connsiteX46" fmla="*/ 3009558 w 5741575"/>
              <a:gd name="connsiteY46" fmla="*/ 370573 h 955271"/>
              <a:gd name="connsiteX47" fmla="*/ 3095010 w 5741575"/>
              <a:gd name="connsiteY47" fmla="*/ 332454 h 955271"/>
              <a:gd name="connsiteX48" fmla="*/ 3148998 w 5741575"/>
              <a:gd name="connsiteY48" fmla="*/ 315286 h 955271"/>
              <a:gd name="connsiteX49" fmla="*/ 3195264 w 5741575"/>
              <a:gd name="connsiteY49" fmla="*/ 293158 h 955271"/>
              <a:gd name="connsiteX50" fmla="*/ 3373785 w 5741575"/>
              <a:gd name="connsiteY50" fmla="*/ 255680 h 955271"/>
              <a:gd name="connsiteX51" fmla="*/ 3493851 w 5741575"/>
              <a:gd name="connsiteY51" fmla="*/ 240255 h 955271"/>
              <a:gd name="connsiteX52" fmla="*/ 3537470 w 5741575"/>
              <a:gd name="connsiteY52" fmla="*/ 241867 h 955271"/>
              <a:gd name="connsiteX53" fmla="*/ 3610489 w 5741575"/>
              <a:gd name="connsiteY53" fmla="*/ 244128 h 955271"/>
              <a:gd name="connsiteX54" fmla="*/ 3667539 w 5741575"/>
              <a:gd name="connsiteY54" fmla="*/ 263271 h 955271"/>
              <a:gd name="connsiteX55" fmla="*/ 3727614 w 5741575"/>
              <a:gd name="connsiteY55" fmla="*/ 258245 h 955271"/>
              <a:gd name="connsiteX56" fmla="*/ 3738369 w 5741575"/>
              <a:gd name="connsiteY56" fmla="*/ 234506 h 955271"/>
              <a:gd name="connsiteX57" fmla="*/ 3803670 w 5741575"/>
              <a:gd name="connsiteY57" fmla="*/ 236457 h 955271"/>
              <a:gd name="connsiteX58" fmla="*/ 3903080 w 5741575"/>
              <a:gd name="connsiteY58" fmla="*/ 241890 h 955271"/>
              <a:gd name="connsiteX59" fmla="*/ 4114838 w 5741575"/>
              <a:gd name="connsiteY59" fmla="*/ 238165 h 955271"/>
              <a:gd name="connsiteX60" fmla="*/ 4271023 w 5741575"/>
              <a:gd name="connsiteY60" fmla="*/ 241959 h 955271"/>
              <a:gd name="connsiteX61" fmla="*/ 4367397 w 5741575"/>
              <a:gd name="connsiteY61" fmla="*/ 271442 h 955271"/>
              <a:gd name="connsiteX62" fmla="*/ 4495366 w 5741575"/>
              <a:gd name="connsiteY62" fmla="*/ 271618 h 955271"/>
              <a:gd name="connsiteX63" fmla="*/ 4517347 w 5741575"/>
              <a:gd name="connsiteY63" fmla="*/ 275639 h 955271"/>
              <a:gd name="connsiteX64" fmla="*/ 4546116 w 5741575"/>
              <a:gd name="connsiteY64" fmla="*/ 268568 h 955271"/>
              <a:gd name="connsiteX65" fmla="*/ 4661259 w 5741575"/>
              <a:gd name="connsiteY65" fmla="*/ 238966 h 955271"/>
              <a:gd name="connsiteX66" fmla="*/ 4750403 w 5741575"/>
              <a:gd name="connsiteY66" fmla="*/ 204364 h 955271"/>
              <a:gd name="connsiteX67" fmla="*/ 4867614 w 5741575"/>
              <a:gd name="connsiteY67" fmla="*/ 208668 h 955271"/>
              <a:gd name="connsiteX68" fmla="*/ 4937036 w 5741575"/>
              <a:gd name="connsiteY68" fmla="*/ 195446 h 955271"/>
              <a:gd name="connsiteX69" fmla="*/ 5067740 w 5741575"/>
              <a:gd name="connsiteY69" fmla="*/ 172293 h 955271"/>
              <a:gd name="connsiteX70" fmla="*/ 5200247 w 5741575"/>
              <a:gd name="connsiteY70" fmla="*/ 142695 h 955271"/>
              <a:gd name="connsiteX71" fmla="*/ 5276878 w 5741575"/>
              <a:gd name="connsiteY71" fmla="*/ 125833 h 955271"/>
              <a:gd name="connsiteX72" fmla="*/ 5418472 w 5741575"/>
              <a:gd name="connsiteY72" fmla="*/ 89163 h 955271"/>
              <a:gd name="connsiteX73" fmla="*/ 5482354 w 5741575"/>
              <a:gd name="connsiteY73" fmla="*/ 69470 h 955271"/>
              <a:gd name="connsiteX74" fmla="*/ 5583280 w 5741575"/>
              <a:gd name="connsiteY74" fmla="*/ 49787 h 955271"/>
              <a:gd name="connsiteX75" fmla="*/ 5613766 w 5741575"/>
              <a:gd name="connsiteY75" fmla="*/ 41855 h 955271"/>
              <a:gd name="connsiteX76" fmla="*/ 5684952 w 5741575"/>
              <a:gd name="connsiteY76" fmla="*/ 26088 h 955271"/>
              <a:gd name="connsiteX77" fmla="*/ 5741575 w 5741575"/>
              <a:gd name="connsiteY77" fmla="*/ 0 h 955271"/>
              <a:gd name="connsiteX0" fmla="*/ 5741575 w 5741575"/>
              <a:gd name="connsiteY0" fmla="*/ 0 h 955271"/>
              <a:gd name="connsiteX1" fmla="*/ 5741575 w 5741575"/>
              <a:gd name="connsiteY1" fmla="*/ 955271 h 955271"/>
              <a:gd name="connsiteX2" fmla="*/ 0 w 5741575"/>
              <a:gd name="connsiteY2" fmla="*/ 955271 h 955271"/>
              <a:gd name="connsiteX3" fmla="*/ 8558 w 5741575"/>
              <a:gd name="connsiteY3" fmla="*/ 953971 h 955271"/>
              <a:gd name="connsiteX4" fmla="*/ 16894 w 5741575"/>
              <a:gd name="connsiteY4" fmla="*/ 953847 h 955271"/>
              <a:gd name="connsiteX5" fmla="*/ 28156 w 5741575"/>
              <a:gd name="connsiteY5" fmla="*/ 951374 h 955271"/>
              <a:gd name="connsiteX6" fmla="*/ 28293 w 5741575"/>
              <a:gd name="connsiteY6" fmla="*/ 950971 h 955271"/>
              <a:gd name="connsiteX7" fmla="*/ 59229 w 5741575"/>
              <a:gd name="connsiteY7" fmla="*/ 903950 h 955271"/>
              <a:gd name="connsiteX8" fmla="*/ 148657 w 5741575"/>
              <a:gd name="connsiteY8" fmla="*/ 898134 h 955271"/>
              <a:gd name="connsiteX9" fmla="*/ 174554 w 5741575"/>
              <a:gd name="connsiteY9" fmla="*/ 886351 h 955271"/>
              <a:gd name="connsiteX10" fmla="*/ 187633 w 5741575"/>
              <a:gd name="connsiteY10" fmla="*/ 878226 h 955271"/>
              <a:gd name="connsiteX11" fmla="*/ 187961 w 5741575"/>
              <a:gd name="connsiteY11" fmla="*/ 876538 h 955271"/>
              <a:gd name="connsiteX12" fmla="*/ 240501 w 5741575"/>
              <a:gd name="connsiteY12" fmla="*/ 873150 h 955271"/>
              <a:gd name="connsiteX13" fmla="*/ 246345 w 5741575"/>
              <a:gd name="connsiteY13" fmla="*/ 869942 h 955271"/>
              <a:gd name="connsiteX14" fmla="*/ 306299 w 5741575"/>
              <a:gd name="connsiteY14" fmla="*/ 873609 h 955271"/>
              <a:gd name="connsiteX15" fmla="*/ 331571 w 5741575"/>
              <a:gd name="connsiteY15" fmla="*/ 869866 h 955271"/>
              <a:gd name="connsiteX16" fmla="*/ 384157 w 5741575"/>
              <a:gd name="connsiteY16" fmla="*/ 867971 h 955271"/>
              <a:gd name="connsiteX17" fmla="*/ 477637 w 5741575"/>
              <a:gd name="connsiteY17" fmla="*/ 870334 h 955271"/>
              <a:gd name="connsiteX18" fmla="*/ 570239 w 5741575"/>
              <a:gd name="connsiteY18" fmla="*/ 829596 h 955271"/>
              <a:gd name="connsiteX19" fmla="*/ 772070 w 5741575"/>
              <a:gd name="connsiteY19" fmla="*/ 820296 h 955271"/>
              <a:gd name="connsiteX20" fmla="*/ 948872 w 5741575"/>
              <a:gd name="connsiteY20" fmla="*/ 772201 h 955271"/>
              <a:gd name="connsiteX21" fmla="*/ 1127089 w 5741575"/>
              <a:gd name="connsiteY21" fmla="*/ 746926 h 955271"/>
              <a:gd name="connsiteX22" fmla="*/ 1226314 w 5741575"/>
              <a:gd name="connsiteY22" fmla="*/ 722473 h 955271"/>
              <a:gd name="connsiteX23" fmla="*/ 1278773 w 5741575"/>
              <a:gd name="connsiteY23" fmla="*/ 711503 h 955271"/>
              <a:gd name="connsiteX24" fmla="*/ 1317691 w 5741575"/>
              <a:gd name="connsiteY24" fmla="*/ 708529 h 955271"/>
              <a:gd name="connsiteX25" fmla="*/ 1360404 w 5741575"/>
              <a:gd name="connsiteY25" fmla="*/ 675922 h 955271"/>
              <a:gd name="connsiteX26" fmla="*/ 1412292 w 5741575"/>
              <a:gd name="connsiteY26" fmla="*/ 670793 h 955271"/>
              <a:gd name="connsiteX27" fmla="*/ 1494753 w 5741575"/>
              <a:gd name="connsiteY27" fmla="*/ 644686 h 955271"/>
              <a:gd name="connsiteX28" fmla="*/ 1616217 w 5741575"/>
              <a:gd name="connsiteY28" fmla="*/ 622107 h 955271"/>
              <a:gd name="connsiteX29" fmla="*/ 1710928 w 5741575"/>
              <a:gd name="connsiteY29" fmla="*/ 600666 h 955271"/>
              <a:gd name="connsiteX30" fmla="*/ 1743718 w 5741575"/>
              <a:gd name="connsiteY30" fmla="*/ 584327 h 955271"/>
              <a:gd name="connsiteX31" fmla="*/ 1873778 w 5741575"/>
              <a:gd name="connsiteY31" fmla="*/ 530130 h 955271"/>
              <a:gd name="connsiteX32" fmla="*/ 1988411 w 5741575"/>
              <a:gd name="connsiteY32" fmla="*/ 491599 h 955271"/>
              <a:gd name="connsiteX33" fmla="*/ 2085507 w 5741575"/>
              <a:gd name="connsiteY33" fmla="*/ 498527 h 955271"/>
              <a:gd name="connsiteX34" fmla="*/ 2090767 w 5741575"/>
              <a:gd name="connsiteY34" fmla="*/ 490616 h 955271"/>
              <a:gd name="connsiteX35" fmla="*/ 2151143 w 5741575"/>
              <a:gd name="connsiteY35" fmla="*/ 478332 h 955271"/>
              <a:gd name="connsiteX36" fmla="*/ 2378710 w 5741575"/>
              <a:gd name="connsiteY36" fmla="*/ 477570 h 955271"/>
              <a:gd name="connsiteX37" fmla="*/ 2496256 w 5741575"/>
              <a:gd name="connsiteY37" fmla="*/ 452396 h 955271"/>
              <a:gd name="connsiteX38" fmla="*/ 2535387 w 5741575"/>
              <a:gd name="connsiteY38" fmla="*/ 436645 h 955271"/>
              <a:gd name="connsiteX39" fmla="*/ 2601109 w 5741575"/>
              <a:gd name="connsiteY39" fmla="*/ 410678 h 955271"/>
              <a:gd name="connsiteX40" fmla="*/ 2643855 w 5741575"/>
              <a:gd name="connsiteY40" fmla="*/ 374482 h 955271"/>
              <a:gd name="connsiteX41" fmla="*/ 2657726 w 5741575"/>
              <a:gd name="connsiteY41" fmla="*/ 365841 h 955271"/>
              <a:gd name="connsiteX42" fmla="*/ 2717296 w 5741575"/>
              <a:gd name="connsiteY42" fmla="*/ 362282 h 955271"/>
              <a:gd name="connsiteX43" fmla="*/ 2777227 w 5741575"/>
              <a:gd name="connsiteY43" fmla="*/ 368972 h 955271"/>
              <a:gd name="connsiteX44" fmla="*/ 2824768 w 5741575"/>
              <a:gd name="connsiteY44" fmla="*/ 361652 h 955271"/>
              <a:gd name="connsiteX45" fmla="*/ 2885545 w 5741575"/>
              <a:gd name="connsiteY45" fmla="*/ 372818 h 955271"/>
              <a:gd name="connsiteX46" fmla="*/ 3009558 w 5741575"/>
              <a:gd name="connsiteY46" fmla="*/ 370573 h 955271"/>
              <a:gd name="connsiteX47" fmla="*/ 3095010 w 5741575"/>
              <a:gd name="connsiteY47" fmla="*/ 332454 h 955271"/>
              <a:gd name="connsiteX48" fmla="*/ 3148998 w 5741575"/>
              <a:gd name="connsiteY48" fmla="*/ 315286 h 955271"/>
              <a:gd name="connsiteX49" fmla="*/ 3195264 w 5741575"/>
              <a:gd name="connsiteY49" fmla="*/ 293158 h 955271"/>
              <a:gd name="connsiteX50" fmla="*/ 3373785 w 5741575"/>
              <a:gd name="connsiteY50" fmla="*/ 255680 h 955271"/>
              <a:gd name="connsiteX51" fmla="*/ 3493851 w 5741575"/>
              <a:gd name="connsiteY51" fmla="*/ 240255 h 955271"/>
              <a:gd name="connsiteX52" fmla="*/ 3537470 w 5741575"/>
              <a:gd name="connsiteY52" fmla="*/ 241867 h 955271"/>
              <a:gd name="connsiteX53" fmla="*/ 3610489 w 5741575"/>
              <a:gd name="connsiteY53" fmla="*/ 244128 h 955271"/>
              <a:gd name="connsiteX54" fmla="*/ 3667539 w 5741575"/>
              <a:gd name="connsiteY54" fmla="*/ 263271 h 955271"/>
              <a:gd name="connsiteX55" fmla="*/ 3727614 w 5741575"/>
              <a:gd name="connsiteY55" fmla="*/ 258245 h 955271"/>
              <a:gd name="connsiteX56" fmla="*/ 3738369 w 5741575"/>
              <a:gd name="connsiteY56" fmla="*/ 234506 h 955271"/>
              <a:gd name="connsiteX57" fmla="*/ 3803670 w 5741575"/>
              <a:gd name="connsiteY57" fmla="*/ 236457 h 955271"/>
              <a:gd name="connsiteX58" fmla="*/ 3903080 w 5741575"/>
              <a:gd name="connsiteY58" fmla="*/ 241890 h 955271"/>
              <a:gd name="connsiteX59" fmla="*/ 4114838 w 5741575"/>
              <a:gd name="connsiteY59" fmla="*/ 238165 h 955271"/>
              <a:gd name="connsiteX60" fmla="*/ 4271023 w 5741575"/>
              <a:gd name="connsiteY60" fmla="*/ 241959 h 955271"/>
              <a:gd name="connsiteX61" fmla="*/ 4367397 w 5741575"/>
              <a:gd name="connsiteY61" fmla="*/ 271442 h 955271"/>
              <a:gd name="connsiteX62" fmla="*/ 4495366 w 5741575"/>
              <a:gd name="connsiteY62" fmla="*/ 271618 h 955271"/>
              <a:gd name="connsiteX63" fmla="*/ 4517347 w 5741575"/>
              <a:gd name="connsiteY63" fmla="*/ 275639 h 955271"/>
              <a:gd name="connsiteX64" fmla="*/ 4546116 w 5741575"/>
              <a:gd name="connsiteY64" fmla="*/ 268568 h 955271"/>
              <a:gd name="connsiteX65" fmla="*/ 4661259 w 5741575"/>
              <a:gd name="connsiteY65" fmla="*/ 238966 h 955271"/>
              <a:gd name="connsiteX66" fmla="*/ 4750403 w 5741575"/>
              <a:gd name="connsiteY66" fmla="*/ 204364 h 955271"/>
              <a:gd name="connsiteX67" fmla="*/ 4867614 w 5741575"/>
              <a:gd name="connsiteY67" fmla="*/ 208668 h 955271"/>
              <a:gd name="connsiteX68" fmla="*/ 4937036 w 5741575"/>
              <a:gd name="connsiteY68" fmla="*/ 195446 h 955271"/>
              <a:gd name="connsiteX69" fmla="*/ 5067740 w 5741575"/>
              <a:gd name="connsiteY69" fmla="*/ 172293 h 955271"/>
              <a:gd name="connsiteX70" fmla="*/ 5200247 w 5741575"/>
              <a:gd name="connsiteY70" fmla="*/ 142695 h 955271"/>
              <a:gd name="connsiteX71" fmla="*/ 5276878 w 5741575"/>
              <a:gd name="connsiteY71" fmla="*/ 125833 h 955271"/>
              <a:gd name="connsiteX72" fmla="*/ 5418472 w 5741575"/>
              <a:gd name="connsiteY72" fmla="*/ 89163 h 955271"/>
              <a:gd name="connsiteX73" fmla="*/ 5482354 w 5741575"/>
              <a:gd name="connsiteY73" fmla="*/ 69470 h 955271"/>
              <a:gd name="connsiteX74" fmla="*/ 5583280 w 5741575"/>
              <a:gd name="connsiteY74" fmla="*/ 49787 h 955271"/>
              <a:gd name="connsiteX75" fmla="*/ 5613766 w 5741575"/>
              <a:gd name="connsiteY75" fmla="*/ 41855 h 955271"/>
              <a:gd name="connsiteX76" fmla="*/ 5684952 w 5741575"/>
              <a:gd name="connsiteY76" fmla="*/ 26088 h 955271"/>
              <a:gd name="connsiteX77" fmla="*/ 5741575 w 5741575"/>
              <a:gd name="connsiteY77" fmla="*/ 0 h 955271"/>
              <a:gd name="connsiteX0" fmla="*/ 5741575 w 5741575"/>
              <a:gd name="connsiteY0" fmla="*/ 0 h 955271"/>
              <a:gd name="connsiteX1" fmla="*/ 5741575 w 5741575"/>
              <a:gd name="connsiteY1" fmla="*/ 955271 h 955271"/>
              <a:gd name="connsiteX2" fmla="*/ 0 w 5741575"/>
              <a:gd name="connsiteY2" fmla="*/ 955271 h 955271"/>
              <a:gd name="connsiteX3" fmla="*/ 8558 w 5741575"/>
              <a:gd name="connsiteY3" fmla="*/ 953971 h 955271"/>
              <a:gd name="connsiteX4" fmla="*/ 16894 w 5741575"/>
              <a:gd name="connsiteY4" fmla="*/ 953847 h 955271"/>
              <a:gd name="connsiteX5" fmla="*/ 28156 w 5741575"/>
              <a:gd name="connsiteY5" fmla="*/ 951374 h 955271"/>
              <a:gd name="connsiteX6" fmla="*/ 28293 w 5741575"/>
              <a:gd name="connsiteY6" fmla="*/ 950971 h 955271"/>
              <a:gd name="connsiteX7" fmla="*/ 59229 w 5741575"/>
              <a:gd name="connsiteY7" fmla="*/ 903950 h 955271"/>
              <a:gd name="connsiteX8" fmla="*/ 148657 w 5741575"/>
              <a:gd name="connsiteY8" fmla="*/ 898134 h 955271"/>
              <a:gd name="connsiteX9" fmla="*/ 174554 w 5741575"/>
              <a:gd name="connsiteY9" fmla="*/ 886351 h 955271"/>
              <a:gd name="connsiteX10" fmla="*/ 187633 w 5741575"/>
              <a:gd name="connsiteY10" fmla="*/ 878226 h 955271"/>
              <a:gd name="connsiteX11" fmla="*/ 187961 w 5741575"/>
              <a:gd name="connsiteY11" fmla="*/ 876538 h 955271"/>
              <a:gd name="connsiteX12" fmla="*/ 240501 w 5741575"/>
              <a:gd name="connsiteY12" fmla="*/ 873150 h 955271"/>
              <a:gd name="connsiteX13" fmla="*/ 246345 w 5741575"/>
              <a:gd name="connsiteY13" fmla="*/ 869942 h 955271"/>
              <a:gd name="connsiteX14" fmla="*/ 306299 w 5741575"/>
              <a:gd name="connsiteY14" fmla="*/ 873609 h 955271"/>
              <a:gd name="connsiteX15" fmla="*/ 331571 w 5741575"/>
              <a:gd name="connsiteY15" fmla="*/ 869866 h 955271"/>
              <a:gd name="connsiteX16" fmla="*/ 384157 w 5741575"/>
              <a:gd name="connsiteY16" fmla="*/ 867971 h 955271"/>
              <a:gd name="connsiteX17" fmla="*/ 477637 w 5741575"/>
              <a:gd name="connsiteY17" fmla="*/ 870334 h 955271"/>
              <a:gd name="connsiteX18" fmla="*/ 570239 w 5741575"/>
              <a:gd name="connsiteY18" fmla="*/ 829596 h 955271"/>
              <a:gd name="connsiteX19" fmla="*/ 772070 w 5741575"/>
              <a:gd name="connsiteY19" fmla="*/ 820296 h 955271"/>
              <a:gd name="connsiteX20" fmla="*/ 948872 w 5741575"/>
              <a:gd name="connsiteY20" fmla="*/ 772201 h 955271"/>
              <a:gd name="connsiteX21" fmla="*/ 1127089 w 5741575"/>
              <a:gd name="connsiteY21" fmla="*/ 746926 h 955271"/>
              <a:gd name="connsiteX22" fmla="*/ 1226314 w 5741575"/>
              <a:gd name="connsiteY22" fmla="*/ 722473 h 955271"/>
              <a:gd name="connsiteX23" fmla="*/ 1278773 w 5741575"/>
              <a:gd name="connsiteY23" fmla="*/ 711503 h 955271"/>
              <a:gd name="connsiteX24" fmla="*/ 1317691 w 5741575"/>
              <a:gd name="connsiteY24" fmla="*/ 708529 h 955271"/>
              <a:gd name="connsiteX25" fmla="*/ 1360404 w 5741575"/>
              <a:gd name="connsiteY25" fmla="*/ 675922 h 955271"/>
              <a:gd name="connsiteX26" fmla="*/ 1412292 w 5741575"/>
              <a:gd name="connsiteY26" fmla="*/ 670793 h 955271"/>
              <a:gd name="connsiteX27" fmla="*/ 1494753 w 5741575"/>
              <a:gd name="connsiteY27" fmla="*/ 644686 h 955271"/>
              <a:gd name="connsiteX28" fmla="*/ 1616217 w 5741575"/>
              <a:gd name="connsiteY28" fmla="*/ 622107 h 955271"/>
              <a:gd name="connsiteX29" fmla="*/ 1710928 w 5741575"/>
              <a:gd name="connsiteY29" fmla="*/ 600666 h 955271"/>
              <a:gd name="connsiteX30" fmla="*/ 1743718 w 5741575"/>
              <a:gd name="connsiteY30" fmla="*/ 584327 h 955271"/>
              <a:gd name="connsiteX31" fmla="*/ 1873778 w 5741575"/>
              <a:gd name="connsiteY31" fmla="*/ 530130 h 955271"/>
              <a:gd name="connsiteX32" fmla="*/ 1988411 w 5741575"/>
              <a:gd name="connsiteY32" fmla="*/ 491599 h 955271"/>
              <a:gd name="connsiteX33" fmla="*/ 2085507 w 5741575"/>
              <a:gd name="connsiteY33" fmla="*/ 498527 h 955271"/>
              <a:gd name="connsiteX34" fmla="*/ 2090767 w 5741575"/>
              <a:gd name="connsiteY34" fmla="*/ 490616 h 955271"/>
              <a:gd name="connsiteX35" fmla="*/ 2151143 w 5741575"/>
              <a:gd name="connsiteY35" fmla="*/ 478332 h 955271"/>
              <a:gd name="connsiteX36" fmla="*/ 2378710 w 5741575"/>
              <a:gd name="connsiteY36" fmla="*/ 477570 h 955271"/>
              <a:gd name="connsiteX37" fmla="*/ 2496256 w 5741575"/>
              <a:gd name="connsiteY37" fmla="*/ 452396 h 955271"/>
              <a:gd name="connsiteX38" fmla="*/ 2535387 w 5741575"/>
              <a:gd name="connsiteY38" fmla="*/ 436645 h 955271"/>
              <a:gd name="connsiteX39" fmla="*/ 2601109 w 5741575"/>
              <a:gd name="connsiteY39" fmla="*/ 410678 h 955271"/>
              <a:gd name="connsiteX40" fmla="*/ 2643855 w 5741575"/>
              <a:gd name="connsiteY40" fmla="*/ 374482 h 955271"/>
              <a:gd name="connsiteX41" fmla="*/ 2657726 w 5741575"/>
              <a:gd name="connsiteY41" fmla="*/ 365841 h 955271"/>
              <a:gd name="connsiteX42" fmla="*/ 2717296 w 5741575"/>
              <a:gd name="connsiteY42" fmla="*/ 362282 h 955271"/>
              <a:gd name="connsiteX43" fmla="*/ 2777227 w 5741575"/>
              <a:gd name="connsiteY43" fmla="*/ 368972 h 955271"/>
              <a:gd name="connsiteX44" fmla="*/ 2824768 w 5741575"/>
              <a:gd name="connsiteY44" fmla="*/ 361652 h 955271"/>
              <a:gd name="connsiteX45" fmla="*/ 2885545 w 5741575"/>
              <a:gd name="connsiteY45" fmla="*/ 372818 h 955271"/>
              <a:gd name="connsiteX46" fmla="*/ 3009558 w 5741575"/>
              <a:gd name="connsiteY46" fmla="*/ 370573 h 955271"/>
              <a:gd name="connsiteX47" fmla="*/ 3095010 w 5741575"/>
              <a:gd name="connsiteY47" fmla="*/ 332454 h 955271"/>
              <a:gd name="connsiteX48" fmla="*/ 3148998 w 5741575"/>
              <a:gd name="connsiteY48" fmla="*/ 315286 h 955271"/>
              <a:gd name="connsiteX49" fmla="*/ 3195264 w 5741575"/>
              <a:gd name="connsiteY49" fmla="*/ 293158 h 955271"/>
              <a:gd name="connsiteX50" fmla="*/ 3373785 w 5741575"/>
              <a:gd name="connsiteY50" fmla="*/ 255680 h 955271"/>
              <a:gd name="connsiteX51" fmla="*/ 3493851 w 5741575"/>
              <a:gd name="connsiteY51" fmla="*/ 240255 h 955271"/>
              <a:gd name="connsiteX52" fmla="*/ 3537470 w 5741575"/>
              <a:gd name="connsiteY52" fmla="*/ 241867 h 955271"/>
              <a:gd name="connsiteX53" fmla="*/ 3610489 w 5741575"/>
              <a:gd name="connsiteY53" fmla="*/ 244128 h 955271"/>
              <a:gd name="connsiteX54" fmla="*/ 3667539 w 5741575"/>
              <a:gd name="connsiteY54" fmla="*/ 263271 h 955271"/>
              <a:gd name="connsiteX55" fmla="*/ 3727614 w 5741575"/>
              <a:gd name="connsiteY55" fmla="*/ 258245 h 955271"/>
              <a:gd name="connsiteX56" fmla="*/ 3738369 w 5741575"/>
              <a:gd name="connsiteY56" fmla="*/ 234506 h 955271"/>
              <a:gd name="connsiteX57" fmla="*/ 3803670 w 5741575"/>
              <a:gd name="connsiteY57" fmla="*/ 236457 h 955271"/>
              <a:gd name="connsiteX58" fmla="*/ 3903080 w 5741575"/>
              <a:gd name="connsiteY58" fmla="*/ 241890 h 955271"/>
              <a:gd name="connsiteX59" fmla="*/ 4114838 w 5741575"/>
              <a:gd name="connsiteY59" fmla="*/ 238165 h 955271"/>
              <a:gd name="connsiteX60" fmla="*/ 4271023 w 5741575"/>
              <a:gd name="connsiteY60" fmla="*/ 241959 h 955271"/>
              <a:gd name="connsiteX61" fmla="*/ 4367397 w 5741575"/>
              <a:gd name="connsiteY61" fmla="*/ 271442 h 955271"/>
              <a:gd name="connsiteX62" fmla="*/ 4495366 w 5741575"/>
              <a:gd name="connsiteY62" fmla="*/ 271618 h 955271"/>
              <a:gd name="connsiteX63" fmla="*/ 4517347 w 5741575"/>
              <a:gd name="connsiteY63" fmla="*/ 275639 h 955271"/>
              <a:gd name="connsiteX64" fmla="*/ 4546116 w 5741575"/>
              <a:gd name="connsiteY64" fmla="*/ 268568 h 955271"/>
              <a:gd name="connsiteX65" fmla="*/ 4661259 w 5741575"/>
              <a:gd name="connsiteY65" fmla="*/ 238966 h 955271"/>
              <a:gd name="connsiteX66" fmla="*/ 4750403 w 5741575"/>
              <a:gd name="connsiteY66" fmla="*/ 204364 h 955271"/>
              <a:gd name="connsiteX67" fmla="*/ 4867614 w 5741575"/>
              <a:gd name="connsiteY67" fmla="*/ 208668 h 955271"/>
              <a:gd name="connsiteX68" fmla="*/ 4937036 w 5741575"/>
              <a:gd name="connsiteY68" fmla="*/ 195446 h 955271"/>
              <a:gd name="connsiteX69" fmla="*/ 5067740 w 5741575"/>
              <a:gd name="connsiteY69" fmla="*/ 172293 h 955271"/>
              <a:gd name="connsiteX70" fmla="*/ 5200247 w 5741575"/>
              <a:gd name="connsiteY70" fmla="*/ 142695 h 955271"/>
              <a:gd name="connsiteX71" fmla="*/ 5276878 w 5741575"/>
              <a:gd name="connsiteY71" fmla="*/ 125833 h 955271"/>
              <a:gd name="connsiteX72" fmla="*/ 5373216 w 5741575"/>
              <a:gd name="connsiteY72" fmla="*/ 102777 h 955271"/>
              <a:gd name="connsiteX73" fmla="*/ 5482354 w 5741575"/>
              <a:gd name="connsiteY73" fmla="*/ 69470 h 955271"/>
              <a:gd name="connsiteX74" fmla="*/ 5583280 w 5741575"/>
              <a:gd name="connsiteY74" fmla="*/ 49787 h 955271"/>
              <a:gd name="connsiteX75" fmla="*/ 5613766 w 5741575"/>
              <a:gd name="connsiteY75" fmla="*/ 41855 h 955271"/>
              <a:gd name="connsiteX76" fmla="*/ 5684952 w 5741575"/>
              <a:gd name="connsiteY76" fmla="*/ 26088 h 955271"/>
              <a:gd name="connsiteX77" fmla="*/ 5741575 w 5741575"/>
              <a:gd name="connsiteY77" fmla="*/ 0 h 955271"/>
              <a:gd name="connsiteX0" fmla="*/ 5741575 w 5741575"/>
              <a:gd name="connsiteY0" fmla="*/ 0 h 955271"/>
              <a:gd name="connsiteX1" fmla="*/ 5741575 w 5741575"/>
              <a:gd name="connsiteY1" fmla="*/ 955271 h 955271"/>
              <a:gd name="connsiteX2" fmla="*/ 0 w 5741575"/>
              <a:gd name="connsiteY2" fmla="*/ 955271 h 955271"/>
              <a:gd name="connsiteX3" fmla="*/ 8558 w 5741575"/>
              <a:gd name="connsiteY3" fmla="*/ 953971 h 955271"/>
              <a:gd name="connsiteX4" fmla="*/ 16894 w 5741575"/>
              <a:gd name="connsiteY4" fmla="*/ 953847 h 955271"/>
              <a:gd name="connsiteX5" fmla="*/ 28156 w 5741575"/>
              <a:gd name="connsiteY5" fmla="*/ 951374 h 955271"/>
              <a:gd name="connsiteX6" fmla="*/ 28293 w 5741575"/>
              <a:gd name="connsiteY6" fmla="*/ 950971 h 955271"/>
              <a:gd name="connsiteX7" fmla="*/ 59229 w 5741575"/>
              <a:gd name="connsiteY7" fmla="*/ 903950 h 955271"/>
              <a:gd name="connsiteX8" fmla="*/ 148657 w 5741575"/>
              <a:gd name="connsiteY8" fmla="*/ 898134 h 955271"/>
              <a:gd name="connsiteX9" fmla="*/ 174554 w 5741575"/>
              <a:gd name="connsiteY9" fmla="*/ 886351 h 955271"/>
              <a:gd name="connsiteX10" fmla="*/ 187633 w 5741575"/>
              <a:gd name="connsiteY10" fmla="*/ 878226 h 955271"/>
              <a:gd name="connsiteX11" fmla="*/ 187961 w 5741575"/>
              <a:gd name="connsiteY11" fmla="*/ 876538 h 955271"/>
              <a:gd name="connsiteX12" fmla="*/ 240501 w 5741575"/>
              <a:gd name="connsiteY12" fmla="*/ 873150 h 955271"/>
              <a:gd name="connsiteX13" fmla="*/ 246345 w 5741575"/>
              <a:gd name="connsiteY13" fmla="*/ 869942 h 955271"/>
              <a:gd name="connsiteX14" fmla="*/ 306299 w 5741575"/>
              <a:gd name="connsiteY14" fmla="*/ 873609 h 955271"/>
              <a:gd name="connsiteX15" fmla="*/ 331571 w 5741575"/>
              <a:gd name="connsiteY15" fmla="*/ 869866 h 955271"/>
              <a:gd name="connsiteX16" fmla="*/ 384157 w 5741575"/>
              <a:gd name="connsiteY16" fmla="*/ 867971 h 955271"/>
              <a:gd name="connsiteX17" fmla="*/ 477637 w 5741575"/>
              <a:gd name="connsiteY17" fmla="*/ 870334 h 955271"/>
              <a:gd name="connsiteX18" fmla="*/ 570239 w 5741575"/>
              <a:gd name="connsiteY18" fmla="*/ 829596 h 955271"/>
              <a:gd name="connsiteX19" fmla="*/ 772070 w 5741575"/>
              <a:gd name="connsiteY19" fmla="*/ 820296 h 955271"/>
              <a:gd name="connsiteX20" fmla="*/ 948872 w 5741575"/>
              <a:gd name="connsiteY20" fmla="*/ 772201 h 955271"/>
              <a:gd name="connsiteX21" fmla="*/ 1127089 w 5741575"/>
              <a:gd name="connsiteY21" fmla="*/ 746926 h 955271"/>
              <a:gd name="connsiteX22" fmla="*/ 1226314 w 5741575"/>
              <a:gd name="connsiteY22" fmla="*/ 722473 h 955271"/>
              <a:gd name="connsiteX23" fmla="*/ 1278773 w 5741575"/>
              <a:gd name="connsiteY23" fmla="*/ 711503 h 955271"/>
              <a:gd name="connsiteX24" fmla="*/ 1317691 w 5741575"/>
              <a:gd name="connsiteY24" fmla="*/ 708529 h 955271"/>
              <a:gd name="connsiteX25" fmla="*/ 1360404 w 5741575"/>
              <a:gd name="connsiteY25" fmla="*/ 675922 h 955271"/>
              <a:gd name="connsiteX26" fmla="*/ 1412292 w 5741575"/>
              <a:gd name="connsiteY26" fmla="*/ 670793 h 955271"/>
              <a:gd name="connsiteX27" fmla="*/ 1494753 w 5741575"/>
              <a:gd name="connsiteY27" fmla="*/ 644686 h 955271"/>
              <a:gd name="connsiteX28" fmla="*/ 1616217 w 5741575"/>
              <a:gd name="connsiteY28" fmla="*/ 622107 h 955271"/>
              <a:gd name="connsiteX29" fmla="*/ 1710928 w 5741575"/>
              <a:gd name="connsiteY29" fmla="*/ 600666 h 955271"/>
              <a:gd name="connsiteX30" fmla="*/ 1743718 w 5741575"/>
              <a:gd name="connsiteY30" fmla="*/ 584327 h 955271"/>
              <a:gd name="connsiteX31" fmla="*/ 1873778 w 5741575"/>
              <a:gd name="connsiteY31" fmla="*/ 530130 h 955271"/>
              <a:gd name="connsiteX32" fmla="*/ 1988411 w 5741575"/>
              <a:gd name="connsiteY32" fmla="*/ 491599 h 955271"/>
              <a:gd name="connsiteX33" fmla="*/ 2085507 w 5741575"/>
              <a:gd name="connsiteY33" fmla="*/ 498527 h 955271"/>
              <a:gd name="connsiteX34" fmla="*/ 2090767 w 5741575"/>
              <a:gd name="connsiteY34" fmla="*/ 490616 h 955271"/>
              <a:gd name="connsiteX35" fmla="*/ 2151143 w 5741575"/>
              <a:gd name="connsiteY35" fmla="*/ 478332 h 955271"/>
              <a:gd name="connsiteX36" fmla="*/ 2378710 w 5741575"/>
              <a:gd name="connsiteY36" fmla="*/ 477570 h 955271"/>
              <a:gd name="connsiteX37" fmla="*/ 2496256 w 5741575"/>
              <a:gd name="connsiteY37" fmla="*/ 452396 h 955271"/>
              <a:gd name="connsiteX38" fmla="*/ 2535387 w 5741575"/>
              <a:gd name="connsiteY38" fmla="*/ 436645 h 955271"/>
              <a:gd name="connsiteX39" fmla="*/ 2601109 w 5741575"/>
              <a:gd name="connsiteY39" fmla="*/ 410678 h 955271"/>
              <a:gd name="connsiteX40" fmla="*/ 2643855 w 5741575"/>
              <a:gd name="connsiteY40" fmla="*/ 374482 h 955271"/>
              <a:gd name="connsiteX41" fmla="*/ 2657726 w 5741575"/>
              <a:gd name="connsiteY41" fmla="*/ 365841 h 955271"/>
              <a:gd name="connsiteX42" fmla="*/ 2717296 w 5741575"/>
              <a:gd name="connsiteY42" fmla="*/ 362282 h 955271"/>
              <a:gd name="connsiteX43" fmla="*/ 2777227 w 5741575"/>
              <a:gd name="connsiteY43" fmla="*/ 368972 h 955271"/>
              <a:gd name="connsiteX44" fmla="*/ 2824768 w 5741575"/>
              <a:gd name="connsiteY44" fmla="*/ 361652 h 955271"/>
              <a:gd name="connsiteX45" fmla="*/ 2885545 w 5741575"/>
              <a:gd name="connsiteY45" fmla="*/ 372818 h 955271"/>
              <a:gd name="connsiteX46" fmla="*/ 3009558 w 5741575"/>
              <a:gd name="connsiteY46" fmla="*/ 370573 h 955271"/>
              <a:gd name="connsiteX47" fmla="*/ 3095010 w 5741575"/>
              <a:gd name="connsiteY47" fmla="*/ 332454 h 955271"/>
              <a:gd name="connsiteX48" fmla="*/ 3148998 w 5741575"/>
              <a:gd name="connsiteY48" fmla="*/ 315286 h 955271"/>
              <a:gd name="connsiteX49" fmla="*/ 3195264 w 5741575"/>
              <a:gd name="connsiteY49" fmla="*/ 293158 h 955271"/>
              <a:gd name="connsiteX50" fmla="*/ 3373785 w 5741575"/>
              <a:gd name="connsiteY50" fmla="*/ 255680 h 955271"/>
              <a:gd name="connsiteX51" fmla="*/ 3493851 w 5741575"/>
              <a:gd name="connsiteY51" fmla="*/ 240255 h 955271"/>
              <a:gd name="connsiteX52" fmla="*/ 3537470 w 5741575"/>
              <a:gd name="connsiteY52" fmla="*/ 241867 h 955271"/>
              <a:gd name="connsiteX53" fmla="*/ 3610489 w 5741575"/>
              <a:gd name="connsiteY53" fmla="*/ 244128 h 955271"/>
              <a:gd name="connsiteX54" fmla="*/ 3667539 w 5741575"/>
              <a:gd name="connsiteY54" fmla="*/ 263271 h 955271"/>
              <a:gd name="connsiteX55" fmla="*/ 3727614 w 5741575"/>
              <a:gd name="connsiteY55" fmla="*/ 258245 h 955271"/>
              <a:gd name="connsiteX56" fmla="*/ 3738369 w 5741575"/>
              <a:gd name="connsiteY56" fmla="*/ 234506 h 955271"/>
              <a:gd name="connsiteX57" fmla="*/ 3803670 w 5741575"/>
              <a:gd name="connsiteY57" fmla="*/ 236457 h 955271"/>
              <a:gd name="connsiteX58" fmla="*/ 3903080 w 5741575"/>
              <a:gd name="connsiteY58" fmla="*/ 241890 h 955271"/>
              <a:gd name="connsiteX59" fmla="*/ 4114838 w 5741575"/>
              <a:gd name="connsiteY59" fmla="*/ 238165 h 955271"/>
              <a:gd name="connsiteX60" fmla="*/ 4271023 w 5741575"/>
              <a:gd name="connsiteY60" fmla="*/ 241959 h 955271"/>
              <a:gd name="connsiteX61" fmla="*/ 4367397 w 5741575"/>
              <a:gd name="connsiteY61" fmla="*/ 271442 h 955271"/>
              <a:gd name="connsiteX62" fmla="*/ 4495366 w 5741575"/>
              <a:gd name="connsiteY62" fmla="*/ 271618 h 955271"/>
              <a:gd name="connsiteX63" fmla="*/ 4517347 w 5741575"/>
              <a:gd name="connsiteY63" fmla="*/ 275639 h 955271"/>
              <a:gd name="connsiteX64" fmla="*/ 4546116 w 5741575"/>
              <a:gd name="connsiteY64" fmla="*/ 268568 h 955271"/>
              <a:gd name="connsiteX65" fmla="*/ 4661259 w 5741575"/>
              <a:gd name="connsiteY65" fmla="*/ 238966 h 955271"/>
              <a:gd name="connsiteX66" fmla="*/ 4750403 w 5741575"/>
              <a:gd name="connsiteY66" fmla="*/ 204364 h 955271"/>
              <a:gd name="connsiteX67" fmla="*/ 4867614 w 5741575"/>
              <a:gd name="connsiteY67" fmla="*/ 208668 h 955271"/>
              <a:gd name="connsiteX68" fmla="*/ 4937036 w 5741575"/>
              <a:gd name="connsiteY68" fmla="*/ 195446 h 955271"/>
              <a:gd name="connsiteX69" fmla="*/ 5067740 w 5741575"/>
              <a:gd name="connsiteY69" fmla="*/ 172293 h 955271"/>
              <a:gd name="connsiteX70" fmla="*/ 5200247 w 5741575"/>
              <a:gd name="connsiteY70" fmla="*/ 142695 h 955271"/>
              <a:gd name="connsiteX71" fmla="*/ 5276878 w 5741575"/>
              <a:gd name="connsiteY71" fmla="*/ 125833 h 955271"/>
              <a:gd name="connsiteX72" fmla="*/ 5373216 w 5741575"/>
              <a:gd name="connsiteY72" fmla="*/ 111851 h 955271"/>
              <a:gd name="connsiteX73" fmla="*/ 5482354 w 5741575"/>
              <a:gd name="connsiteY73" fmla="*/ 69470 h 955271"/>
              <a:gd name="connsiteX74" fmla="*/ 5583280 w 5741575"/>
              <a:gd name="connsiteY74" fmla="*/ 49787 h 955271"/>
              <a:gd name="connsiteX75" fmla="*/ 5613766 w 5741575"/>
              <a:gd name="connsiteY75" fmla="*/ 41855 h 955271"/>
              <a:gd name="connsiteX76" fmla="*/ 5684952 w 5741575"/>
              <a:gd name="connsiteY76" fmla="*/ 26088 h 955271"/>
              <a:gd name="connsiteX77" fmla="*/ 5741575 w 5741575"/>
              <a:gd name="connsiteY77" fmla="*/ 0 h 955271"/>
              <a:gd name="connsiteX0" fmla="*/ 5741575 w 5741575"/>
              <a:gd name="connsiteY0" fmla="*/ 0 h 955271"/>
              <a:gd name="connsiteX1" fmla="*/ 5741575 w 5741575"/>
              <a:gd name="connsiteY1" fmla="*/ 955271 h 955271"/>
              <a:gd name="connsiteX2" fmla="*/ 0 w 5741575"/>
              <a:gd name="connsiteY2" fmla="*/ 955271 h 955271"/>
              <a:gd name="connsiteX3" fmla="*/ 8558 w 5741575"/>
              <a:gd name="connsiteY3" fmla="*/ 953971 h 955271"/>
              <a:gd name="connsiteX4" fmla="*/ 16894 w 5741575"/>
              <a:gd name="connsiteY4" fmla="*/ 953847 h 955271"/>
              <a:gd name="connsiteX5" fmla="*/ 28156 w 5741575"/>
              <a:gd name="connsiteY5" fmla="*/ 951374 h 955271"/>
              <a:gd name="connsiteX6" fmla="*/ 28293 w 5741575"/>
              <a:gd name="connsiteY6" fmla="*/ 950971 h 955271"/>
              <a:gd name="connsiteX7" fmla="*/ 59229 w 5741575"/>
              <a:gd name="connsiteY7" fmla="*/ 903950 h 955271"/>
              <a:gd name="connsiteX8" fmla="*/ 148657 w 5741575"/>
              <a:gd name="connsiteY8" fmla="*/ 898134 h 955271"/>
              <a:gd name="connsiteX9" fmla="*/ 174554 w 5741575"/>
              <a:gd name="connsiteY9" fmla="*/ 886351 h 955271"/>
              <a:gd name="connsiteX10" fmla="*/ 187633 w 5741575"/>
              <a:gd name="connsiteY10" fmla="*/ 878226 h 955271"/>
              <a:gd name="connsiteX11" fmla="*/ 187961 w 5741575"/>
              <a:gd name="connsiteY11" fmla="*/ 876538 h 955271"/>
              <a:gd name="connsiteX12" fmla="*/ 240501 w 5741575"/>
              <a:gd name="connsiteY12" fmla="*/ 873150 h 955271"/>
              <a:gd name="connsiteX13" fmla="*/ 246345 w 5741575"/>
              <a:gd name="connsiteY13" fmla="*/ 869942 h 955271"/>
              <a:gd name="connsiteX14" fmla="*/ 306299 w 5741575"/>
              <a:gd name="connsiteY14" fmla="*/ 873609 h 955271"/>
              <a:gd name="connsiteX15" fmla="*/ 331571 w 5741575"/>
              <a:gd name="connsiteY15" fmla="*/ 869866 h 955271"/>
              <a:gd name="connsiteX16" fmla="*/ 384157 w 5741575"/>
              <a:gd name="connsiteY16" fmla="*/ 867971 h 955271"/>
              <a:gd name="connsiteX17" fmla="*/ 477637 w 5741575"/>
              <a:gd name="connsiteY17" fmla="*/ 870334 h 955271"/>
              <a:gd name="connsiteX18" fmla="*/ 570239 w 5741575"/>
              <a:gd name="connsiteY18" fmla="*/ 829596 h 955271"/>
              <a:gd name="connsiteX19" fmla="*/ 772070 w 5741575"/>
              <a:gd name="connsiteY19" fmla="*/ 820296 h 955271"/>
              <a:gd name="connsiteX20" fmla="*/ 948872 w 5741575"/>
              <a:gd name="connsiteY20" fmla="*/ 772201 h 955271"/>
              <a:gd name="connsiteX21" fmla="*/ 1127089 w 5741575"/>
              <a:gd name="connsiteY21" fmla="*/ 746926 h 955271"/>
              <a:gd name="connsiteX22" fmla="*/ 1226314 w 5741575"/>
              <a:gd name="connsiteY22" fmla="*/ 722473 h 955271"/>
              <a:gd name="connsiteX23" fmla="*/ 1278773 w 5741575"/>
              <a:gd name="connsiteY23" fmla="*/ 711503 h 955271"/>
              <a:gd name="connsiteX24" fmla="*/ 1317691 w 5741575"/>
              <a:gd name="connsiteY24" fmla="*/ 708529 h 955271"/>
              <a:gd name="connsiteX25" fmla="*/ 1360404 w 5741575"/>
              <a:gd name="connsiteY25" fmla="*/ 675922 h 955271"/>
              <a:gd name="connsiteX26" fmla="*/ 1412292 w 5741575"/>
              <a:gd name="connsiteY26" fmla="*/ 670793 h 955271"/>
              <a:gd name="connsiteX27" fmla="*/ 1494753 w 5741575"/>
              <a:gd name="connsiteY27" fmla="*/ 644686 h 955271"/>
              <a:gd name="connsiteX28" fmla="*/ 1616217 w 5741575"/>
              <a:gd name="connsiteY28" fmla="*/ 622107 h 955271"/>
              <a:gd name="connsiteX29" fmla="*/ 1710928 w 5741575"/>
              <a:gd name="connsiteY29" fmla="*/ 600666 h 955271"/>
              <a:gd name="connsiteX30" fmla="*/ 1743718 w 5741575"/>
              <a:gd name="connsiteY30" fmla="*/ 584327 h 955271"/>
              <a:gd name="connsiteX31" fmla="*/ 1873778 w 5741575"/>
              <a:gd name="connsiteY31" fmla="*/ 530130 h 955271"/>
              <a:gd name="connsiteX32" fmla="*/ 1988411 w 5741575"/>
              <a:gd name="connsiteY32" fmla="*/ 491599 h 955271"/>
              <a:gd name="connsiteX33" fmla="*/ 2085507 w 5741575"/>
              <a:gd name="connsiteY33" fmla="*/ 498527 h 955271"/>
              <a:gd name="connsiteX34" fmla="*/ 2090767 w 5741575"/>
              <a:gd name="connsiteY34" fmla="*/ 490616 h 955271"/>
              <a:gd name="connsiteX35" fmla="*/ 2151143 w 5741575"/>
              <a:gd name="connsiteY35" fmla="*/ 478332 h 955271"/>
              <a:gd name="connsiteX36" fmla="*/ 2378710 w 5741575"/>
              <a:gd name="connsiteY36" fmla="*/ 477570 h 955271"/>
              <a:gd name="connsiteX37" fmla="*/ 2496256 w 5741575"/>
              <a:gd name="connsiteY37" fmla="*/ 452396 h 955271"/>
              <a:gd name="connsiteX38" fmla="*/ 2535387 w 5741575"/>
              <a:gd name="connsiteY38" fmla="*/ 436645 h 955271"/>
              <a:gd name="connsiteX39" fmla="*/ 2601109 w 5741575"/>
              <a:gd name="connsiteY39" fmla="*/ 410678 h 955271"/>
              <a:gd name="connsiteX40" fmla="*/ 2643855 w 5741575"/>
              <a:gd name="connsiteY40" fmla="*/ 374482 h 955271"/>
              <a:gd name="connsiteX41" fmla="*/ 2657726 w 5741575"/>
              <a:gd name="connsiteY41" fmla="*/ 365841 h 955271"/>
              <a:gd name="connsiteX42" fmla="*/ 2717296 w 5741575"/>
              <a:gd name="connsiteY42" fmla="*/ 362282 h 955271"/>
              <a:gd name="connsiteX43" fmla="*/ 2777227 w 5741575"/>
              <a:gd name="connsiteY43" fmla="*/ 368972 h 955271"/>
              <a:gd name="connsiteX44" fmla="*/ 2824768 w 5741575"/>
              <a:gd name="connsiteY44" fmla="*/ 361652 h 955271"/>
              <a:gd name="connsiteX45" fmla="*/ 2885545 w 5741575"/>
              <a:gd name="connsiteY45" fmla="*/ 372818 h 955271"/>
              <a:gd name="connsiteX46" fmla="*/ 3009558 w 5741575"/>
              <a:gd name="connsiteY46" fmla="*/ 370573 h 955271"/>
              <a:gd name="connsiteX47" fmla="*/ 3095010 w 5741575"/>
              <a:gd name="connsiteY47" fmla="*/ 332454 h 955271"/>
              <a:gd name="connsiteX48" fmla="*/ 3148998 w 5741575"/>
              <a:gd name="connsiteY48" fmla="*/ 315286 h 955271"/>
              <a:gd name="connsiteX49" fmla="*/ 3195264 w 5741575"/>
              <a:gd name="connsiteY49" fmla="*/ 293158 h 955271"/>
              <a:gd name="connsiteX50" fmla="*/ 3373785 w 5741575"/>
              <a:gd name="connsiteY50" fmla="*/ 255680 h 955271"/>
              <a:gd name="connsiteX51" fmla="*/ 3493851 w 5741575"/>
              <a:gd name="connsiteY51" fmla="*/ 240255 h 955271"/>
              <a:gd name="connsiteX52" fmla="*/ 3537470 w 5741575"/>
              <a:gd name="connsiteY52" fmla="*/ 241867 h 955271"/>
              <a:gd name="connsiteX53" fmla="*/ 3610489 w 5741575"/>
              <a:gd name="connsiteY53" fmla="*/ 244128 h 955271"/>
              <a:gd name="connsiteX54" fmla="*/ 3667539 w 5741575"/>
              <a:gd name="connsiteY54" fmla="*/ 263271 h 955271"/>
              <a:gd name="connsiteX55" fmla="*/ 3727614 w 5741575"/>
              <a:gd name="connsiteY55" fmla="*/ 258245 h 955271"/>
              <a:gd name="connsiteX56" fmla="*/ 3738369 w 5741575"/>
              <a:gd name="connsiteY56" fmla="*/ 234506 h 955271"/>
              <a:gd name="connsiteX57" fmla="*/ 3803670 w 5741575"/>
              <a:gd name="connsiteY57" fmla="*/ 236457 h 955271"/>
              <a:gd name="connsiteX58" fmla="*/ 3903080 w 5741575"/>
              <a:gd name="connsiteY58" fmla="*/ 241890 h 955271"/>
              <a:gd name="connsiteX59" fmla="*/ 4114838 w 5741575"/>
              <a:gd name="connsiteY59" fmla="*/ 238165 h 955271"/>
              <a:gd name="connsiteX60" fmla="*/ 4271023 w 5741575"/>
              <a:gd name="connsiteY60" fmla="*/ 241959 h 955271"/>
              <a:gd name="connsiteX61" fmla="*/ 4367397 w 5741575"/>
              <a:gd name="connsiteY61" fmla="*/ 271442 h 955271"/>
              <a:gd name="connsiteX62" fmla="*/ 4495366 w 5741575"/>
              <a:gd name="connsiteY62" fmla="*/ 271618 h 955271"/>
              <a:gd name="connsiteX63" fmla="*/ 4517347 w 5741575"/>
              <a:gd name="connsiteY63" fmla="*/ 275639 h 955271"/>
              <a:gd name="connsiteX64" fmla="*/ 4546116 w 5741575"/>
              <a:gd name="connsiteY64" fmla="*/ 268568 h 955271"/>
              <a:gd name="connsiteX65" fmla="*/ 4661259 w 5741575"/>
              <a:gd name="connsiteY65" fmla="*/ 238966 h 955271"/>
              <a:gd name="connsiteX66" fmla="*/ 4750403 w 5741575"/>
              <a:gd name="connsiteY66" fmla="*/ 204364 h 955271"/>
              <a:gd name="connsiteX67" fmla="*/ 4867614 w 5741575"/>
              <a:gd name="connsiteY67" fmla="*/ 208668 h 955271"/>
              <a:gd name="connsiteX68" fmla="*/ 4937036 w 5741575"/>
              <a:gd name="connsiteY68" fmla="*/ 195446 h 955271"/>
              <a:gd name="connsiteX69" fmla="*/ 5067740 w 5741575"/>
              <a:gd name="connsiteY69" fmla="*/ 172293 h 955271"/>
              <a:gd name="connsiteX70" fmla="*/ 5200247 w 5741575"/>
              <a:gd name="connsiteY70" fmla="*/ 142695 h 955271"/>
              <a:gd name="connsiteX71" fmla="*/ 5276878 w 5741575"/>
              <a:gd name="connsiteY71" fmla="*/ 125833 h 955271"/>
              <a:gd name="connsiteX72" fmla="*/ 5373216 w 5741575"/>
              <a:gd name="connsiteY72" fmla="*/ 111851 h 955271"/>
              <a:gd name="connsiteX73" fmla="*/ 5482354 w 5741575"/>
              <a:gd name="connsiteY73" fmla="*/ 69470 h 955271"/>
              <a:gd name="connsiteX74" fmla="*/ 5583280 w 5741575"/>
              <a:gd name="connsiteY74" fmla="*/ 49787 h 955271"/>
              <a:gd name="connsiteX75" fmla="*/ 5613766 w 5741575"/>
              <a:gd name="connsiteY75" fmla="*/ 41855 h 955271"/>
              <a:gd name="connsiteX76" fmla="*/ 5684952 w 5741575"/>
              <a:gd name="connsiteY76" fmla="*/ 26088 h 955271"/>
              <a:gd name="connsiteX77" fmla="*/ 5741575 w 5741575"/>
              <a:gd name="connsiteY77" fmla="*/ 0 h 9552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Lst>
            <a:rect l="l" t="t" r="r" b="b"/>
            <a:pathLst>
              <a:path w="5741575" h="955271">
                <a:moveTo>
                  <a:pt x="5741575" y="0"/>
                </a:moveTo>
                <a:lnTo>
                  <a:pt x="5741575" y="955271"/>
                </a:lnTo>
                <a:lnTo>
                  <a:pt x="0" y="955271"/>
                </a:lnTo>
                <a:lnTo>
                  <a:pt x="8558" y="953971"/>
                </a:lnTo>
                <a:lnTo>
                  <a:pt x="16894" y="953847"/>
                </a:lnTo>
                <a:cubicBezTo>
                  <a:pt x="22474" y="953361"/>
                  <a:pt x="25973" y="952524"/>
                  <a:pt x="28156" y="951374"/>
                </a:cubicBezTo>
                <a:cubicBezTo>
                  <a:pt x="28201" y="951240"/>
                  <a:pt x="28247" y="951105"/>
                  <a:pt x="28293" y="950971"/>
                </a:cubicBezTo>
                <a:lnTo>
                  <a:pt x="59229" y="903950"/>
                </a:lnTo>
                <a:cubicBezTo>
                  <a:pt x="79290" y="895144"/>
                  <a:pt x="126084" y="908630"/>
                  <a:pt x="148657" y="898134"/>
                </a:cubicBezTo>
                <a:cubicBezTo>
                  <a:pt x="172173" y="896348"/>
                  <a:pt x="191809" y="908449"/>
                  <a:pt x="174554" y="886351"/>
                </a:cubicBezTo>
                <a:cubicBezTo>
                  <a:pt x="182014" y="885083"/>
                  <a:pt x="185699" y="882087"/>
                  <a:pt x="187633" y="878226"/>
                </a:cubicBezTo>
                <a:cubicBezTo>
                  <a:pt x="187742" y="877663"/>
                  <a:pt x="187852" y="877101"/>
                  <a:pt x="187961" y="876538"/>
                </a:cubicBezTo>
                <a:lnTo>
                  <a:pt x="240501" y="873150"/>
                </a:lnTo>
                <a:lnTo>
                  <a:pt x="246345" y="869942"/>
                </a:lnTo>
                <a:lnTo>
                  <a:pt x="306299" y="873609"/>
                </a:lnTo>
                <a:cubicBezTo>
                  <a:pt x="312531" y="875279"/>
                  <a:pt x="320316" y="874896"/>
                  <a:pt x="331571" y="869866"/>
                </a:cubicBezTo>
                <a:lnTo>
                  <a:pt x="384157" y="867971"/>
                </a:lnTo>
                <a:lnTo>
                  <a:pt x="477637" y="870334"/>
                </a:lnTo>
                <a:cubicBezTo>
                  <a:pt x="485456" y="872042"/>
                  <a:pt x="563433" y="825458"/>
                  <a:pt x="570239" y="829596"/>
                </a:cubicBezTo>
                <a:cubicBezTo>
                  <a:pt x="641939" y="824282"/>
                  <a:pt x="685473" y="832029"/>
                  <a:pt x="772070" y="820296"/>
                </a:cubicBezTo>
                <a:cubicBezTo>
                  <a:pt x="833120" y="817018"/>
                  <a:pt x="871984" y="794388"/>
                  <a:pt x="948872" y="772201"/>
                </a:cubicBezTo>
                <a:cubicBezTo>
                  <a:pt x="1011630" y="801590"/>
                  <a:pt x="1039188" y="762914"/>
                  <a:pt x="1127089" y="746926"/>
                </a:cubicBezTo>
                <a:cubicBezTo>
                  <a:pt x="1186739" y="737882"/>
                  <a:pt x="1185110" y="732158"/>
                  <a:pt x="1226314" y="722473"/>
                </a:cubicBezTo>
                <a:cubicBezTo>
                  <a:pt x="1234331" y="718091"/>
                  <a:pt x="1271693" y="717214"/>
                  <a:pt x="1278773" y="711503"/>
                </a:cubicBezTo>
                <a:lnTo>
                  <a:pt x="1317691" y="708529"/>
                </a:lnTo>
                <a:lnTo>
                  <a:pt x="1360404" y="675922"/>
                </a:lnTo>
                <a:lnTo>
                  <a:pt x="1412292" y="670793"/>
                </a:lnTo>
                <a:lnTo>
                  <a:pt x="1494753" y="644686"/>
                </a:lnTo>
                <a:cubicBezTo>
                  <a:pt x="1542884" y="655944"/>
                  <a:pt x="1556151" y="606226"/>
                  <a:pt x="1616217" y="622107"/>
                </a:cubicBezTo>
                <a:cubicBezTo>
                  <a:pt x="1637755" y="624837"/>
                  <a:pt x="1701030" y="614257"/>
                  <a:pt x="1710928" y="600666"/>
                </a:cubicBezTo>
                <a:cubicBezTo>
                  <a:pt x="1723693" y="596072"/>
                  <a:pt x="1739861" y="597834"/>
                  <a:pt x="1743718" y="584327"/>
                </a:cubicBezTo>
                <a:cubicBezTo>
                  <a:pt x="1770860" y="572571"/>
                  <a:pt x="1832996" y="545585"/>
                  <a:pt x="1873778" y="530130"/>
                </a:cubicBezTo>
                <a:cubicBezTo>
                  <a:pt x="1902425" y="541995"/>
                  <a:pt x="1929013" y="504913"/>
                  <a:pt x="1988411" y="491599"/>
                </a:cubicBezTo>
                <a:cubicBezTo>
                  <a:pt x="2020077" y="505546"/>
                  <a:pt x="2028363" y="482381"/>
                  <a:pt x="2085507" y="498527"/>
                </a:cubicBezTo>
                <a:cubicBezTo>
                  <a:pt x="2086719" y="495769"/>
                  <a:pt x="2088490" y="493104"/>
                  <a:pt x="2090767" y="490616"/>
                </a:cubicBezTo>
                <a:cubicBezTo>
                  <a:pt x="2103992" y="476161"/>
                  <a:pt x="2131025" y="470659"/>
                  <a:pt x="2151143" y="478332"/>
                </a:cubicBezTo>
                <a:cubicBezTo>
                  <a:pt x="2240088" y="497642"/>
                  <a:pt x="2310118" y="483043"/>
                  <a:pt x="2378710" y="477570"/>
                </a:cubicBezTo>
                <a:cubicBezTo>
                  <a:pt x="2454975" y="467585"/>
                  <a:pt x="2391576" y="437831"/>
                  <a:pt x="2496256" y="452396"/>
                </a:cubicBezTo>
                <a:cubicBezTo>
                  <a:pt x="2501503" y="436899"/>
                  <a:pt x="2513119" y="433980"/>
                  <a:pt x="2535387" y="436645"/>
                </a:cubicBezTo>
                <a:cubicBezTo>
                  <a:pt x="2572084" y="430778"/>
                  <a:pt x="2557124" y="397207"/>
                  <a:pt x="2601109" y="410678"/>
                </a:cubicBezTo>
                <a:cubicBezTo>
                  <a:pt x="2588000" y="393616"/>
                  <a:pt x="2667428" y="390302"/>
                  <a:pt x="2643855" y="374482"/>
                </a:cubicBezTo>
                <a:cubicBezTo>
                  <a:pt x="2648277" y="369169"/>
                  <a:pt x="2645486" y="367874"/>
                  <a:pt x="2657726" y="365841"/>
                </a:cubicBezTo>
                <a:cubicBezTo>
                  <a:pt x="2669966" y="363808"/>
                  <a:pt x="2707566" y="363569"/>
                  <a:pt x="2717296" y="362282"/>
                </a:cubicBezTo>
                <a:lnTo>
                  <a:pt x="2777227" y="368972"/>
                </a:lnTo>
                <a:lnTo>
                  <a:pt x="2824768" y="361652"/>
                </a:lnTo>
                <a:lnTo>
                  <a:pt x="2885545" y="372818"/>
                </a:lnTo>
                <a:cubicBezTo>
                  <a:pt x="2905895" y="352581"/>
                  <a:pt x="2948591" y="377825"/>
                  <a:pt x="3009558" y="370573"/>
                </a:cubicBezTo>
                <a:cubicBezTo>
                  <a:pt x="3031640" y="347442"/>
                  <a:pt x="3050695" y="365935"/>
                  <a:pt x="3095010" y="332454"/>
                </a:cubicBezTo>
                <a:cubicBezTo>
                  <a:pt x="3097485" y="334582"/>
                  <a:pt x="3132289" y="321835"/>
                  <a:pt x="3148998" y="315286"/>
                </a:cubicBezTo>
                <a:cubicBezTo>
                  <a:pt x="3165707" y="308737"/>
                  <a:pt x="3180646" y="306766"/>
                  <a:pt x="3195264" y="293158"/>
                </a:cubicBezTo>
                <a:cubicBezTo>
                  <a:pt x="3267122" y="246372"/>
                  <a:pt x="3308286" y="273118"/>
                  <a:pt x="3373785" y="255680"/>
                </a:cubicBezTo>
                <a:cubicBezTo>
                  <a:pt x="3448540" y="239861"/>
                  <a:pt x="3405238" y="287846"/>
                  <a:pt x="3493851" y="240255"/>
                </a:cubicBezTo>
                <a:cubicBezTo>
                  <a:pt x="3506326" y="252723"/>
                  <a:pt x="3518405" y="251593"/>
                  <a:pt x="3537470" y="241867"/>
                </a:cubicBezTo>
                <a:cubicBezTo>
                  <a:pt x="3573967" y="235226"/>
                  <a:pt x="3576893" y="270855"/>
                  <a:pt x="3610489" y="244128"/>
                </a:cubicBezTo>
                <a:cubicBezTo>
                  <a:pt x="3606935" y="264036"/>
                  <a:pt x="3681284" y="241075"/>
                  <a:pt x="3667539" y="263271"/>
                </a:cubicBezTo>
                <a:cubicBezTo>
                  <a:pt x="3694251" y="276940"/>
                  <a:pt x="3701441" y="246803"/>
                  <a:pt x="3727614" y="258245"/>
                </a:cubicBezTo>
                <a:cubicBezTo>
                  <a:pt x="3754952" y="257751"/>
                  <a:pt x="3708960" y="240314"/>
                  <a:pt x="3738369" y="234506"/>
                </a:cubicBezTo>
                <a:cubicBezTo>
                  <a:pt x="3774580" y="230879"/>
                  <a:pt x="3768868" y="196201"/>
                  <a:pt x="3803670" y="236457"/>
                </a:cubicBezTo>
                <a:cubicBezTo>
                  <a:pt x="3839567" y="220301"/>
                  <a:pt x="3850064" y="239151"/>
                  <a:pt x="3903080" y="241890"/>
                </a:cubicBezTo>
                <a:cubicBezTo>
                  <a:pt x="3954941" y="242175"/>
                  <a:pt x="4053514" y="238154"/>
                  <a:pt x="4114838" y="238165"/>
                </a:cubicBezTo>
                <a:cubicBezTo>
                  <a:pt x="4173784" y="217210"/>
                  <a:pt x="4209756" y="243378"/>
                  <a:pt x="4271023" y="241959"/>
                </a:cubicBezTo>
                <a:cubicBezTo>
                  <a:pt x="4326191" y="205535"/>
                  <a:pt x="4316856" y="279258"/>
                  <a:pt x="4367397" y="271442"/>
                </a:cubicBezTo>
                <a:cubicBezTo>
                  <a:pt x="4420874" y="271391"/>
                  <a:pt x="4369000" y="295343"/>
                  <a:pt x="4495366" y="271618"/>
                </a:cubicBezTo>
                <a:cubicBezTo>
                  <a:pt x="4501905" y="266287"/>
                  <a:pt x="4518077" y="269240"/>
                  <a:pt x="4517347" y="275639"/>
                </a:cubicBezTo>
                <a:cubicBezTo>
                  <a:pt x="4525170" y="272832"/>
                  <a:pt x="4542809" y="258800"/>
                  <a:pt x="4546116" y="268568"/>
                </a:cubicBezTo>
                <a:cubicBezTo>
                  <a:pt x="4586961" y="265354"/>
                  <a:pt x="4626617" y="255160"/>
                  <a:pt x="4661259" y="238966"/>
                </a:cubicBezTo>
                <a:cubicBezTo>
                  <a:pt x="4741966" y="247639"/>
                  <a:pt x="4693066" y="205693"/>
                  <a:pt x="4750403" y="204364"/>
                </a:cubicBezTo>
                <a:cubicBezTo>
                  <a:pt x="4798501" y="219113"/>
                  <a:pt x="4813319" y="201253"/>
                  <a:pt x="4867614" y="208668"/>
                </a:cubicBezTo>
                <a:cubicBezTo>
                  <a:pt x="4881621" y="174373"/>
                  <a:pt x="4917566" y="206761"/>
                  <a:pt x="4937036" y="195446"/>
                </a:cubicBezTo>
                <a:cubicBezTo>
                  <a:pt x="4974214" y="229763"/>
                  <a:pt x="5033435" y="175163"/>
                  <a:pt x="5067740" y="172293"/>
                </a:cubicBezTo>
                <a:cubicBezTo>
                  <a:pt x="5126160" y="173265"/>
                  <a:pt x="5172786" y="183138"/>
                  <a:pt x="5200247" y="142695"/>
                </a:cubicBezTo>
                <a:cubicBezTo>
                  <a:pt x="5240970" y="141002"/>
                  <a:pt x="5240507" y="134755"/>
                  <a:pt x="5276878" y="125833"/>
                </a:cubicBezTo>
                <a:cubicBezTo>
                  <a:pt x="5316470" y="106736"/>
                  <a:pt x="5327221" y="110178"/>
                  <a:pt x="5373216" y="111851"/>
                </a:cubicBezTo>
                <a:cubicBezTo>
                  <a:pt x="5382801" y="84741"/>
                  <a:pt x="5419294" y="93078"/>
                  <a:pt x="5482354" y="69470"/>
                </a:cubicBezTo>
                <a:cubicBezTo>
                  <a:pt x="5507119" y="85574"/>
                  <a:pt x="5545363" y="52240"/>
                  <a:pt x="5583280" y="49787"/>
                </a:cubicBezTo>
                <a:cubicBezTo>
                  <a:pt x="5589344" y="36484"/>
                  <a:pt x="5598103" y="36349"/>
                  <a:pt x="5613766" y="41855"/>
                </a:cubicBezTo>
                <a:cubicBezTo>
                  <a:pt x="5636621" y="41086"/>
                  <a:pt x="5660728" y="35034"/>
                  <a:pt x="5684952" y="26088"/>
                </a:cubicBezTo>
                <a:lnTo>
                  <a:pt x="5741575" y="0"/>
                </a:lnTo>
                <a:close/>
              </a:path>
            </a:pathLst>
          </a:custGeom>
          <a:solidFill>
            <a:srgbClr val="82766A">
              <a:alpha val="15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Rectangle 6">
            <a:extLst>
              <a:ext uri="{FF2B5EF4-FFF2-40B4-BE49-F238E27FC236}">
                <a16:creationId xmlns:a16="http://schemas.microsoft.com/office/drawing/2014/main" id="{8D91DE60-2C2D-4D7E-A6B4-C9499017DE4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082623" y="6128773"/>
            <a:ext cx="1201506" cy="365125"/>
          </a:xfrm>
          <a:custGeom>
            <a:avLst/>
            <a:gdLst>
              <a:gd name="connsiteX0" fmla="*/ 0 w 2142503"/>
              <a:gd name="connsiteY0" fmla="*/ 0 h 571500"/>
              <a:gd name="connsiteX1" fmla="*/ 2142503 w 2142503"/>
              <a:gd name="connsiteY1" fmla="*/ 0 h 571500"/>
              <a:gd name="connsiteX2" fmla="*/ 2142503 w 2142503"/>
              <a:gd name="connsiteY2" fmla="*/ 571500 h 571500"/>
              <a:gd name="connsiteX3" fmla="*/ 0 w 2142503"/>
              <a:gd name="connsiteY3" fmla="*/ 571500 h 571500"/>
              <a:gd name="connsiteX4" fmla="*/ 0 w 2142503"/>
              <a:gd name="connsiteY4" fmla="*/ 0 h 571500"/>
              <a:gd name="connsiteX0" fmla="*/ 0 w 2142503"/>
              <a:gd name="connsiteY0" fmla="*/ 0 h 582145"/>
              <a:gd name="connsiteX1" fmla="*/ 2142503 w 2142503"/>
              <a:gd name="connsiteY1" fmla="*/ 0 h 582145"/>
              <a:gd name="connsiteX2" fmla="*/ 2142503 w 2142503"/>
              <a:gd name="connsiteY2" fmla="*/ 571500 h 582145"/>
              <a:gd name="connsiteX3" fmla="*/ 2050917 w 2142503"/>
              <a:gd name="connsiteY3" fmla="*/ 582088 h 582145"/>
              <a:gd name="connsiteX4" fmla="*/ 0 w 2142503"/>
              <a:gd name="connsiteY4" fmla="*/ 571500 h 582145"/>
              <a:gd name="connsiteX5" fmla="*/ 0 w 2142503"/>
              <a:gd name="connsiteY5" fmla="*/ 0 h 582145"/>
              <a:gd name="connsiteX0" fmla="*/ 0 w 2159832"/>
              <a:gd name="connsiteY0" fmla="*/ 0 h 582145"/>
              <a:gd name="connsiteX1" fmla="*/ 2142503 w 2159832"/>
              <a:gd name="connsiteY1" fmla="*/ 0 h 582145"/>
              <a:gd name="connsiteX2" fmla="*/ 2159829 w 2159832"/>
              <a:gd name="connsiteY2" fmla="*/ 96526 h 582145"/>
              <a:gd name="connsiteX3" fmla="*/ 2142503 w 2159832"/>
              <a:gd name="connsiteY3" fmla="*/ 571500 h 582145"/>
              <a:gd name="connsiteX4" fmla="*/ 2050917 w 2159832"/>
              <a:gd name="connsiteY4" fmla="*/ 582088 h 582145"/>
              <a:gd name="connsiteX5" fmla="*/ 0 w 2159832"/>
              <a:gd name="connsiteY5" fmla="*/ 571500 h 582145"/>
              <a:gd name="connsiteX6" fmla="*/ 0 w 2159832"/>
              <a:gd name="connsiteY6" fmla="*/ 0 h 582145"/>
              <a:gd name="connsiteX0" fmla="*/ 0 w 2159832"/>
              <a:gd name="connsiteY0" fmla="*/ 12386 h 594531"/>
              <a:gd name="connsiteX1" fmla="*/ 67826 w 2159832"/>
              <a:gd name="connsiteY1" fmla="*/ 0 h 594531"/>
              <a:gd name="connsiteX2" fmla="*/ 2142503 w 2159832"/>
              <a:gd name="connsiteY2" fmla="*/ 12386 h 594531"/>
              <a:gd name="connsiteX3" fmla="*/ 2159829 w 2159832"/>
              <a:gd name="connsiteY3" fmla="*/ 108912 h 594531"/>
              <a:gd name="connsiteX4" fmla="*/ 2142503 w 2159832"/>
              <a:gd name="connsiteY4" fmla="*/ 583886 h 594531"/>
              <a:gd name="connsiteX5" fmla="*/ 2050917 w 2159832"/>
              <a:gd name="connsiteY5" fmla="*/ 594474 h 594531"/>
              <a:gd name="connsiteX6" fmla="*/ 0 w 2159832"/>
              <a:gd name="connsiteY6" fmla="*/ 583886 h 594531"/>
              <a:gd name="connsiteX7" fmla="*/ 0 w 2159832"/>
              <a:gd name="connsiteY7" fmla="*/ 12386 h 594531"/>
              <a:gd name="connsiteX0" fmla="*/ 0 w 2168908"/>
              <a:gd name="connsiteY0" fmla="*/ 26000 h 594531"/>
              <a:gd name="connsiteX1" fmla="*/ 76902 w 2168908"/>
              <a:gd name="connsiteY1" fmla="*/ 0 h 594531"/>
              <a:gd name="connsiteX2" fmla="*/ 2151579 w 2168908"/>
              <a:gd name="connsiteY2" fmla="*/ 12386 h 594531"/>
              <a:gd name="connsiteX3" fmla="*/ 2168905 w 2168908"/>
              <a:gd name="connsiteY3" fmla="*/ 108912 h 594531"/>
              <a:gd name="connsiteX4" fmla="*/ 2151579 w 2168908"/>
              <a:gd name="connsiteY4" fmla="*/ 583886 h 594531"/>
              <a:gd name="connsiteX5" fmla="*/ 2059993 w 2168908"/>
              <a:gd name="connsiteY5" fmla="*/ 594474 h 594531"/>
              <a:gd name="connsiteX6" fmla="*/ 9076 w 2168908"/>
              <a:gd name="connsiteY6" fmla="*/ 583886 h 594531"/>
              <a:gd name="connsiteX7" fmla="*/ 0 w 2168908"/>
              <a:gd name="connsiteY7" fmla="*/ 26000 h 594531"/>
              <a:gd name="connsiteX0" fmla="*/ 5393 w 2174301"/>
              <a:gd name="connsiteY0" fmla="*/ 26000 h 594531"/>
              <a:gd name="connsiteX1" fmla="*/ 82295 w 2174301"/>
              <a:gd name="connsiteY1" fmla="*/ 0 h 594531"/>
              <a:gd name="connsiteX2" fmla="*/ 2156972 w 2174301"/>
              <a:gd name="connsiteY2" fmla="*/ 12386 h 594531"/>
              <a:gd name="connsiteX3" fmla="*/ 2174298 w 2174301"/>
              <a:gd name="connsiteY3" fmla="*/ 108912 h 594531"/>
              <a:gd name="connsiteX4" fmla="*/ 2156972 w 2174301"/>
              <a:gd name="connsiteY4" fmla="*/ 583886 h 594531"/>
              <a:gd name="connsiteX5" fmla="*/ 2065386 w 2174301"/>
              <a:gd name="connsiteY5" fmla="*/ 594474 h 594531"/>
              <a:gd name="connsiteX6" fmla="*/ 14469 w 2174301"/>
              <a:gd name="connsiteY6" fmla="*/ 583886 h 594531"/>
              <a:gd name="connsiteX7" fmla="*/ 5393 w 2174301"/>
              <a:gd name="connsiteY7" fmla="*/ 26000 h 594531"/>
              <a:gd name="connsiteX0" fmla="*/ 5393 w 2174301"/>
              <a:gd name="connsiteY0" fmla="*/ 26000 h 594531"/>
              <a:gd name="connsiteX1" fmla="*/ 82295 w 2174301"/>
              <a:gd name="connsiteY1" fmla="*/ 0 h 594531"/>
              <a:gd name="connsiteX2" fmla="*/ 2156972 w 2174301"/>
              <a:gd name="connsiteY2" fmla="*/ 12386 h 594531"/>
              <a:gd name="connsiteX3" fmla="*/ 2174298 w 2174301"/>
              <a:gd name="connsiteY3" fmla="*/ 108912 h 594531"/>
              <a:gd name="connsiteX4" fmla="*/ 2156972 w 2174301"/>
              <a:gd name="connsiteY4" fmla="*/ 583886 h 594531"/>
              <a:gd name="connsiteX5" fmla="*/ 2065386 w 2174301"/>
              <a:gd name="connsiteY5" fmla="*/ 594474 h 594531"/>
              <a:gd name="connsiteX6" fmla="*/ 14469 w 2174301"/>
              <a:gd name="connsiteY6" fmla="*/ 583886 h 594531"/>
              <a:gd name="connsiteX7" fmla="*/ 5393 w 2174301"/>
              <a:gd name="connsiteY7" fmla="*/ 26000 h 594531"/>
              <a:gd name="connsiteX0" fmla="*/ 5393 w 2174301"/>
              <a:gd name="connsiteY0" fmla="*/ 26000 h 594531"/>
              <a:gd name="connsiteX1" fmla="*/ 82295 w 2174301"/>
              <a:gd name="connsiteY1" fmla="*/ 0 h 594531"/>
              <a:gd name="connsiteX2" fmla="*/ 2156972 w 2174301"/>
              <a:gd name="connsiteY2" fmla="*/ 12386 h 594531"/>
              <a:gd name="connsiteX3" fmla="*/ 2174298 w 2174301"/>
              <a:gd name="connsiteY3" fmla="*/ 108912 h 594531"/>
              <a:gd name="connsiteX4" fmla="*/ 2156972 w 2174301"/>
              <a:gd name="connsiteY4" fmla="*/ 583886 h 594531"/>
              <a:gd name="connsiteX5" fmla="*/ 2065386 w 2174301"/>
              <a:gd name="connsiteY5" fmla="*/ 594474 h 594531"/>
              <a:gd name="connsiteX6" fmla="*/ 14469 w 2174301"/>
              <a:gd name="connsiteY6" fmla="*/ 583886 h 594531"/>
              <a:gd name="connsiteX7" fmla="*/ 5393 w 2174301"/>
              <a:gd name="connsiteY7" fmla="*/ 26000 h 594531"/>
              <a:gd name="connsiteX0" fmla="*/ 5393 w 2174301"/>
              <a:gd name="connsiteY0" fmla="*/ 26000 h 594531"/>
              <a:gd name="connsiteX1" fmla="*/ 82295 w 2174301"/>
              <a:gd name="connsiteY1" fmla="*/ 0 h 594531"/>
              <a:gd name="connsiteX2" fmla="*/ 2156972 w 2174301"/>
              <a:gd name="connsiteY2" fmla="*/ 12386 h 594531"/>
              <a:gd name="connsiteX3" fmla="*/ 2174298 w 2174301"/>
              <a:gd name="connsiteY3" fmla="*/ 108912 h 594531"/>
              <a:gd name="connsiteX4" fmla="*/ 2156972 w 2174301"/>
              <a:gd name="connsiteY4" fmla="*/ 583886 h 594531"/>
              <a:gd name="connsiteX5" fmla="*/ 2065386 w 2174301"/>
              <a:gd name="connsiteY5" fmla="*/ 594474 h 594531"/>
              <a:gd name="connsiteX6" fmla="*/ 14469 w 2174301"/>
              <a:gd name="connsiteY6" fmla="*/ 583886 h 594531"/>
              <a:gd name="connsiteX7" fmla="*/ 5393 w 2174301"/>
              <a:gd name="connsiteY7" fmla="*/ 26000 h 594531"/>
              <a:gd name="connsiteX0" fmla="*/ 147197 w 2316105"/>
              <a:gd name="connsiteY0" fmla="*/ 26000 h 594531"/>
              <a:gd name="connsiteX1" fmla="*/ 224099 w 2316105"/>
              <a:gd name="connsiteY1" fmla="*/ 0 h 594531"/>
              <a:gd name="connsiteX2" fmla="*/ 2298776 w 2316105"/>
              <a:gd name="connsiteY2" fmla="*/ 12386 h 594531"/>
              <a:gd name="connsiteX3" fmla="*/ 2316102 w 2316105"/>
              <a:gd name="connsiteY3" fmla="*/ 108912 h 594531"/>
              <a:gd name="connsiteX4" fmla="*/ 2298776 w 2316105"/>
              <a:gd name="connsiteY4" fmla="*/ 583886 h 594531"/>
              <a:gd name="connsiteX5" fmla="*/ 2207190 w 2316105"/>
              <a:gd name="connsiteY5" fmla="*/ 594474 h 594531"/>
              <a:gd name="connsiteX6" fmla="*/ 156273 w 2316105"/>
              <a:gd name="connsiteY6" fmla="*/ 583886 h 594531"/>
              <a:gd name="connsiteX7" fmla="*/ 142416 w 2316105"/>
              <a:gd name="connsiteY7" fmla="*/ 235975 h 594531"/>
              <a:gd name="connsiteX8" fmla="*/ 147197 w 2316105"/>
              <a:gd name="connsiteY8" fmla="*/ 26000 h 594531"/>
              <a:gd name="connsiteX0" fmla="*/ 154684 w 2323592"/>
              <a:gd name="connsiteY0" fmla="*/ 26000 h 594531"/>
              <a:gd name="connsiteX1" fmla="*/ 231586 w 2323592"/>
              <a:gd name="connsiteY1" fmla="*/ 0 h 594531"/>
              <a:gd name="connsiteX2" fmla="*/ 2306263 w 2323592"/>
              <a:gd name="connsiteY2" fmla="*/ 12386 h 594531"/>
              <a:gd name="connsiteX3" fmla="*/ 2323589 w 2323592"/>
              <a:gd name="connsiteY3" fmla="*/ 108912 h 594531"/>
              <a:gd name="connsiteX4" fmla="*/ 2306263 w 2323592"/>
              <a:gd name="connsiteY4" fmla="*/ 583886 h 594531"/>
              <a:gd name="connsiteX5" fmla="*/ 2214677 w 2323592"/>
              <a:gd name="connsiteY5" fmla="*/ 594474 h 594531"/>
              <a:gd name="connsiteX6" fmla="*/ 163760 w 2323592"/>
              <a:gd name="connsiteY6" fmla="*/ 583886 h 594531"/>
              <a:gd name="connsiteX7" fmla="*/ 158979 w 2323592"/>
              <a:gd name="connsiteY7" fmla="*/ 403879 h 594531"/>
              <a:gd name="connsiteX8" fmla="*/ 149903 w 2323592"/>
              <a:gd name="connsiteY8" fmla="*/ 235975 h 594531"/>
              <a:gd name="connsiteX9" fmla="*/ 154684 w 2323592"/>
              <a:gd name="connsiteY9" fmla="*/ 26000 h 594531"/>
              <a:gd name="connsiteX0" fmla="*/ 13665 w 2182573"/>
              <a:gd name="connsiteY0" fmla="*/ 26000 h 594531"/>
              <a:gd name="connsiteX1" fmla="*/ 90567 w 2182573"/>
              <a:gd name="connsiteY1" fmla="*/ 0 h 594531"/>
              <a:gd name="connsiteX2" fmla="*/ 2165244 w 2182573"/>
              <a:gd name="connsiteY2" fmla="*/ 12386 h 594531"/>
              <a:gd name="connsiteX3" fmla="*/ 2182570 w 2182573"/>
              <a:gd name="connsiteY3" fmla="*/ 108912 h 594531"/>
              <a:gd name="connsiteX4" fmla="*/ 2165244 w 2182573"/>
              <a:gd name="connsiteY4" fmla="*/ 583886 h 594531"/>
              <a:gd name="connsiteX5" fmla="*/ 2073658 w 2182573"/>
              <a:gd name="connsiteY5" fmla="*/ 594474 h 594531"/>
              <a:gd name="connsiteX6" fmla="*/ 22741 w 2182573"/>
              <a:gd name="connsiteY6" fmla="*/ 583886 h 594531"/>
              <a:gd name="connsiteX7" fmla="*/ 17960 w 2182573"/>
              <a:gd name="connsiteY7" fmla="*/ 403879 h 594531"/>
              <a:gd name="connsiteX8" fmla="*/ 8884 w 2182573"/>
              <a:gd name="connsiteY8" fmla="*/ 235975 h 594531"/>
              <a:gd name="connsiteX9" fmla="*/ 13665 w 2182573"/>
              <a:gd name="connsiteY9" fmla="*/ 26000 h 594531"/>
              <a:gd name="connsiteX0" fmla="*/ 13665 w 2202120"/>
              <a:gd name="connsiteY0" fmla="*/ 26000 h 594531"/>
              <a:gd name="connsiteX1" fmla="*/ 90567 w 2202120"/>
              <a:gd name="connsiteY1" fmla="*/ 0 h 594531"/>
              <a:gd name="connsiteX2" fmla="*/ 2165244 w 2202120"/>
              <a:gd name="connsiteY2" fmla="*/ 12386 h 594531"/>
              <a:gd name="connsiteX3" fmla="*/ 2182570 w 2202120"/>
              <a:gd name="connsiteY3" fmla="*/ 108912 h 594531"/>
              <a:gd name="connsiteX4" fmla="*/ 2192471 w 2202120"/>
              <a:gd name="connsiteY4" fmla="*/ 583886 h 594531"/>
              <a:gd name="connsiteX5" fmla="*/ 2073658 w 2202120"/>
              <a:gd name="connsiteY5" fmla="*/ 594474 h 594531"/>
              <a:gd name="connsiteX6" fmla="*/ 22741 w 2202120"/>
              <a:gd name="connsiteY6" fmla="*/ 583886 h 594531"/>
              <a:gd name="connsiteX7" fmla="*/ 17960 w 2202120"/>
              <a:gd name="connsiteY7" fmla="*/ 403879 h 594531"/>
              <a:gd name="connsiteX8" fmla="*/ 8884 w 2202120"/>
              <a:gd name="connsiteY8" fmla="*/ 235975 h 594531"/>
              <a:gd name="connsiteX9" fmla="*/ 13665 w 2202120"/>
              <a:gd name="connsiteY9" fmla="*/ 26000 h 594531"/>
              <a:gd name="connsiteX0" fmla="*/ 13665 w 2202036"/>
              <a:gd name="connsiteY0" fmla="*/ 26000 h 594531"/>
              <a:gd name="connsiteX1" fmla="*/ 90567 w 2202036"/>
              <a:gd name="connsiteY1" fmla="*/ 0 h 594531"/>
              <a:gd name="connsiteX2" fmla="*/ 2165244 w 2202036"/>
              <a:gd name="connsiteY2" fmla="*/ 12386 h 594531"/>
              <a:gd name="connsiteX3" fmla="*/ 2182570 w 2202036"/>
              <a:gd name="connsiteY3" fmla="*/ 108912 h 594531"/>
              <a:gd name="connsiteX4" fmla="*/ 2191645 w 2202036"/>
              <a:gd name="connsiteY4" fmla="*/ 422031 h 594531"/>
              <a:gd name="connsiteX5" fmla="*/ 2192471 w 2202036"/>
              <a:gd name="connsiteY5" fmla="*/ 583886 h 594531"/>
              <a:gd name="connsiteX6" fmla="*/ 2073658 w 2202036"/>
              <a:gd name="connsiteY6" fmla="*/ 594474 h 594531"/>
              <a:gd name="connsiteX7" fmla="*/ 22741 w 2202036"/>
              <a:gd name="connsiteY7" fmla="*/ 583886 h 594531"/>
              <a:gd name="connsiteX8" fmla="*/ 17960 w 2202036"/>
              <a:gd name="connsiteY8" fmla="*/ 403879 h 594531"/>
              <a:gd name="connsiteX9" fmla="*/ 8884 w 2202036"/>
              <a:gd name="connsiteY9" fmla="*/ 235975 h 594531"/>
              <a:gd name="connsiteX10" fmla="*/ 13665 w 2202036"/>
              <a:gd name="connsiteY10" fmla="*/ 26000 h 594531"/>
              <a:gd name="connsiteX0" fmla="*/ 142254 w 2330625"/>
              <a:gd name="connsiteY0" fmla="*/ 26000 h 594531"/>
              <a:gd name="connsiteX1" fmla="*/ 219156 w 2330625"/>
              <a:gd name="connsiteY1" fmla="*/ 0 h 594531"/>
              <a:gd name="connsiteX2" fmla="*/ 2293833 w 2330625"/>
              <a:gd name="connsiteY2" fmla="*/ 12386 h 594531"/>
              <a:gd name="connsiteX3" fmla="*/ 2311159 w 2330625"/>
              <a:gd name="connsiteY3" fmla="*/ 108912 h 594531"/>
              <a:gd name="connsiteX4" fmla="*/ 2320234 w 2330625"/>
              <a:gd name="connsiteY4" fmla="*/ 422031 h 594531"/>
              <a:gd name="connsiteX5" fmla="*/ 2321060 w 2330625"/>
              <a:gd name="connsiteY5" fmla="*/ 583886 h 594531"/>
              <a:gd name="connsiteX6" fmla="*/ 2202247 w 2330625"/>
              <a:gd name="connsiteY6" fmla="*/ 594474 h 594531"/>
              <a:gd name="connsiteX7" fmla="*/ 151330 w 2330625"/>
              <a:gd name="connsiteY7" fmla="*/ 583886 h 594531"/>
              <a:gd name="connsiteX8" fmla="*/ 155624 w 2330625"/>
              <a:gd name="connsiteY8" fmla="*/ 512790 h 594531"/>
              <a:gd name="connsiteX9" fmla="*/ 146549 w 2330625"/>
              <a:gd name="connsiteY9" fmla="*/ 403879 h 594531"/>
              <a:gd name="connsiteX10" fmla="*/ 137473 w 2330625"/>
              <a:gd name="connsiteY10" fmla="*/ 235975 h 594531"/>
              <a:gd name="connsiteX11" fmla="*/ 142254 w 2330625"/>
              <a:gd name="connsiteY11" fmla="*/ 26000 h 594531"/>
              <a:gd name="connsiteX0" fmla="*/ 13413 w 2201784"/>
              <a:gd name="connsiteY0" fmla="*/ 26000 h 594531"/>
              <a:gd name="connsiteX1" fmla="*/ 90315 w 2201784"/>
              <a:gd name="connsiteY1" fmla="*/ 0 h 594531"/>
              <a:gd name="connsiteX2" fmla="*/ 2164992 w 2201784"/>
              <a:gd name="connsiteY2" fmla="*/ 12386 h 594531"/>
              <a:gd name="connsiteX3" fmla="*/ 2182318 w 2201784"/>
              <a:gd name="connsiteY3" fmla="*/ 108912 h 594531"/>
              <a:gd name="connsiteX4" fmla="*/ 2191393 w 2201784"/>
              <a:gd name="connsiteY4" fmla="*/ 422031 h 594531"/>
              <a:gd name="connsiteX5" fmla="*/ 2192219 w 2201784"/>
              <a:gd name="connsiteY5" fmla="*/ 583886 h 594531"/>
              <a:gd name="connsiteX6" fmla="*/ 2073406 w 2201784"/>
              <a:gd name="connsiteY6" fmla="*/ 594474 h 594531"/>
              <a:gd name="connsiteX7" fmla="*/ 22489 w 2201784"/>
              <a:gd name="connsiteY7" fmla="*/ 583886 h 594531"/>
              <a:gd name="connsiteX8" fmla="*/ 26783 w 2201784"/>
              <a:gd name="connsiteY8" fmla="*/ 512790 h 594531"/>
              <a:gd name="connsiteX9" fmla="*/ 17708 w 2201784"/>
              <a:gd name="connsiteY9" fmla="*/ 403879 h 594531"/>
              <a:gd name="connsiteX10" fmla="*/ 8632 w 2201784"/>
              <a:gd name="connsiteY10" fmla="*/ 235975 h 594531"/>
              <a:gd name="connsiteX11" fmla="*/ 13413 w 2201784"/>
              <a:gd name="connsiteY11" fmla="*/ 26000 h 5945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201784" h="594531">
                <a:moveTo>
                  <a:pt x="13413" y="26000"/>
                </a:moveTo>
                <a:cubicBezTo>
                  <a:pt x="37534" y="24897"/>
                  <a:pt x="66194" y="1103"/>
                  <a:pt x="90315" y="0"/>
                </a:cubicBezTo>
                <a:lnTo>
                  <a:pt x="2164992" y="12386"/>
                </a:lnTo>
                <a:cubicBezTo>
                  <a:pt x="2164717" y="43049"/>
                  <a:pt x="2182593" y="78249"/>
                  <a:pt x="2182318" y="108912"/>
                </a:cubicBezTo>
                <a:cubicBezTo>
                  <a:pt x="2188231" y="177186"/>
                  <a:pt x="2189743" y="342869"/>
                  <a:pt x="2191393" y="422031"/>
                </a:cubicBezTo>
                <a:cubicBezTo>
                  <a:pt x="2193043" y="501193"/>
                  <a:pt x="2213396" y="555146"/>
                  <a:pt x="2192219" y="583886"/>
                </a:cubicBezTo>
                <a:cubicBezTo>
                  <a:pt x="2172279" y="582877"/>
                  <a:pt x="2093346" y="595483"/>
                  <a:pt x="2073406" y="594474"/>
                </a:cubicBezTo>
                <a:lnTo>
                  <a:pt x="22489" y="583886"/>
                </a:lnTo>
                <a:cubicBezTo>
                  <a:pt x="5849" y="592962"/>
                  <a:pt x="27580" y="542791"/>
                  <a:pt x="26783" y="512790"/>
                </a:cubicBezTo>
                <a:cubicBezTo>
                  <a:pt x="25986" y="482789"/>
                  <a:pt x="18464" y="450015"/>
                  <a:pt x="17708" y="403879"/>
                </a:cubicBezTo>
                <a:cubicBezTo>
                  <a:pt x="16952" y="357743"/>
                  <a:pt x="-14855" y="308787"/>
                  <a:pt x="8632" y="235975"/>
                </a:cubicBezTo>
                <a:cubicBezTo>
                  <a:pt x="7119" y="142994"/>
                  <a:pt x="-201" y="65329"/>
                  <a:pt x="13413" y="26000"/>
                </a:cubicBezTo>
                <a:close/>
              </a:path>
            </a:pathLst>
          </a:custGeom>
          <a:solidFill>
            <a:srgbClr val="D9D4D0">
              <a:alpha val="50000"/>
            </a:srgbClr>
          </a:solidFill>
          <a:ln>
            <a:noFill/>
          </a:ln>
          <a:effectLst>
            <a:softEdge rad="635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294719977"/>
      </p:ext>
    </p:extLst>
  </p:cSld>
  <p:clrMapOvr>
    <a:masterClrMapping/>
  </p:clrMapOvr>
  <p:transition>
    <p:fade/>
  </p:transition>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4" name="Rectangle 23">
            <a:extLst>
              <a:ext uri="{FF2B5EF4-FFF2-40B4-BE49-F238E27FC236}">
                <a16:creationId xmlns:a16="http://schemas.microsoft.com/office/drawing/2014/main" id="{10EB215C-7839-4CEA-AA02-B8F7755F9CE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Freeform: Shape 25">
            <a:extLst>
              <a:ext uri="{FF2B5EF4-FFF2-40B4-BE49-F238E27FC236}">
                <a16:creationId xmlns:a16="http://schemas.microsoft.com/office/drawing/2014/main" id="{91011C6D-05BE-4D99-8C11-A0E478B1299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0915134" cy="2251389"/>
          </a:xfrm>
          <a:custGeom>
            <a:avLst/>
            <a:gdLst>
              <a:gd name="connsiteX0" fmla="*/ 0 w 10915134"/>
              <a:gd name="connsiteY0" fmla="*/ 0 h 2251389"/>
              <a:gd name="connsiteX1" fmla="*/ 10915134 w 10915134"/>
              <a:gd name="connsiteY1" fmla="*/ 0 h 2251389"/>
              <a:gd name="connsiteX2" fmla="*/ 10882980 w 10915134"/>
              <a:gd name="connsiteY2" fmla="*/ 49990 h 2251389"/>
              <a:gd name="connsiteX3" fmla="*/ 10834795 w 10915134"/>
              <a:gd name="connsiteY3" fmla="*/ 110024 h 2251389"/>
              <a:gd name="connsiteX4" fmla="*/ 10738392 w 10915134"/>
              <a:gd name="connsiteY4" fmla="*/ 165813 h 2251389"/>
              <a:gd name="connsiteX5" fmla="*/ 10633692 w 10915134"/>
              <a:gd name="connsiteY5" fmla="*/ 209264 h 2251389"/>
              <a:gd name="connsiteX6" fmla="*/ 10586800 w 10915134"/>
              <a:gd name="connsiteY6" fmla="*/ 239716 h 2251389"/>
              <a:gd name="connsiteX7" fmla="*/ 10501658 w 10915134"/>
              <a:gd name="connsiteY7" fmla="*/ 307174 h 2251389"/>
              <a:gd name="connsiteX8" fmla="*/ 10404067 w 10915134"/>
              <a:gd name="connsiteY8" fmla="*/ 412395 h 2251389"/>
              <a:gd name="connsiteX9" fmla="*/ 10380953 w 10915134"/>
              <a:gd name="connsiteY9" fmla="*/ 472334 h 2251389"/>
              <a:gd name="connsiteX10" fmla="*/ 10341416 w 10915134"/>
              <a:gd name="connsiteY10" fmla="*/ 504774 h 2251389"/>
              <a:gd name="connsiteX11" fmla="*/ 10326329 w 10915134"/>
              <a:gd name="connsiteY11" fmla="*/ 523459 h 2251389"/>
              <a:gd name="connsiteX12" fmla="*/ 10298289 w 10915134"/>
              <a:gd name="connsiteY12" fmla="*/ 532173 h 2251389"/>
              <a:gd name="connsiteX13" fmla="*/ 10243127 w 10915134"/>
              <a:gd name="connsiteY13" fmla="*/ 540715 h 2251389"/>
              <a:gd name="connsiteX14" fmla="*/ 10141243 w 10915134"/>
              <a:gd name="connsiteY14" fmla="*/ 592343 h 2251389"/>
              <a:gd name="connsiteX15" fmla="*/ 9940352 w 10915134"/>
              <a:gd name="connsiteY15" fmla="*/ 631518 h 2251389"/>
              <a:gd name="connsiteX16" fmla="*/ 9836226 w 10915134"/>
              <a:gd name="connsiteY16" fmla="*/ 660496 h 2251389"/>
              <a:gd name="connsiteX17" fmla="*/ 9686899 w 10915134"/>
              <a:gd name="connsiteY17" fmla="*/ 683782 h 2251389"/>
              <a:gd name="connsiteX18" fmla="*/ 9578209 w 10915134"/>
              <a:gd name="connsiteY18" fmla="*/ 709781 h 2251389"/>
              <a:gd name="connsiteX19" fmla="*/ 9437298 w 10915134"/>
              <a:gd name="connsiteY19" fmla="*/ 757337 h 2251389"/>
              <a:gd name="connsiteX20" fmla="*/ 9435498 w 10915134"/>
              <a:gd name="connsiteY20" fmla="*/ 759689 h 2251389"/>
              <a:gd name="connsiteX21" fmla="*/ 9413910 w 10915134"/>
              <a:gd name="connsiteY21" fmla="*/ 764531 h 2251389"/>
              <a:gd name="connsiteX22" fmla="*/ 9361370 w 10915134"/>
              <a:gd name="connsiteY22" fmla="*/ 760593 h 2251389"/>
              <a:gd name="connsiteX23" fmla="*/ 9356626 w 10915134"/>
              <a:gd name="connsiteY23" fmla="*/ 764594 h 2251389"/>
              <a:gd name="connsiteX24" fmla="*/ 9311281 w 10915134"/>
              <a:gd name="connsiteY24" fmla="*/ 769260 h 2251389"/>
              <a:gd name="connsiteX25" fmla="*/ 9311173 w 10915134"/>
              <a:gd name="connsiteY25" fmla="*/ 771337 h 2251389"/>
              <a:gd name="connsiteX26" fmla="*/ 9300658 w 10915134"/>
              <a:gd name="connsiteY26" fmla="*/ 781452 h 2251389"/>
              <a:gd name="connsiteX27" fmla="*/ 9279376 w 10915134"/>
              <a:gd name="connsiteY27" fmla="*/ 796188 h 2251389"/>
              <a:gd name="connsiteX28" fmla="*/ 9189502 w 10915134"/>
              <a:gd name="connsiteY28" fmla="*/ 860175 h 2251389"/>
              <a:gd name="connsiteX29" fmla="*/ 9180260 w 10915134"/>
              <a:gd name="connsiteY29" fmla="*/ 862300 h 2251389"/>
              <a:gd name="connsiteX30" fmla="*/ 9180186 w 10915134"/>
              <a:gd name="connsiteY30" fmla="*/ 862799 h 2251389"/>
              <a:gd name="connsiteX31" fmla="*/ 9170652 w 10915134"/>
              <a:gd name="connsiteY31" fmla="*/ 865945 h 2251389"/>
              <a:gd name="connsiteX32" fmla="*/ 9145484 w 10915134"/>
              <a:gd name="connsiteY32" fmla="*/ 870300 h 2251389"/>
              <a:gd name="connsiteX33" fmla="*/ 9140031 w 10915134"/>
              <a:gd name="connsiteY33" fmla="*/ 874741 h 2251389"/>
              <a:gd name="connsiteX34" fmla="*/ 9138892 w 10915134"/>
              <a:gd name="connsiteY34" fmla="*/ 880860 h 2251389"/>
              <a:gd name="connsiteX35" fmla="*/ 9107257 w 10915134"/>
              <a:gd name="connsiteY35" fmla="*/ 903704 h 2251389"/>
              <a:gd name="connsiteX36" fmla="*/ 9034880 w 10915134"/>
              <a:gd name="connsiteY36" fmla="*/ 948837 h 2251389"/>
              <a:gd name="connsiteX37" fmla="*/ 8950600 w 10915134"/>
              <a:gd name="connsiteY37" fmla="*/ 994853 h 2251389"/>
              <a:gd name="connsiteX38" fmla="*/ 8753014 w 10915134"/>
              <a:gd name="connsiteY38" fmla="*/ 1118658 h 2251389"/>
              <a:gd name="connsiteX39" fmla="*/ 8581094 w 10915134"/>
              <a:gd name="connsiteY39" fmla="*/ 1153261 h 2251389"/>
              <a:gd name="connsiteX40" fmla="*/ 8498175 w 10915134"/>
              <a:gd name="connsiteY40" fmla="*/ 1187969 h 2251389"/>
              <a:gd name="connsiteX41" fmla="*/ 8448788 w 10915134"/>
              <a:gd name="connsiteY41" fmla="*/ 1206463 h 2251389"/>
              <a:gd name="connsiteX42" fmla="*/ 8367996 w 10915134"/>
              <a:gd name="connsiteY42" fmla="*/ 1232783 h 2251389"/>
              <a:gd name="connsiteX43" fmla="*/ 8367423 w 10915134"/>
              <a:gd name="connsiteY43" fmla="*/ 1238278 h 2251389"/>
              <a:gd name="connsiteX44" fmla="*/ 8359640 w 10915134"/>
              <a:gd name="connsiteY44" fmla="*/ 1246782 h 2251389"/>
              <a:gd name="connsiteX45" fmla="*/ 8346100 w 10915134"/>
              <a:gd name="connsiteY45" fmla="*/ 1266142 h 2251389"/>
              <a:gd name="connsiteX46" fmla="*/ 8318833 w 10915134"/>
              <a:gd name="connsiteY46" fmla="*/ 1292714 h 2251389"/>
              <a:gd name="connsiteX47" fmla="*/ 8317719 w 10915134"/>
              <a:gd name="connsiteY47" fmla="*/ 1291904 h 2251389"/>
              <a:gd name="connsiteX48" fmla="*/ 8307730 w 10915134"/>
              <a:gd name="connsiteY48" fmla="*/ 1293984 h 2251389"/>
              <a:gd name="connsiteX49" fmla="*/ 8240756 w 10915134"/>
              <a:gd name="connsiteY49" fmla="*/ 1301537 h 2251389"/>
              <a:gd name="connsiteX50" fmla="*/ 8216639 w 10915134"/>
              <a:gd name="connsiteY50" fmla="*/ 1327887 h 2251389"/>
              <a:gd name="connsiteX51" fmla="*/ 8211337 w 10915134"/>
              <a:gd name="connsiteY51" fmla="*/ 1332570 h 2251389"/>
              <a:gd name="connsiteX52" fmla="*/ 8211048 w 10915134"/>
              <a:gd name="connsiteY52" fmla="*/ 1332403 h 2251389"/>
              <a:gd name="connsiteX53" fmla="*/ 8205085 w 10915134"/>
              <a:gd name="connsiteY53" fmla="*/ 1336831 h 2251389"/>
              <a:gd name="connsiteX54" fmla="*/ 8137554 w 10915134"/>
              <a:gd name="connsiteY54" fmla="*/ 1342145 h 2251389"/>
              <a:gd name="connsiteX55" fmla="*/ 8054564 w 10915134"/>
              <a:gd name="connsiteY55" fmla="*/ 1367911 h 2251389"/>
              <a:gd name="connsiteX56" fmla="*/ 7973237 w 10915134"/>
              <a:gd name="connsiteY56" fmla="*/ 1397544 h 2251389"/>
              <a:gd name="connsiteX57" fmla="*/ 7944198 w 10915134"/>
              <a:gd name="connsiteY57" fmla="*/ 1410276 h 2251389"/>
              <a:gd name="connsiteX58" fmla="*/ 7890643 w 10915134"/>
              <a:gd name="connsiteY58" fmla="*/ 1424144 h 2251389"/>
              <a:gd name="connsiteX59" fmla="*/ 7864997 w 10915134"/>
              <a:gd name="connsiteY59" fmla="*/ 1425023 h 2251389"/>
              <a:gd name="connsiteX60" fmla="*/ 7864067 w 10915134"/>
              <a:gd name="connsiteY60" fmla="*/ 1426002 h 2251389"/>
              <a:gd name="connsiteX61" fmla="*/ 7861153 w 10915134"/>
              <a:gd name="connsiteY61" fmla="*/ 1423038 h 2251389"/>
              <a:gd name="connsiteX62" fmla="*/ 7844586 w 10915134"/>
              <a:gd name="connsiteY62" fmla="*/ 1429169 h 2251389"/>
              <a:gd name="connsiteX63" fmla="*/ 7840350 w 10915134"/>
              <a:gd name="connsiteY63" fmla="*/ 1432451 h 2251389"/>
              <a:gd name="connsiteX64" fmla="*/ 7833722 w 10915134"/>
              <a:gd name="connsiteY64" fmla="*/ 1435148 h 2251389"/>
              <a:gd name="connsiteX65" fmla="*/ 7833492 w 10915134"/>
              <a:gd name="connsiteY65" fmla="*/ 1434901 h 2251389"/>
              <a:gd name="connsiteX66" fmla="*/ 7827413 w 10915134"/>
              <a:gd name="connsiteY66" fmla="*/ 1438043 h 2251389"/>
              <a:gd name="connsiteX67" fmla="*/ 7798463 w 10915134"/>
              <a:gd name="connsiteY67" fmla="*/ 1457407 h 2251389"/>
              <a:gd name="connsiteX68" fmla="*/ 7759015 w 10915134"/>
              <a:gd name="connsiteY68" fmla="*/ 1458666 h 2251389"/>
              <a:gd name="connsiteX69" fmla="*/ 7752684 w 10915134"/>
              <a:gd name="connsiteY69" fmla="*/ 1444792 h 2251389"/>
              <a:gd name="connsiteX70" fmla="*/ 7747867 w 10915134"/>
              <a:gd name="connsiteY70" fmla="*/ 1447976 h 2251389"/>
              <a:gd name="connsiteX71" fmla="*/ 7738750 w 10915134"/>
              <a:gd name="connsiteY71" fmla="*/ 1456574 h 2251389"/>
              <a:gd name="connsiteX72" fmla="*/ 7735619 w 10915134"/>
              <a:gd name="connsiteY72" fmla="*/ 1456320 h 2251389"/>
              <a:gd name="connsiteX73" fmla="*/ 7705072 w 10915134"/>
              <a:gd name="connsiteY73" fmla="*/ 1465768 h 2251389"/>
              <a:gd name="connsiteX74" fmla="*/ 7696073 w 10915134"/>
              <a:gd name="connsiteY74" fmla="*/ 1462212 h 2251389"/>
              <a:gd name="connsiteX75" fmla="*/ 7692096 w 10915134"/>
              <a:gd name="connsiteY75" fmla="*/ 1462163 h 2251389"/>
              <a:gd name="connsiteX76" fmla="*/ 7674689 w 10915134"/>
              <a:gd name="connsiteY76" fmla="*/ 1477613 h 2251389"/>
              <a:gd name="connsiteX77" fmla="*/ 7665348 w 10915134"/>
              <a:gd name="connsiteY77" fmla="*/ 1483862 h 2251389"/>
              <a:gd name="connsiteX78" fmla="*/ 7606276 w 10915134"/>
              <a:gd name="connsiteY78" fmla="*/ 1538521 h 2251389"/>
              <a:gd name="connsiteX79" fmla="*/ 7504695 w 10915134"/>
              <a:gd name="connsiteY79" fmla="*/ 1566686 h 2251389"/>
              <a:gd name="connsiteX80" fmla="*/ 7401270 w 10915134"/>
              <a:gd name="connsiteY80" fmla="*/ 1597361 h 2251389"/>
              <a:gd name="connsiteX81" fmla="*/ 7320321 w 10915134"/>
              <a:gd name="connsiteY81" fmla="*/ 1619535 h 2251389"/>
              <a:gd name="connsiteX82" fmla="*/ 7149526 w 10915134"/>
              <a:gd name="connsiteY82" fmla="*/ 1743630 h 2251389"/>
              <a:gd name="connsiteX83" fmla="*/ 7105391 w 10915134"/>
              <a:gd name="connsiteY83" fmla="*/ 1752328 h 2251389"/>
              <a:gd name="connsiteX84" fmla="*/ 7071654 w 10915134"/>
              <a:gd name="connsiteY84" fmla="*/ 1785091 h 2251389"/>
              <a:gd name="connsiteX85" fmla="*/ 7054359 w 10915134"/>
              <a:gd name="connsiteY85" fmla="*/ 1782439 h 2251389"/>
              <a:gd name="connsiteX86" fmla="*/ 7051319 w 10915134"/>
              <a:gd name="connsiteY86" fmla="*/ 1781706 h 2251389"/>
              <a:gd name="connsiteX87" fmla="*/ 7040377 w 10915134"/>
              <a:gd name="connsiteY87" fmla="*/ 1784767 h 2251389"/>
              <a:gd name="connsiteX88" fmla="*/ 7035771 w 10915134"/>
              <a:gd name="connsiteY88" fmla="*/ 1778137 h 2251389"/>
              <a:gd name="connsiteX89" fmla="*/ 7018208 w 10915134"/>
              <a:gd name="connsiteY89" fmla="*/ 1777373 h 2251389"/>
              <a:gd name="connsiteX90" fmla="*/ 6998493 w 10915134"/>
              <a:gd name="connsiteY90" fmla="*/ 1785098 h 2251389"/>
              <a:gd name="connsiteX91" fmla="*/ 6928288 w 10915134"/>
              <a:gd name="connsiteY91" fmla="*/ 1811732 h 2251389"/>
              <a:gd name="connsiteX92" fmla="*/ 6917773 w 10915134"/>
              <a:gd name="connsiteY92" fmla="*/ 1820666 h 2251389"/>
              <a:gd name="connsiteX93" fmla="*/ 6881789 w 10915134"/>
              <a:gd name="connsiteY93" fmla="*/ 1828309 h 2251389"/>
              <a:gd name="connsiteX94" fmla="*/ 6879926 w 10915134"/>
              <a:gd name="connsiteY94" fmla="*/ 1830591 h 2251389"/>
              <a:gd name="connsiteX95" fmla="*/ 6845508 w 10915134"/>
              <a:gd name="connsiteY95" fmla="*/ 1841035 h 2251389"/>
              <a:gd name="connsiteX96" fmla="*/ 6786683 w 10915134"/>
              <a:gd name="connsiteY96" fmla="*/ 1868367 h 2251389"/>
              <a:gd name="connsiteX97" fmla="*/ 6773874 w 10915134"/>
              <a:gd name="connsiteY97" fmla="*/ 1863267 h 2251389"/>
              <a:gd name="connsiteX98" fmla="*/ 6771241 w 10915134"/>
              <a:gd name="connsiteY98" fmla="*/ 1859449 h 2251389"/>
              <a:gd name="connsiteX99" fmla="*/ 6755065 w 10915134"/>
              <a:gd name="connsiteY99" fmla="*/ 1866822 h 2251389"/>
              <a:gd name="connsiteX100" fmla="*/ 6740854 w 10915134"/>
              <a:gd name="connsiteY100" fmla="*/ 1865352 h 2251389"/>
              <a:gd name="connsiteX101" fmla="*/ 6730997 w 10915134"/>
              <a:gd name="connsiteY101" fmla="*/ 1874155 h 2251389"/>
              <a:gd name="connsiteX102" fmla="*/ 6714212 w 10915134"/>
              <a:gd name="connsiteY102" fmla="*/ 1876293 h 2251389"/>
              <a:gd name="connsiteX103" fmla="*/ 6693130 w 10915134"/>
              <a:gd name="connsiteY103" fmla="*/ 1876808 h 2251389"/>
              <a:gd name="connsiteX104" fmla="*/ 6674405 w 10915134"/>
              <a:gd name="connsiteY104" fmla="*/ 1873459 h 2251389"/>
              <a:gd name="connsiteX105" fmla="*/ 6647714 w 10915134"/>
              <a:gd name="connsiteY105" fmla="*/ 1878941 h 2251389"/>
              <a:gd name="connsiteX106" fmla="*/ 6586613 w 10915134"/>
              <a:gd name="connsiteY106" fmla="*/ 1887053 h 2251389"/>
              <a:gd name="connsiteX107" fmla="*/ 6540424 w 10915134"/>
              <a:gd name="connsiteY107" fmla="*/ 1893269 h 2251389"/>
              <a:gd name="connsiteX108" fmla="*/ 6460034 w 10915134"/>
              <a:gd name="connsiteY108" fmla="*/ 1911286 h 2251389"/>
              <a:gd name="connsiteX109" fmla="*/ 6445449 w 10915134"/>
              <a:gd name="connsiteY109" fmla="*/ 1926499 h 2251389"/>
              <a:gd name="connsiteX110" fmla="*/ 6407092 w 10915134"/>
              <a:gd name="connsiteY110" fmla="*/ 1921993 h 2251389"/>
              <a:gd name="connsiteX111" fmla="*/ 6396332 w 10915134"/>
              <a:gd name="connsiteY111" fmla="*/ 1907025 h 2251389"/>
              <a:gd name="connsiteX112" fmla="*/ 6347048 w 10915134"/>
              <a:gd name="connsiteY112" fmla="*/ 1912130 h 2251389"/>
              <a:gd name="connsiteX113" fmla="*/ 6302270 w 10915134"/>
              <a:gd name="connsiteY113" fmla="*/ 1933613 h 2251389"/>
              <a:gd name="connsiteX114" fmla="*/ 6243078 w 10915134"/>
              <a:gd name="connsiteY114" fmla="*/ 1945644 h 2251389"/>
              <a:gd name="connsiteX115" fmla="*/ 6207738 w 10915134"/>
              <a:gd name="connsiteY115" fmla="*/ 1953011 h 2251389"/>
              <a:gd name="connsiteX116" fmla="*/ 6108781 w 10915134"/>
              <a:gd name="connsiteY116" fmla="*/ 1959474 h 2251389"/>
              <a:gd name="connsiteX117" fmla="*/ 6103698 w 10915134"/>
              <a:gd name="connsiteY117" fmla="*/ 1959304 h 2251389"/>
              <a:gd name="connsiteX118" fmla="*/ 6087017 w 10915134"/>
              <a:gd name="connsiteY118" fmla="*/ 1969078 h 2251389"/>
              <a:gd name="connsiteX119" fmla="*/ 6086313 w 10915134"/>
              <a:gd name="connsiteY119" fmla="*/ 1971580 h 2251389"/>
              <a:gd name="connsiteX120" fmla="*/ 6024291 w 10915134"/>
              <a:gd name="connsiteY120" fmla="*/ 1966761 h 2251389"/>
              <a:gd name="connsiteX121" fmla="*/ 6016853 w 10915134"/>
              <a:gd name="connsiteY121" fmla="*/ 1970526 h 2251389"/>
              <a:gd name="connsiteX122" fmla="*/ 5975404 w 10915134"/>
              <a:gd name="connsiteY122" fmla="*/ 1961749 h 2251389"/>
              <a:gd name="connsiteX123" fmla="*/ 5954536 w 10915134"/>
              <a:gd name="connsiteY123" fmla="*/ 1960220 h 2251389"/>
              <a:gd name="connsiteX124" fmla="*/ 5917280 w 10915134"/>
              <a:gd name="connsiteY124" fmla="*/ 1954478 h 2251389"/>
              <a:gd name="connsiteX125" fmla="*/ 5914232 w 10915134"/>
              <a:gd name="connsiteY125" fmla="*/ 1956919 h 2251389"/>
              <a:gd name="connsiteX126" fmla="*/ 5906850 w 10915134"/>
              <a:gd name="connsiteY126" fmla="*/ 1954702 h 2251389"/>
              <a:gd name="connsiteX127" fmla="*/ 5901461 w 10915134"/>
              <a:gd name="connsiteY127" fmla="*/ 1957577 h 2251389"/>
              <a:gd name="connsiteX128" fmla="*/ 5895317 w 10915134"/>
              <a:gd name="connsiteY128" fmla="*/ 1956828 h 2251389"/>
              <a:gd name="connsiteX129" fmla="*/ 5831128 w 10915134"/>
              <a:gd name="connsiteY129" fmla="*/ 1968382 h 2251389"/>
              <a:gd name="connsiteX130" fmla="*/ 5817261 w 10915134"/>
              <a:gd name="connsiteY130" fmla="*/ 1966124 h 2251389"/>
              <a:gd name="connsiteX131" fmla="*/ 5806791 w 10915134"/>
              <a:gd name="connsiteY131" fmla="*/ 1974713 h 2251389"/>
              <a:gd name="connsiteX132" fmla="*/ 5762574 w 10915134"/>
              <a:gd name="connsiteY132" fmla="*/ 1976973 h 2251389"/>
              <a:gd name="connsiteX133" fmla="*/ 5747297 w 10915134"/>
              <a:gd name="connsiteY133" fmla="*/ 1970252 h 2251389"/>
              <a:gd name="connsiteX134" fmla="*/ 5733169 w 10915134"/>
              <a:gd name="connsiteY134" fmla="*/ 1965433 h 2251389"/>
              <a:gd name="connsiteX135" fmla="*/ 5731338 w 10915134"/>
              <a:gd name="connsiteY135" fmla="*/ 1965447 h 2251389"/>
              <a:gd name="connsiteX136" fmla="*/ 5712957 w 10915134"/>
              <a:gd name="connsiteY136" fmla="*/ 1965596 h 2251389"/>
              <a:gd name="connsiteX137" fmla="*/ 5678760 w 10915134"/>
              <a:gd name="connsiteY137" fmla="*/ 1965873 h 2251389"/>
              <a:gd name="connsiteX138" fmla="*/ 5612457 w 10915134"/>
              <a:gd name="connsiteY138" fmla="*/ 1972287 h 2251389"/>
              <a:gd name="connsiteX139" fmla="*/ 5462439 w 10915134"/>
              <a:gd name="connsiteY139" fmla="*/ 1941766 h 2251389"/>
              <a:gd name="connsiteX140" fmla="*/ 5249426 w 10915134"/>
              <a:gd name="connsiteY140" fmla="*/ 1957993 h 2251389"/>
              <a:gd name="connsiteX141" fmla="*/ 4795460 w 10915134"/>
              <a:gd name="connsiteY141" fmla="*/ 2018541 h 2251389"/>
              <a:gd name="connsiteX142" fmla="*/ 4698875 w 10915134"/>
              <a:gd name="connsiteY142" fmla="*/ 2031693 h 2251389"/>
              <a:gd name="connsiteX143" fmla="*/ 4635334 w 10915134"/>
              <a:gd name="connsiteY143" fmla="*/ 2035504 h 2251389"/>
              <a:gd name="connsiteX144" fmla="*/ 4529228 w 10915134"/>
              <a:gd name="connsiteY144" fmla="*/ 2076609 h 2251389"/>
              <a:gd name="connsiteX145" fmla="*/ 4408461 w 10915134"/>
              <a:gd name="connsiteY145" fmla="*/ 2090939 h 2251389"/>
              <a:gd name="connsiteX146" fmla="*/ 4254651 w 10915134"/>
              <a:gd name="connsiteY146" fmla="*/ 2101730 h 2251389"/>
              <a:gd name="connsiteX147" fmla="*/ 4213233 w 10915134"/>
              <a:gd name="connsiteY147" fmla="*/ 2120326 h 2251389"/>
              <a:gd name="connsiteX148" fmla="*/ 4153938 w 10915134"/>
              <a:gd name="connsiteY148" fmla="*/ 2137520 h 2251389"/>
              <a:gd name="connsiteX149" fmla="*/ 4050969 w 10915134"/>
              <a:gd name="connsiteY149" fmla="*/ 2177971 h 2251389"/>
              <a:gd name="connsiteX150" fmla="*/ 3933162 w 10915134"/>
              <a:gd name="connsiteY150" fmla="*/ 2199509 h 2251389"/>
              <a:gd name="connsiteX151" fmla="*/ 3797609 w 10915134"/>
              <a:gd name="connsiteY151" fmla="*/ 2185813 h 2251389"/>
              <a:gd name="connsiteX152" fmla="*/ 3723511 w 10915134"/>
              <a:gd name="connsiteY152" fmla="*/ 2185401 h 2251389"/>
              <a:gd name="connsiteX153" fmla="*/ 3478465 w 10915134"/>
              <a:gd name="connsiteY153" fmla="*/ 2181087 h 2251389"/>
              <a:gd name="connsiteX154" fmla="*/ 3308996 w 10915134"/>
              <a:gd name="connsiteY154" fmla="*/ 2177978 h 2251389"/>
              <a:gd name="connsiteX155" fmla="*/ 3260282 w 10915134"/>
              <a:gd name="connsiteY155" fmla="*/ 2194479 h 2251389"/>
              <a:gd name="connsiteX156" fmla="*/ 3178557 w 10915134"/>
              <a:gd name="connsiteY156" fmla="*/ 2221451 h 2251389"/>
              <a:gd name="connsiteX157" fmla="*/ 3097074 w 10915134"/>
              <a:gd name="connsiteY157" fmla="*/ 2229837 h 2251389"/>
              <a:gd name="connsiteX158" fmla="*/ 3029944 w 10915134"/>
              <a:gd name="connsiteY158" fmla="*/ 2248531 h 2251389"/>
              <a:gd name="connsiteX159" fmla="*/ 2964870 w 10915134"/>
              <a:gd name="connsiteY159" fmla="*/ 2251389 h 2251389"/>
              <a:gd name="connsiteX160" fmla="*/ 2931496 w 10915134"/>
              <a:gd name="connsiteY160" fmla="*/ 2243024 h 2251389"/>
              <a:gd name="connsiteX161" fmla="*/ 2892959 w 10915134"/>
              <a:gd name="connsiteY161" fmla="*/ 2233969 h 2251389"/>
              <a:gd name="connsiteX162" fmla="*/ 2839074 w 10915134"/>
              <a:gd name="connsiteY162" fmla="*/ 2225008 h 2251389"/>
              <a:gd name="connsiteX163" fmla="*/ 2693779 w 10915134"/>
              <a:gd name="connsiteY163" fmla="*/ 2231570 h 2251389"/>
              <a:gd name="connsiteX164" fmla="*/ 2523799 w 10915134"/>
              <a:gd name="connsiteY164" fmla="*/ 2236547 h 2251389"/>
              <a:gd name="connsiteX165" fmla="*/ 2340069 w 10915134"/>
              <a:gd name="connsiteY165" fmla="*/ 2220699 h 2251389"/>
              <a:gd name="connsiteX166" fmla="*/ 2076408 w 10915134"/>
              <a:gd name="connsiteY166" fmla="*/ 2194398 h 2251389"/>
              <a:gd name="connsiteX167" fmla="*/ 1983593 w 10915134"/>
              <a:gd name="connsiteY167" fmla="*/ 2219360 h 2251389"/>
              <a:gd name="connsiteX168" fmla="*/ 1853105 w 10915134"/>
              <a:gd name="connsiteY168" fmla="*/ 2214141 h 2251389"/>
              <a:gd name="connsiteX169" fmla="*/ 1748511 w 10915134"/>
              <a:gd name="connsiteY169" fmla="*/ 2178472 h 2251389"/>
              <a:gd name="connsiteX170" fmla="*/ 1633422 w 10915134"/>
              <a:gd name="connsiteY170" fmla="*/ 2143415 h 2251389"/>
              <a:gd name="connsiteX171" fmla="*/ 1558946 w 10915134"/>
              <a:gd name="connsiteY171" fmla="*/ 2128843 h 2251389"/>
              <a:gd name="connsiteX172" fmla="*/ 1385344 w 10915134"/>
              <a:gd name="connsiteY172" fmla="*/ 2124817 h 2251389"/>
              <a:gd name="connsiteX173" fmla="*/ 1227473 w 10915134"/>
              <a:gd name="connsiteY173" fmla="*/ 2113291 h 2251389"/>
              <a:gd name="connsiteX174" fmla="*/ 1088711 w 10915134"/>
              <a:gd name="connsiteY174" fmla="*/ 2097947 h 2251389"/>
              <a:gd name="connsiteX175" fmla="*/ 939259 w 10915134"/>
              <a:gd name="connsiteY175" fmla="*/ 2073411 h 2251389"/>
              <a:gd name="connsiteX176" fmla="*/ 914345 w 10915134"/>
              <a:gd name="connsiteY176" fmla="*/ 2063135 h 2251389"/>
              <a:gd name="connsiteX177" fmla="*/ 879393 w 10915134"/>
              <a:gd name="connsiteY177" fmla="*/ 2068419 h 2251389"/>
              <a:gd name="connsiteX178" fmla="*/ 739242 w 10915134"/>
              <a:gd name="connsiteY178" fmla="*/ 2091539 h 2251389"/>
              <a:gd name="connsiteX179" fmla="*/ 628509 w 10915134"/>
              <a:gd name="connsiteY179" fmla="*/ 2108134 h 2251389"/>
              <a:gd name="connsiteX180" fmla="*/ 508046 w 10915134"/>
              <a:gd name="connsiteY180" fmla="*/ 2109851 h 2251389"/>
              <a:gd name="connsiteX181" fmla="*/ 408793 w 10915134"/>
              <a:gd name="connsiteY181" fmla="*/ 2105335 h 2251389"/>
              <a:gd name="connsiteX182" fmla="*/ 259142 w 10915134"/>
              <a:gd name="connsiteY182" fmla="*/ 2115883 h 2251389"/>
              <a:gd name="connsiteX183" fmla="*/ 91266 w 10915134"/>
              <a:gd name="connsiteY183" fmla="*/ 2135533 h 2251389"/>
              <a:gd name="connsiteX184" fmla="*/ 12251 w 10915134"/>
              <a:gd name="connsiteY184" fmla="*/ 2121489 h 2251389"/>
              <a:gd name="connsiteX185" fmla="*/ 0 w 10915134"/>
              <a:gd name="connsiteY185" fmla="*/ 2122164 h 22513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Lst>
            <a:rect l="l" t="t" r="r" b="b"/>
            <a:pathLst>
              <a:path w="10915134" h="2251389">
                <a:moveTo>
                  <a:pt x="0" y="0"/>
                </a:moveTo>
                <a:lnTo>
                  <a:pt x="10915134" y="0"/>
                </a:lnTo>
                <a:lnTo>
                  <a:pt x="10882980" y="49990"/>
                </a:lnTo>
                <a:cubicBezTo>
                  <a:pt x="10880871" y="52147"/>
                  <a:pt x="10836905" y="107867"/>
                  <a:pt x="10834795" y="110024"/>
                </a:cubicBezTo>
                <a:cubicBezTo>
                  <a:pt x="10820319" y="128194"/>
                  <a:pt x="10762503" y="175620"/>
                  <a:pt x="10738392" y="165813"/>
                </a:cubicBezTo>
                <a:cubicBezTo>
                  <a:pt x="10748670" y="186392"/>
                  <a:pt x="10638347" y="188684"/>
                  <a:pt x="10633692" y="209264"/>
                </a:cubicBezTo>
                <a:cubicBezTo>
                  <a:pt x="10631767" y="225908"/>
                  <a:pt x="10597419" y="233945"/>
                  <a:pt x="10586800" y="239716"/>
                </a:cubicBezTo>
                <a:cubicBezTo>
                  <a:pt x="10579628" y="256520"/>
                  <a:pt x="10520682" y="224915"/>
                  <a:pt x="10501658" y="307174"/>
                </a:cubicBezTo>
                <a:cubicBezTo>
                  <a:pt x="10447727" y="313339"/>
                  <a:pt x="10447126" y="425780"/>
                  <a:pt x="10404067" y="412395"/>
                </a:cubicBezTo>
                <a:cubicBezTo>
                  <a:pt x="10392937" y="413598"/>
                  <a:pt x="10388815" y="467371"/>
                  <a:pt x="10380953" y="472334"/>
                </a:cubicBezTo>
                <a:lnTo>
                  <a:pt x="10341416" y="504774"/>
                </a:lnTo>
                <a:lnTo>
                  <a:pt x="10326329" y="523459"/>
                </a:lnTo>
                <a:lnTo>
                  <a:pt x="10298289" y="532173"/>
                </a:lnTo>
                <a:cubicBezTo>
                  <a:pt x="10284422" y="535049"/>
                  <a:pt x="10265952" y="533199"/>
                  <a:pt x="10243127" y="540715"/>
                </a:cubicBezTo>
                <a:cubicBezTo>
                  <a:pt x="10203910" y="562831"/>
                  <a:pt x="10165274" y="534580"/>
                  <a:pt x="10141243" y="592343"/>
                </a:cubicBezTo>
                <a:cubicBezTo>
                  <a:pt x="10059374" y="598371"/>
                  <a:pt x="10021953" y="650378"/>
                  <a:pt x="9940352" y="631518"/>
                </a:cubicBezTo>
                <a:cubicBezTo>
                  <a:pt x="9959797" y="646419"/>
                  <a:pt x="9860152" y="623282"/>
                  <a:pt x="9836226" y="660496"/>
                </a:cubicBezTo>
                <a:cubicBezTo>
                  <a:pt x="9788121" y="672556"/>
                  <a:pt x="9760988" y="668531"/>
                  <a:pt x="9686899" y="683782"/>
                </a:cubicBezTo>
                <a:cubicBezTo>
                  <a:pt x="9623800" y="700369"/>
                  <a:pt x="9613948" y="700871"/>
                  <a:pt x="9578209" y="709781"/>
                </a:cubicBezTo>
                <a:lnTo>
                  <a:pt x="9437298" y="757337"/>
                </a:lnTo>
                <a:lnTo>
                  <a:pt x="9435498" y="759689"/>
                </a:lnTo>
                <a:cubicBezTo>
                  <a:pt x="9426240" y="765982"/>
                  <a:pt x="9419508" y="766527"/>
                  <a:pt x="9413910" y="764531"/>
                </a:cubicBezTo>
                <a:lnTo>
                  <a:pt x="9361370" y="760593"/>
                </a:lnTo>
                <a:lnTo>
                  <a:pt x="9356626" y="764594"/>
                </a:lnTo>
                <a:lnTo>
                  <a:pt x="9311281" y="769260"/>
                </a:lnTo>
                <a:cubicBezTo>
                  <a:pt x="9311245" y="769953"/>
                  <a:pt x="9311210" y="770644"/>
                  <a:pt x="9311173" y="771337"/>
                </a:cubicBezTo>
                <a:cubicBezTo>
                  <a:pt x="9309900" y="776105"/>
                  <a:pt x="9307010" y="779823"/>
                  <a:pt x="9300658" y="781452"/>
                </a:cubicBezTo>
                <a:cubicBezTo>
                  <a:pt x="9318003" y="808459"/>
                  <a:pt x="9299643" y="793767"/>
                  <a:pt x="9279376" y="796188"/>
                </a:cubicBezTo>
                <a:cubicBezTo>
                  <a:pt x="9260850" y="809309"/>
                  <a:pt x="9206021" y="849156"/>
                  <a:pt x="9189502" y="860175"/>
                </a:cubicBezTo>
                <a:lnTo>
                  <a:pt x="9180260" y="862300"/>
                </a:lnTo>
                <a:cubicBezTo>
                  <a:pt x="9180236" y="862466"/>
                  <a:pt x="9180211" y="862633"/>
                  <a:pt x="9180186" y="862799"/>
                </a:cubicBezTo>
                <a:cubicBezTo>
                  <a:pt x="9178407" y="864232"/>
                  <a:pt x="9175456" y="865295"/>
                  <a:pt x="9170652" y="865945"/>
                </a:cubicBezTo>
                <a:lnTo>
                  <a:pt x="9145484" y="870300"/>
                </a:lnTo>
                <a:lnTo>
                  <a:pt x="9140031" y="874741"/>
                </a:lnTo>
                <a:lnTo>
                  <a:pt x="9138892" y="880860"/>
                </a:lnTo>
                <a:lnTo>
                  <a:pt x="9107257" y="903704"/>
                </a:lnTo>
                <a:cubicBezTo>
                  <a:pt x="9091321" y="899193"/>
                  <a:pt x="9043942" y="941365"/>
                  <a:pt x="9034880" y="948837"/>
                </a:cubicBezTo>
                <a:lnTo>
                  <a:pt x="8950600" y="994853"/>
                </a:lnTo>
                <a:cubicBezTo>
                  <a:pt x="8865196" y="1081843"/>
                  <a:pt x="8818875" y="1077389"/>
                  <a:pt x="8753014" y="1118658"/>
                </a:cubicBezTo>
                <a:cubicBezTo>
                  <a:pt x="8692981" y="1124704"/>
                  <a:pt x="8636332" y="1128410"/>
                  <a:pt x="8581094" y="1153261"/>
                </a:cubicBezTo>
                <a:cubicBezTo>
                  <a:pt x="8538621" y="1164812"/>
                  <a:pt x="8511758" y="1169577"/>
                  <a:pt x="8498175" y="1187969"/>
                </a:cubicBezTo>
                <a:lnTo>
                  <a:pt x="8448788" y="1206463"/>
                </a:lnTo>
                <a:lnTo>
                  <a:pt x="8367996" y="1232783"/>
                </a:lnTo>
                <a:cubicBezTo>
                  <a:pt x="8367806" y="1234615"/>
                  <a:pt x="8367614" y="1236446"/>
                  <a:pt x="8367423" y="1238278"/>
                </a:cubicBezTo>
                <a:lnTo>
                  <a:pt x="8359640" y="1246782"/>
                </a:lnTo>
                <a:lnTo>
                  <a:pt x="8346100" y="1266142"/>
                </a:lnTo>
                <a:lnTo>
                  <a:pt x="8318833" y="1292714"/>
                </a:lnTo>
                <a:lnTo>
                  <a:pt x="8317719" y="1291904"/>
                </a:lnTo>
                <a:cubicBezTo>
                  <a:pt x="8314688" y="1290662"/>
                  <a:pt x="8311461" y="1290840"/>
                  <a:pt x="8307730" y="1293984"/>
                </a:cubicBezTo>
                <a:cubicBezTo>
                  <a:pt x="8294903" y="1295590"/>
                  <a:pt x="8255937" y="1295887"/>
                  <a:pt x="8240756" y="1301537"/>
                </a:cubicBezTo>
                <a:cubicBezTo>
                  <a:pt x="8233324" y="1310481"/>
                  <a:pt x="8225256" y="1319366"/>
                  <a:pt x="8216639" y="1327887"/>
                </a:cubicBezTo>
                <a:lnTo>
                  <a:pt x="8211337" y="1332570"/>
                </a:lnTo>
                <a:lnTo>
                  <a:pt x="8211048" y="1332403"/>
                </a:lnTo>
                <a:cubicBezTo>
                  <a:pt x="8209501" y="1332874"/>
                  <a:pt x="8207607" y="1334206"/>
                  <a:pt x="8205085" y="1336831"/>
                </a:cubicBezTo>
                <a:lnTo>
                  <a:pt x="8137554" y="1342145"/>
                </a:lnTo>
                <a:cubicBezTo>
                  <a:pt x="8105705" y="1354688"/>
                  <a:pt x="8080446" y="1339423"/>
                  <a:pt x="8054564" y="1367911"/>
                </a:cubicBezTo>
                <a:cubicBezTo>
                  <a:pt x="8024726" y="1379555"/>
                  <a:pt x="7996957" y="1380148"/>
                  <a:pt x="7973237" y="1397544"/>
                </a:cubicBezTo>
                <a:cubicBezTo>
                  <a:pt x="7961439" y="1393972"/>
                  <a:pt x="7951168" y="1394796"/>
                  <a:pt x="7944198" y="1410276"/>
                </a:cubicBezTo>
                <a:cubicBezTo>
                  <a:pt x="7915673" y="1417804"/>
                  <a:pt x="7905583" y="1403950"/>
                  <a:pt x="7890643" y="1424144"/>
                </a:cubicBezTo>
                <a:cubicBezTo>
                  <a:pt x="7869590" y="1403678"/>
                  <a:pt x="7870757" y="1414314"/>
                  <a:pt x="7864997" y="1425023"/>
                </a:cubicBezTo>
                <a:lnTo>
                  <a:pt x="7864067" y="1426002"/>
                </a:lnTo>
                <a:lnTo>
                  <a:pt x="7861153" y="1423038"/>
                </a:lnTo>
                <a:lnTo>
                  <a:pt x="7844586" y="1429169"/>
                </a:lnTo>
                <a:lnTo>
                  <a:pt x="7840350" y="1432451"/>
                </a:lnTo>
                <a:cubicBezTo>
                  <a:pt x="7837357" y="1434345"/>
                  <a:pt x="7835272" y="1435129"/>
                  <a:pt x="7833722" y="1435148"/>
                </a:cubicBezTo>
                <a:lnTo>
                  <a:pt x="7833492" y="1434901"/>
                </a:lnTo>
                <a:lnTo>
                  <a:pt x="7827413" y="1438043"/>
                </a:lnTo>
                <a:cubicBezTo>
                  <a:pt x="7817294" y="1444069"/>
                  <a:pt x="7807591" y="1450613"/>
                  <a:pt x="7798463" y="1457407"/>
                </a:cubicBezTo>
                <a:cubicBezTo>
                  <a:pt x="7789625" y="1446704"/>
                  <a:pt x="7769649" y="1464040"/>
                  <a:pt x="7759015" y="1458666"/>
                </a:cubicBezTo>
                <a:lnTo>
                  <a:pt x="7752684" y="1444792"/>
                </a:lnTo>
                <a:lnTo>
                  <a:pt x="7747867" y="1447976"/>
                </a:lnTo>
                <a:lnTo>
                  <a:pt x="7738750" y="1456574"/>
                </a:lnTo>
                <a:cubicBezTo>
                  <a:pt x="7737328" y="1457741"/>
                  <a:pt x="7736297" y="1457914"/>
                  <a:pt x="7735619" y="1456320"/>
                </a:cubicBezTo>
                <a:cubicBezTo>
                  <a:pt x="7730006" y="1457852"/>
                  <a:pt x="7711662" y="1464787"/>
                  <a:pt x="7705072" y="1465768"/>
                </a:cubicBezTo>
                <a:lnTo>
                  <a:pt x="7696073" y="1462212"/>
                </a:lnTo>
                <a:lnTo>
                  <a:pt x="7692096" y="1462163"/>
                </a:lnTo>
                <a:lnTo>
                  <a:pt x="7674689" y="1477613"/>
                </a:lnTo>
                <a:lnTo>
                  <a:pt x="7665348" y="1483862"/>
                </a:lnTo>
                <a:lnTo>
                  <a:pt x="7606276" y="1538521"/>
                </a:lnTo>
                <a:lnTo>
                  <a:pt x="7504695" y="1566686"/>
                </a:lnTo>
                <a:cubicBezTo>
                  <a:pt x="7473718" y="1603709"/>
                  <a:pt x="7404436" y="1554658"/>
                  <a:pt x="7401270" y="1597361"/>
                </a:cubicBezTo>
                <a:cubicBezTo>
                  <a:pt x="7369238" y="1613154"/>
                  <a:pt x="7363418" y="1605164"/>
                  <a:pt x="7320321" y="1619535"/>
                </a:cubicBezTo>
                <a:cubicBezTo>
                  <a:pt x="7280514" y="1668809"/>
                  <a:pt x="7198683" y="1708462"/>
                  <a:pt x="7149526" y="1743630"/>
                </a:cubicBezTo>
                <a:cubicBezTo>
                  <a:pt x="7114410" y="1721934"/>
                  <a:pt x="7136043" y="1746476"/>
                  <a:pt x="7105391" y="1752328"/>
                </a:cubicBezTo>
                <a:cubicBezTo>
                  <a:pt x="7119677" y="1779725"/>
                  <a:pt x="7066212" y="1749779"/>
                  <a:pt x="7071654" y="1785091"/>
                </a:cubicBezTo>
                <a:cubicBezTo>
                  <a:pt x="7065905" y="1785038"/>
                  <a:pt x="7060161" y="1783873"/>
                  <a:pt x="7054359" y="1782439"/>
                </a:cubicBezTo>
                <a:lnTo>
                  <a:pt x="7051319" y="1781706"/>
                </a:lnTo>
                <a:lnTo>
                  <a:pt x="7040377" y="1784767"/>
                </a:lnTo>
                <a:lnTo>
                  <a:pt x="7035771" y="1778137"/>
                </a:lnTo>
                <a:lnTo>
                  <a:pt x="7018208" y="1777373"/>
                </a:lnTo>
                <a:cubicBezTo>
                  <a:pt x="7011866" y="1778247"/>
                  <a:pt x="7005318" y="1780539"/>
                  <a:pt x="6998493" y="1785098"/>
                </a:cubicBezTo>
                <a:cubicBezTo>
                  <a:pt x="6983689" y="1806072"/>
                  <a:pt x="6952865" y="1800516"/>
                  <a:pt x="6928288" y="1811732"/>
                </a:cubicBezTo>
                <a:lnTo>
                  <a:pt x="6917773" y="1820666"/>
                </a:lnTo>
                <a:lnTo>
                  <a:pt x="6881789" y="1828309"/>
                </a:lnTo>
                <a:lnTo>
                  <a:pt x="6879926" y="1830591"/>
                </a:lnTo>
                <a:cubicBezTo>
                  <a:pt x="6873880" y="1832712"/>
                  <a:pt x="6861049" y="1834739"/>
                  <a:pt x="6845508" y="1841035"/>
                </a:cubicBezTo>
                <a:lnTo>
                  <a:pt x="6786683" y="1868367"/>
                </a:lnTo>
                <a:lnTo>
                  <a:pt x="6773874" y="1863267"/>
                </a:lnTo>
                <a:lnTo>
                  <a:pt x="6771241" y="1859449"/>
                </a:lnTo>
                <a:lnTo>
                  <a:pt x="6755065" y="1866822"/>
                </a:lnTo>
                <a:lnTo>
                  <a:pt x="6740854" y="1865352"/>
                </a:lnTo>
                <a:lnTo>
                  <a:pt x="6730997" y="1874155"/>
                </a:lnTo>
                <a:lnTo>
                  <a:pt x="6714212" y="1876293"/>
                </a:lnTo>
                <a:cubicBezTo>
                  <a:pt x="6707919" y="1876308"/>
                  <a:pt x="6700834" y="1876122"/>
                  <a:pt x="6693130" y="1876808"/>
                </a:cubicBezTo>
                <a:lnTo>
                  <a:pt x="6674405" y="1873459"/>
                </a:lnTo>
                <a:lnTo>
                  <a:pt x="6647714" y="1878941"/>
                </a:lnTo>
                <a:cubicBezTo>
                  <a:pt x="6627122" y="1883360"/>
                  <a:pt x="6607220" y="1886896"/>
                  <a:pt x="6586613" y="1887053"/>
                </a:cubicBezTo>
                <a:cubicBezTo>
                  <a:pt x="6572205" y="1895536"/>
                  <a:pt x="6557706" y="1900239"/>
                  <a:pt x="6540424" y="1893269"/>
                </a:cubicBezTo>
                <a:cubicBezTo>
                  <a:pt x="6497538" y="1902769"/>
                  <a:pt x="6490601" y="1917381"/>
                  <a:pt x="6460034" y="1911286"/>
                </a:cubicBezTo>
                <a:cubicBezTo>
                  <a:pt x="6453811" y="1919532"/>
                  <a:pt x="6449254" y="1924158"/>
                  <a:pt x="6445449" y="1926499"/>
                </a:cubicBezTo>
                <a:cubicBezTo>
                  <a:pt x="6434030" y="1933525"/>
                  <a:pt x="6429411" y="1919994"/>
                  <a:pt x="6407092" y="1921993"/>
                </a:cubicBezTo>
                <a:cubicBezTo>
                  <a:pt x="6382682" y="1922166"/>
                  <a:pt x="6418607" y="1903450"/>
                  <a:pt x="6396332" y="1907025"/>
                </a:cubicBezTo>
                <a:cubicBezTo>
                  <a:pt x="6376015" y="1918727"/>
                  <a:pt x="6367614" y="1898795"/>
                  <a:pt x="6347048" y="1912130"/>
                </a:cubicBezTo>
                <a:cubicBezTo>
                  <a:pt x="6360109" y="1925598"/>
                  <a:pt x="6297691" y="1920276"/>
                  <a:pt x="6302270" y="1933613"/>
                </a:cubicBezTo>
                <a:cubicBezTo>
                  <a:pt x="6272680" y="1919839"/>
                  <a:pt x="6273323" y="1945036"/>
                  <a:pt x="6243078" y="1945644"/>
                </a:cubicBezTo>
                <a:cubicBezTo>
                  <a:pt x="6226744" y="1941607"/>
                  <a:pt x="6216828" y="1942552"/>
                  <a:pt x="6207738" y="1953011"/>
                </a:cubicBezTo>
                <a:cubicBezTo>
                  <a:pt x="6131633" y="1932600"/>
                  <a:pt x="6170923" y="1959774"/>
                  <a:pt x="6108781" y="1959474"/>
                </a:cubicBezTo>
                <a:lnTo>
                  <a:pt x="6103698" y="1959304"/>
                </a:lnTo>
                <a:lnTo>
                  <a:pt x="6087017" y="1969078"/>
                </a:lnTo>
                <a:cubicBezTo>
                  <a:pt x="6086783" y="1969912"/>
                  <a:pt x="6086547" y="1970745"/>
                  <a:pt x="6086313" y="1971580"/>
                </a:cubicBezTo>
                <a:lnTo>
                  <a:pt x="6024291" y="1966761"/>
                </a:lnTo>
                <a:lnTo>
                  <a:pt x="6016853" y="1970526"/>
                </a:lnTo>
                <a:lnTo>
                  <a:pt x="5975404" y="1961749"/>
                </a:lnTo>
                <a:lnTo>
                  <a:pt x="5954536" y="1960220"/>
                </a:lnTo>
                <a:lnTo>
                  <a:pt x="5917280" y="1954478"/>
                </a:lnTo>
                <a:lnTo>
                  <a:pt x="5914232" y="1956919"/>
                </a:lnTo>
                <a:lnTo>
                  <a:pt x="5906850" y="1954702"/>
                </a:lnTo>
                <a:lnTo>
                  <a:pt x="5901461" y="1957577"/>
                </a:lnTo>
                <a:lnTo>
                  <a:pt x="5895317" y="1956828"/>
                </a:lnTo>
                <a:cubicBezTo>
                  <a:pt x="5883595" y="1958629"/>
                  <a:pt x="5844137" y="1966833"/>
                  <a:pt x="5831128" y="1968382"/>
                </a:cubicBezTo>
                <a:lnTo>
                  <a:pt x="5817261" y="1966124"/>
                </a:lnTo>
                <a:lnTo>
                  <a:pt x="5806791" y="1974713"/>
                </a:lnTo>
                <a:lnTo>
                  <a:pt x="5762574" y="1976973"/>
                </a:lnTo>
                <a:lnTo>
                  <a:pt x="5747297" y="1970252"/>
                </a:lnTo>
                <a:lnTo>
                  <a:pt x="5733169" y="1965433"/>
                </a:lnTo>
                <a:lnTo>
                  <a:pt x="5731338" y="1965447"/>
                </a:lnTo>
                <a:lnTo>
                  <a:pt x="5712957" y="1965596"/>
                </a:lnTo>
                <a:lnTo>
                  <a:pt x="5678760" y="1965873"/>
                </a:lnTo>
                <a:cubicBezTo>
                  <a:pt x="5656934" y="1966331"/>
                  <a:pt x="5634795" y="1967772"/>
                  <a:pt x="5612457" y="1972287"/>
                </a:cubicBezTo>
                <a:cubicBezTo>
                  <a:pt x="5527023" y="1949966"/>
                  <a:pt x="5534401" y="1947926"/>
                  <a:pt x="5462439" y="1941766"/>
                </a:cubicBezTo>
                <a:cubicBezTo>
                  <a:pt x="5427425" y="1917624"/>
                  <a:pt x="5291183" y="1960519"/>
                  <a:pt x="5249426" y="1957993"/>
                </a:cubicBezTo>
                <a:cubicBezTo>
                  <a:pt x="5146406" y="1973328"/>
                  <a:pt x="4927624" y="2044719"/>
                  <a:pt x="4795460" y="2018541"/>
                </a:cubicBezTo>
                <a:cubicBezTo>
                  <a:pt x="4762844" y="2022395"/>
                  <a:pt x="4718233" y="2031407"/>
                  <a:pt x="4698875" y="2031693"/>
                </a:cubicBezTo>
                <a:lnTo>
                  <a:pt x="4635334" y="2035504"/>
                </a:lnTo>
                <a:lnTo>
                  <a:pt x="4529228" y="2076609"/>
                </a:lnTo>
                <a:cubicBezTo>
                  <a:pt x="4475152" y="2050383"/>
                  <a:pt x="4475600" y="2080729"/>
                  <a:pt x="4408461" y="2090939"/>
                </a:cubicBezTo>
                <a:cubicBezTo>
                  <a:pt x="4383821" y="2082708"/>
                  <a:pt x="4268804" y="2082966"/>
                  <a:pt x="4254651" y="2101730"/>
                </a:cubicBezTo>
                <a:cubicBezTo>
                  <a:pt x="4238862" y="2106286"/>
                  <a:pt x="4220313" y="2100544"/>
                  <a:pt x="4213233" y="2120326"/>
                </a:cubicBezTo>
                <a:cubicBezTo>
                  <a:pt x="4201430" y="2144259"/>
                  <a:pt x="4145731" y="2110137"/>
                  <a:pt x="4153938" y="2137520"/>
                </a:cubicBezTo>
                <a:cubicBezTo>
                  <a:pt x="4114396" y="2114195"/>
                  <a:pt x="4083806" y="2164553"/>
                  <a:pt x="4050969" y="2177971"/>
                </a:cubicBezTo>
                <a:cubicBezTo>
                  <a:pt x="4019767" y="2177378"/>
                  <a:pt x="4005088" y="2190554"/>
                  <a:pt x="3933162" y="2199509"/>
                </a:cubicBezTo>
                <a:cubicBezTo>
                  <a:pt x="3898830" y="2172322"/>
                  <a:pt x="3861284" y="2221170"/>
                  <a:pt x="3797609" y="2185813"/>
                </a:cubicBezTo>
                <a:cubicBezTo>
                  <a:pt x="3795667" y="2189772"/>
                  <a:pt x="3776702" y="2186188"/>
                  <a:pt x="3723511" y="2185401"/>
                </a:cubicBezTo>
                <a:cubicBezTo>
                  <a:pt x="3670320" y="2184613"/>
                  <a:pt x="3558625" y="2184230"/>
                  <a:pt x="3478465" y="2181087"/>
                </a:cubicBezTo>
                <a:cubicBezTo>
                  <a:pt x="3387474" y="2181789"/>
                  <a:pt x="3428499" y="2219948"/>
                  <a:pt x="3308996" y="2177978"/>
                </a:cubicBezTo>
                <a:cubicBezTo>
                  <a:pt x="3299910" y="2200517"/>
                  <a:pt x="3285785" y="2202748"/>
                  <a:pt x="3260282" y="2194479"/>
                </a:cubicBezTo>
                <a:cubicBezTo>
                  <a:pt x="3216295" y="2196427"/>
                  <a:pt x="3227371" y="2250251"/>
                  <a:pt x="3178557" y="2221451"/>
                </a:cubicBezTo>
                <a:cubicBezTo>
                  <a:pt x="3146795" y="2234329"/>
                  <a:pt x="3117401" y="2220418"/>
                  <a:pt x="3097074" y="2229837"/>
                </a:cubicBezTo>
                <a:lnTo>
                  <a:pt x="3029944" y="2248531"/>
                </a:lnTo>
                <a:cubicBezTo>
                  <a:pt x="2992804" y="2254069"/>
                  <a:pt x="2982389" y="2213943"/>
                  <a:pt x="2964870" y="2251389"/>
                </a:cubicBezTo>
                <a:lnTo>
                  <a:pt x="2931496" y="2243024"/>
                </a:lnTo>
                <a:lnTo>
                  <a:pt x="2892959" y="2233969"/>
                </a:lnTo>
                <a:cubicBezTo>
                  <a:pt x="2872669" y="2227791"/>
                  <a:pt x="2882203" y="2234774"/>
                  <a:pt x="2839074" y="2225008"/>
                </a:cubicBezTo>
                <a:cubicBezTo>
                  <a:pt x="2811442" y="2251884"/>
                  <a:pt x="2766379" y="2232117"/>
                  <a:pt x="2693779" y="2231570"/>
                </a:cubicBezTo>
                <a:lnTo>
                  <a:pt x="2523799" y="2236547"/>
                </a:lnTo>
                <a:cubicBezTo>
                  <a:pt x="2466172" y="2242686"/>
                  <a:pt x="2414634" y="2227724"/>
                  <a:pt x="2340069" y="2220699"/>
                </a:cubicBezTo>
                <a:cubicBezTo>
                  <a:pt x="2265503" y="2213674"/>
                  <a:pt x="2139796" y="2191971"/>
                  <a:pt x="2076408" y="2194398"/>
                </a:cubicBezTo>
                <a:cubicBezTo>
                  <a:pt x="2032508" y="2197562"/>
                  <a:pt x="2027933" y="2185141"/>
                  <a:pt x="1983593" y="2219360"/>
                </a:cubicBezTo>
                <a:cubicBezTo>
                  <a:pt x="1947094" y="2209205"/>
                  <a:pt x="1890960" y="2218305"/>
                  <a:pt x="1853105" y="2214141"/>
                </a:cubicBezTo>
                <a:cubicBezTo>
                  <a:pt x="1825748" y="2216625"/>
                  <a:pt x="1783192" y="2179879"/>
                  <a:pt x="1748511" y="2178472"/>
                </a:cubicBezTo>
                <a:cubicBezTo>
                  <a:pt x="1703498" y="2196202"/>
                  <a:pt x="1694831" y="2157630"/>
                  <a:pt x="1633422" y="2143415"/>
                </a:cubicBezTo>
                <a:cubicBezTo>
                  <a:pt x="1607630" y="2161065"/>
                  <a:pt x="1579060" y="2145077"/>
                  <a:pt x="1558946" y="2128843"/>
                </a:cubicBezTo>
                <a:cubicBezTo>
                  <a:pt x="1499069" y="2134267"/>
                  <a:pt x="1452565" y="2133855"/>
                  <a:pt x="1385344" y="2124817"/>
                </a:cubicBezTo>
                <a:cubicBezTo>
                  <a:pt x="1312492" y="2145463"/>
                  <a:pt x="1299315" y="2122756"/>
                  <a:pt x="1227473" y="2113291"/>
                </a:cubicBezTo>
                <a:cubicBezTo>
                  <a:pt x="1199075" y="2120045"/>
                  <a:pt x="1149241" y="2095660"/>
                  <a:pt x="1088711" y="2097947"/>
                </a:cubicBezTo>
                <a:cubicBezTo>
                  <a:pt x="1048569" y="2095382"/>
                  <a:pt x="1091396" y="2061344"/>
                  <a:pt x="939259" y="2073411"/>
                </a:cubicBezTo>
                <a:cubicBezTo>
                  <a:pt x="930603" y="2080267"/>
                  <a:pt x="912274" y="2072716"/>
                  <a:pt x="914345" y="2063135"/>
                </a:cubicBezTo>
                <a:cubicBezTo>
                  <a:pt x="904674" y="2065915"/>
                  <a:pt x="881392" y="2083881"/>
                  <a:pt x="879393" y="2068419"/>
                </a:cubicBezTo>
                <a:cubicBezTo>
                  <a:pt x="831068" y="2065554"/>
                  <a:pt x="782797" y="2073516"/>
                  <a:pt x="739242" y="2091539"/>
                </a:cubicBezTo>
                <a:cubicBezTo>
                  <a:pt x="713063" y="2085924"/>
                  <a:pt x="685973" y="2097939"/>
                  <a:pt x="628509" y="2108134"/>
                </a:cubicBezTo>
                <a:cubicBezTo>
                  <a:pt x="575136" y="2076613"/>
                  <a:pt x="570057" y="2131408"/>
                  <a:pt x="508046" y="2109851"/>
                </a:cubicBezTo>
                <a:cubicBezTo>
                  <a:pt x="473420" y="2105939"/>
                  <a:pt x="433697" y="2091842"/>
                  <a:pt x="408793" y="2105335"/>
                </a:cubicBezTo>
                <a:cubicBezTo>
                  <a:pt x="383633" y="2099507"/>
                  <a:pt x="299763" y="2118030"/>
                  <a:pt x="259142" y="2115883"/>
                </a:cubicBezTo>
                <a:cubicBezTo>
                  <a:pt x="191085" y="2103328"/>
                  <a:pt x="127146" y="2128850"/>
                  <a:pt x="91266" y="2135533"/>
                </a:cubicBezTo>
                <a:cubicBezTo>
                  <a:pt x="55346" y="2131669"/>
                  <a:pt x="37547" y="2122850"/>
                  <a:pt x="12251" y="2121489"/>
                </a:cubicBezTo>
                <a:lnTo>
                  <a:pt x="0" y="2122164"/>
                </a:lnTo>
                <a:close/>
              </a:path>
            </a:pathLst>
          </a:custGeom>
          <a:solidFill>
            <a:srgbClr val="82766A">
              <a:alpha val="15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156B1D00-C17F-0A19-F918-0F00269F0D45}"/>
              </a:ext>
            </a:extLst>
          </p:cNvPr>
          <p:cNvSpPr>
            <a:spLocks noGrp="1"/>
          </p:cNvSpPr>
          <p:nvPr>
            <p:ph type="title"/>
          </p:nvPr>
        </p:nvSpPr>
        <p:spPr>
          <a:xfrm>
            <a:off x="1137037" y="609600"/>
            <a:ext cx="5915197" cy="1330519"/>
          </a:xfrm>
        </p:spPr>
        <p:txBody>
          <a:bodyPr vert="horz" lIns="91440" tIns="45720" rIns="91440" bIns="45720" rtlCol="0" anchor="ctr">
            <a:normAutofit/>
          </a:bodyPr>
          <a:lstStyle/>
          <a:p>
            <a:r>
              <a:rPr lang="en-US" b="1" kern="1200" dirty="0">
                <a:solidFill>
                  <a:schemeClr val="tx1"/>
                </a:solidFill>
                <a:latin typeface="Aptos Serif" panose="020B0604020202020204" pitchFamily="34" charset="0"/>
                <a:cs typeface="Aptos Serif" panose="020B0604020202020204" pitchFamily="34" charset="0"/>
              </a:rPr>
              <a:t>Leadership Team Overview</a:t>
            </a:r>
          </a:p>
        </p:txBody>
      </p:sp>
      <p:sp>
        <p:nvSpPr>
          <p:cNvPr id="28" name="Freeform: Shape 27">
            <a:extLst>
              <a:ext uri="{FF2B5EF4-FFF2-40B4-BE49-F238E27FC236}">
                <a16:creationId xmlns:a16="http://schemas.microsoft.com/office/drawing/2014/main" id="{3B9FD11D-7561-43C8-BE54-00D7DCF0E2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55390" y="5800298"/>
            <a:ext cx="5736610" cy="1057702"/>
          </a:xfrm>
          <a:custGeom>
            <a:avLst/>
            <a:gdLst>
              <a:gd name="connsiteX0" fmla="*/ 5741575 w 5741575"/>
              <a:gd name="connsiteY0" fmla="*/ 0 h 955271"/>
              <a:gd name="connsiteX1" fmla="*/ 5741575 w 5741575"/>
              <a:gd name="connsiteY1" fmla="*/ 955271 h 955271"/>
              <a:gd name="connsiteX2" fmla="*/ 0 w 5741575"/>
              <a:gd name="connsiteY2" fmla="*/ 955271 h 955271"/>
              <a:gd name="connsiteX3" fmla="*/ 8558 w 5741575"/>
              <a:gd name="connsiteY3" fmla="*/ 953971 h 955271"/>
              <a:gd name="connsiteX4" fmla="*/ 16894 w 5741575"/>
              <a:gd name="connsiteY4" fmla="*/ 953847 h 955271"/>
              <a:gd name="connsiteX5" fmla="*/ 28156 w 5741575"/>
              <a:gd name="connsiteY5" fmla="*/ 951374 h 955271"/>
              <a:gd name="connsiteX6" fmla="*/ 28293 w 5741575"/>
              <a:gd name="connsiteY6" fmla="*/ 950971 h 955271"/>
              <a:gd name="connsiteX7" fmla="*/ 39115 w 5741575"/>
              <a:gd name="connsiteY7" fmla="*/ 949326 h 955271"/>
              <a:gd name="connsiteX8" fmla="*/ 93851 w 5741575"/>
              <a:gd name="connsiteY8" fmla="*/ 945611 h 955271"/>
              <a:gd name="connsiteX9" fmla="*/ 148657 w 5741575"/>
              <a:gd name="connsiteY9" fmla="*/ 898134 h 955271"/>
              <a:gd name="connsiteX10" fmla="*/ 174554 w 5741575"/>
              <a:gd name="connsiteY10" fmla="*/ 886351 h 955271"/>
              <a:gd name="connsiteX11" fmla="*/ 187633 w 5741575"/>
              <a:gd name="connsiteY11" fmla="*/ 878226 h 955271"/>
              <a:gd name="connsiteX12" fmla="*/ 187961 w 5741575"/>
              <a:gd name="connsiteY12" fmla="*/ 876538 h 955271"/>
              <a:gd name="connsiteX13" fmla="*/ 240501 w 5741575"/>
              <a:gd name="connsiteY13" fmla="*/ 873150 h 955271"/>
              <a:gd name="connsiteX14" fmla="*/ 246345 w 5741575"/>
              <a:gd name="connsiteY14" fmla="*/ 869942 h 955271"/>
              <a:gd name="connsiteX15" fmla="*/ 282041 w 5741575"/>
              <a:gd name="connsiteY15" fmla="*/ 871263 h 955271"/>
              <a:gd name="connsiteX16" fmla="*/ 299711 w 5741575"/>
              <a:gd name="connsiteY16" fmla="*/ 870064 h 955271"/>
              <a:gd name="connsiteX17" fmla="*/ 306299 w 5741575"/>
              <a:gd name="connsiteY17" fmla="*/ 873609 h 955271"/>
              <a:gd name="connsiteX18" fmla="*/ 331571 w 5741575"/>
              <a:gd name="connsiteY18" fmla="*/ 869866 h 955271"/>
              <a:gd name="connsiteX19" fmla="*/ 333872 w 5741575"/>
              <a:gd name="connsiteY19" fmla="*/ 867971 h 955271"/>
              <a:gd name="connsiteX20" fmla="*/ 356953 w 5741575"/>
              <a:gd name="connsiteY20" fmla="*/ 870334 h 955271"/>
              <a:gd name="connsiteX21" fmla="*/ 379005 w 5741575"/>
              <a:gd name="connsiteY21" fmla="*/ 878900 h 955271"/>
              <a:gd name="connsiteX22" fmla="*/ 585428 w 5741575"/>
              <a:gd name="connsiteY22" fmla="*/ 826440 h 955271"/>
              <a:gd name="connsiteX23" fmla="*/ 787156 w 5741575"/>
              <a:gd name="connsiteY23" fmla="*/ 838447 h 955271"/>
              <a:gd name="connsiteX24" fmla="*/ 898586 w 5741575"/>
              <a:gd name="connsiteY24" fmla="*/ 808502 h 955271"/>
              <a:gd name="connsiteX25" fmla="*/ 924063 w 5741575"/>
              <a:gd name="connsiteY25" fmla="*/ 770210 h 955271"/>
              <a:gd name="connsiteX26" fmla="*/ 1212574 w 5741575"/>
              <a:gd name="connsiteY26" fmla="*/ 724238 h 955271"/>
              <a:gd name="connsiteX27" fmla="*/ 1280768 w 5741575"/>
              <a:gd name="connsiteY27" fmla="*/ 699122 h 955271"/>
              <a:gd name="connsiteX28" fmla="*/ 1352027 w 5741575"/>
              <a:gd name="connsiteY28" fmla="*/ 704323 h 955271"/>
              <a:gd name="connsiteX29" fmla="*/ 1374314 w 5741575"/>
              <a:gd name="connsiteY29" fmla="*/ 688815 h 955271"/>
              <a:gd name="connsiteX30" fmla="*/ 1378034 w 5741575"/>
              <a:gd name="connsiteY30" fmla="*/ 685842 h 955271"/>
              <a:gd name="connsiteX31" fmla="*/ 1395604 w 5741575"/>
              <a:gd name="connsiteY31" fmla="*/ 680460 h 955271"/>
              <a:gd name="connsiteX32" fmla="*/ 1397206 w 5741575"/>
              <a:gd name="connsiteY32" fmla="*/ 670793 h 955271"/>
              <a:gd name="connsiteX33" fmla="*/ 1421250 w 5741575"/>
              <a:gd name="connsiteY33" fmla="*/ 656855 h 955271"/>
              <a:gd name="connsiteX34" fmla="*/ 1454524 w 5741575"/>
              <a:gd name="connsiteY34" fmla="*/ 649224 h 955271"/>
              <a:gd name="connsiteX35" fmla="*/ 1616217 w 5741575"/>
              <a:gd name="connsiteY35" fmla="*/ 622107 h 955271"/>
              <a:gd name="connsiteX36" fmla="*/ 1710928 w 5741575"/>
              <a:gd name="connsiteY36" fmla="*/ 600666 h 955271"/>
              <a:gd name="connsiteX37" fmla="*/ 1743718 w 5741575"/>
              <a:gd name="connsiteY37" fmla="*/ 584327 h 955271"/>
              <a:gd name="connsiteX38" fmla="*/ 1791651 w 5741575"/>
              <a:gd name="connsiteY38" fmla="*/ 567019 h 955271"/>
              <a:gd name="connsiteX39" fmla="*/ 1873778 w 5741575"/>
              <a:gd name="connsiteY39" fmla="*/ 530130 h 955271"/>
              <a:gd name="connsiteX40" fmla="*/ 1988411 w 5741575"/>
              <a:gd name="connsiteY40" fmla="*/ 491599 h 955271"/>
              <a:gd name="connsiteX41" fmla="*/ 2085507 w 5741575"/>
              <a:gd name="connsiteY41" fmla="*/ 498527 h 955271"/>
              <a:gd name="connsiteX42" fmla="*/ 2090767 w 5741575"/>
              <a:gd name="connsiteY42" fmla="*/ 490616 h 955271"/>
              <a:gd name="connsiteX43" fmla="*/ 2151143 w 5741575"/>
              <a:gd name="connsiteY43" fmla="*/ 478332 h 955271"/>
              <a:gd name="connsiteX44" fmla="*/ 2378710 w 5741575"/>
              <a:gd name="connsiteY44" fmla="*/ 477570 h 955271"/>
              <a:gd name="connsiteX45" fmla="*/ 2496256 w 5741575"/>
              <a:gd name="connsiteY45" fmla="*/ 452396 h 955271"/>
              <a:gd name="connsiteX46" fmla="*/ 2535387 w 5741575"/>
              <a:gd name="connsiteY46" fmla="*/ 436645 h 955271"/>
              <a:gd name="connsiteX47" fmla="*/ 2601109 w 5741575"/>
              <a:gd name="connsiteY47" fmla="*/ 410678 h 955271"/>
              <a:gd name="connsiteX48" fmla="*/ 2643855 w 5741575"/>
              <a:gd name="connsiteY48" fmla="*/ 374482 h 955271"/>
              <a:gd name="connsiteX49" fmla="*/ 2657726 w 5741575"/>
              <a:gd name="connsiteY49" fmla="*/ 365841 h 955271"/>
              <a:gd name="connsiteX50" fmla="*/ 2687125 w 5741575"/>
              <a:gd name="connsiteY50" fmla="*/ 366820 h 955271"/>
              <a:gd name="connsiteX51" fmla="*/ 2697479 w 5741575"/>
              <a:gd name="connsiteY51" fmla="*/ 361430 h 955271"/>
              <a:gd name="connsiteX52" fmla="*/ 2701547 w 5741575"/>
              <a:gd name="connsiteY52" fmla="*/ 361545 h 955271"/>
              <a:gd name="connsiteX53" fmla="*/ 2711054 w 5741575"/>
              <a:gd name="connsiteY53" fmla="*/ 360597 h 955271"/>
              <a:gd name="connsiteX54" fmla="*/ 2710438 w 5741575"/>
              <a:gd name="connsiteY54" fmla="*/ 366958 h 955271"/>
              <a:gd name="connsiteX55" fmla="*/ 2722936 w 5741575"/>
              <a:gd name="connsiteY55" fmla="*/ 377633 h 955271"/>
              <a:gd name="connsiteX56" fmla="*/ 2777227 w 5741575"/>
              <a:gd name="connsiteY56" fmla="*/ 368972 h 955271"/>
              <a:gd name="connsiteX57" fmla="*/ 2779510 w 5741575"/>
              <a:gd name="connsiteY57" fmla="*/ 361652 h 955271"/>
              <a:gd name="connsiteX58" fmla="*/ 2786278 w 5741575"/>
              <a:gd name="connsiteY58" fmla="*/ 359869 h 955271"/>
              <a:gd name="connsiteX59" fmla="*/ 2792101 w 5741575"/>
              <a:gd name="connsiteY59" fmla="*/ 365927 h 955271"/>
              <a:gd name="connsiteX60" fmla="*/ 2885545 w 5741575"/>
              <a:gd name="connsiteY60" fmla="*/ 372818 h 955271"/>
              <a:gd name="connsiteX61" fmla="*/ 3009558 w 5741575"/>
              <a:gd name="connsiteY61" fmla="*/ 370573 h 955271"/>
              <a:gd name="connsiteX62" fmla="*/ 3095010 w 5741575"/>
              <a:gd name="connsiteY62" fmla="*/ 332454 h 955271"/>
              <a:gd name="connsiteX63" fmla="*/ 3103742 w 5741575"/>
              <a:gd name="connsiteY63" fmla="*/ 337974 h 955271"/>
              <a:gd name="connsiteX64" fmla="*/ 3165093 w 5741575"/>
              <a:gd name="connsiteY64" fmla="*/ 329459 h 955271"/>
              <a:gd name="connsiteX65" fmla="*/ 3373785 w 5741575"/>
              <a:gd name="connsiteY65" fmla="*/ 255680 h 955271"/>
              <a:gd name="connsiteX66" fmla="*/ 3493851 w 5741575"/>
              <a:gd name="connsiteY66" fmla="*/ 240255 h 955271"/>
              <a:gd name="connsiteX67" fmla="*/ 3537470 w 5741575"/>
              <a:gd name="connsiteY67" fmla="*/ 241867 h 955271"/>
              <a:gd name="connsiteX68" fmla="*/ 3610489 w 5741575"/>
              <a:gd name="connsiteY68" fmla="*/ 244128 h 955271"/>
              <a:gd name="connsiteX69" fmla="*/ 3667539 w 5741575"/>
              <a:gd name="connsiteY69" fmla="*/ 263271 h 955271"/>
              <a:gd name="connsiteX70" fmla="*/ 3727614 w 5741575"/>
              <a:gd name="connsiteY70" fmla="*/ 258245 h 955271"/>
              <a:gd name="connsiteX71" fmla="*/ 3738369 w 5741575"/>
              <a:gd name="connsiteY71" fmla="*/ 234506 h 955271"/>
              <a:gd name="connsiteX72" fmla="*/ 3803670 w 5741575"/>
              <a:gd name="connsiteY72" fmla="*/ 236457 h 955271"/>
              <a:gd name="connsiteX73" fmla="*/ 3903080 w 5741575"/>
              <a:gd name="connsiteY73" fmla="*/ 241890 h 955271"/>
              <a:gd name="connsiteX74" fmla="*/ 3959588 w 5741575"/>
              <a:gd name="connsiteY74" fmla="*/ 239195 h 955271"/>
              <a:gd name="connsiteX75" fmla="*/ 4114838 w 5741575"/>
              <a:gd name="connsiteY75" fmla="*/ 238165 h 955271"/>
              <a:gd name="connsiteX76" fmla="*/ 4271023 w 5741575"/>
              <a:gd name="connsiteY76" fmla="*/ 241959 h 955271"/>
              <a:gd name="connsiteX77" fmla="*/ 4367397 w 5741575"/>
              <a:gd name="connsiteY77" fmla="*/ 271442 h 955271"/>
              <a:gd name="connsiteX78" fmla="*/ 4495366 w 5741575"/>
              <a:gd name="connsiteY78" fmla="*/ 271618 h 955271"/>
              <a:gd name="connsiteX79" fmla="*/ 4517347 w 5741575"/>
              <a:gd name="connsiteY79" fmla="*/ 275639 h 955271"/>
              <a:gd name="connsiteX80" fmla="*/ 4546116 w 5741575"/>
              <a:gd name="connsiteY80" fmla="*/ 268568 h 955271"/>
              <a:gd name="connsiteX81" fmla="*/ 4661259 w 5741575"/>
              <a:gd name="connsiteY81" fmla="*/ 238966 h 955271"/>
              <a:gd name="connsiteX82" fmla="*/ 4750403 w 5741575"/>
              <a:gd name="connsiteY82" fmla="*/ 204364 h 955271"/>
              <a:gd name="connsiteX83" fmla="*/ 4867614 w 5741575"/>
              <a:gd name="connsiteY83" fmla="*/ 208668 h 955271"/>
              <a:gd name="connsiteX84" fmla="*/ 4937036 w 5741575"/>
              <a:gd name="connsiteY84" fmla="*/ 195446 h 955271"/>
              <a:gd name="connsiteX85" fmla="*/ 5047626 w 5741575"/>
              <a:gd name="connsiteY85" fmla="*/ 149604 h 955271"/>
              <a:gd name="connsiteX86" fmla="*/ 5200247 w 5741575"/>
              <a:gd name="connsiteY86" fmla="*/ 142695 h 955271"/>
              <a:gd name="connsiteX87" fmla="*/ 5235691 w 5741575"/>
              <a:gd name="connsiteY87" fmla="*/ 173330 h 955271"/>
              <a:gd name="connsiteX88" fmla="*/ 5280133 w 5741575"/>
              <a:gd name="connsiteY88" fmla="*/ 189342 h 955271"/>
              <a:gd name="connsiteX89" fmla="*/ 5291963 w 5741575"/>
              <a:gd name="connsiteY89" fmla="*/ 139446 h 955271"/>
              <a:gd name="connsiteX90" fmla="*/ 5418472 w 5741575"/>
              <a:gd name="connsiteY90" fmla="*/ 89163 h 955271"/>
              <a:gd name="connsiteX91" fmla="*/ 5482354 w 5741575"/>
              <a:gd name="connsiteY91" fmla="*/ 69470 h 955271"/>
              <a:gd name="connsiteX92" fmla="*/ 5583280 w 5741575"/>
              <a:gd name="connsiteY92" fmla="*/ 49787 h 955271"/>
              <a:gd name="connsiteX93" fmla="*/ 5613766 w 5741575"/>
              <a:gd name="connsiteY93" fmla="*/ 41855 h 955271"/>
              <a:gd name="connsiteX94" fmla="*/ 5684952 w 5741575"/>
              <a:gd name="connsiteY94" fmla="*/ 26088 h 955271"/>
              <a:gd name="connsiteX0" fmla="*/ 5741575 w 5741575"/>
              <a:gd name="connsiteY0" fmla="*/ 0 h 955271"/>
              <a:gd name="connsiteX1" fmla="*/ 5741575 w 5741575"/>
              <a:gd name="connsiteY1" fmla="*/ 955271 h 955271"/>
              <a:gd name="connsiteX2" fmla="*/ 0 w 5741575"/>
              <a:gd name="connsiteY2" fmla="*/ 955271 h 955271"/>
              <a:gd name="connsiteX3" fmla="*/ 8558 w 5741575"/>
              <a:gd name="connsiteY3" fmla="*/ 953971 h 955271"/>
              <a:gd name="connsiteX4" fmla="*/ 16894 w 5741575"/>
              <a:gd name="connsiteY4" fmla="*/ 953847 h 955271"/>
              <a:gd name="connsiteX5" fmla="*/ 28156 w 5741575"/>
              <a:gd name="connsiteY5" fmla="*/ 951374 h 955271"/>
              <a:gd name="connsiteX6" fmla="*/ 28293 w 5741575"/>
              <a:gd name="connsiteY6" fmla="*/ 950971 h 955271"/>
              <a:gd name="connsiteX7" fmla="*/ 39115 w 5741575"/>
              <a:gd name="connsiteY7" fmla="*/ 949326 h 955271"/>
              <a:gd name="connsiteX8" fmla="*/ 93851 w 5741575"/>
              <a:gd name="connsiteY8" fmla="*/ 945611 h 955271"/>
              <a:gd name="connsiteX9" fmla="*/ 148657 w 5741575"/>
              <a:gd name="connsiteY9" fmla="*/ 898134 h 955271"/>
              <a:gd name="connsiteX10" fmla="*/ 174554 w 5741575"/>
              <a:gd name="connsiteY10" fmla="*/ 886351 h 955271"/>
              <a:gd name="connsiteX11" fmla="*/ 187633 w 5741575"/>
              <a:gd name="connsiteY11" fmla="*/ 878226 h 955271"/>
              <a:gd name="connsiteX12" fmla="*/ 187961 w 5741575"/>
              <a:gd name="connsiteY12" fmla="*/ 876538 h 955271"/>
              <a:gd name="connsiteX13" fmla="*/ 240501 w 5741575"/>
              <a:gd name="connsiteY13" fmla="*/ 873150 h 955271"/>
              <a:gd name="connsiteX14" fmla="*/ 246345 w 5741575"/>
              <a:gd name="connsiteY14" fmla="*/ 869942 h 955271"/>
              <a:gd name="connsiteX15" fmla="*/ 282041 w 5741575"/>
              <a:gd name="connsiteY15" fmla="*/ 871263 h 955271"/>
              <a:gd name="connsiteX16" fmla="*/ 299711 w 5741575"/>
              <a:gd name="connsiteY16" fmla="*/ 870064 h 955271"/>
              <a:gd name="connsiteX17" fmla="*/ 306299 w 5741575"/>
              <a:gd name="connsiteY17" fmla="*/ 873609 h 955271"/>
              <a:gd name="connsiteX18" fmla="*/ 331571 w 5741575"/>
              <a:gd name="connsiteY18" fmla="*/ 869866 h 955271"/>
              <a:gd name="connsiteX19" fmla="*/ 333872 w 5741575"/>
              <a:gd name="connsiteY19" fmla="*/ 867971 h 955271"/>
              <a:gd name="connsiteX20" fmla="*/ 356953 w 5741575"/>
              <a:gd name="connsiteY20" fmla="*/ 870334 h 955271"/>
              <a:gd name="connsiteX21" fmla="*/ 379005 w 5741575"/>
              <a:gd name="connsiteY21" fmla="*/ 878900 h 955271"/>
              <a:gd name="connsiteX22" fmla="*/ 585428 w 5741575"/>
              <a:gd name="connsiteY22" fmla="*/ 826440 h 955271"/>
              <a:gd name="connsiteX23" fmla="*/ 787156 w 5741575"/>
              <a:gd name="connsiteY23" fmla="*/ 838447 h 955271"/>
              <a:gd name="connsiteX24" fmla="*/ 898586 w 5741575"/>
              <a:gd name="connsiteY24" fmla="*/ 808502 h 955271"/>
              <a:gd name="connsiteX25" fmla="*/ 924063 w 5741575"/>
              <a:gd name="connsiteY25" fmla="*/ 770210 h 955271"/>
              <a:gd name="connsiteX26" fmla="*/ 1212574 w 5741575"/>
              <a:gd name="connsiteY26" fmla="*/ 724238 h 955271"/>
              <a:gd name="connsiteX27" fmla="*/ 1280768 w 5741575"/>
              <a:gd name="connsiteY27" fmla="*/ 699122 h 955271"/>
              <a:gd name="connsiteX28" fmla="*/ 1352027 w 5741575"/>
              <a:gd name="connsiteY28" fmla="*/ 704323 h 955271"/>
              <a:gd name="connsiteX29" fmla="*/ 1374314 w 5741575"/>
              <a:gd name="connsiteY29" fmla="*/ 688815 h 955271"/>
              <a:gd name="connsiteX30" fmla="*/ 1378034 w 5741575"/>
              <a:gd name="connsiteY30" fmla="*/ 685842 h 955271"/>
              <a:gd name="connsiteX31" fmla="*/ 1395604 w 5741575"/>
              <a:gd name="connsiteY31" fmla="*/ 680460 h 955271"/>
              <a:gd name="connsiteX32" fmla="*/ 1397206 w 5741575"/>
              <a:gd name="connsiteY32" fmla="*/ 670793 h 955271"/>
              <a:gd name="connsiteX33" fmla="*/ 1421250 w 5741575"/>
              <a:gd name="connsiteY33" fmla="*/ 656855 h 955271"/>
              <a:gd name="connsiteX34" fmla="*/ 1454524 w 5741575"/>
              <a:gd name="connsiteY34" fmla="*/ 649224 h 955271"/>
              <a:gd name="connsiteX35" fmla="*/ 1616217 w 5741575"/>
              <a:gd name="connsiteY35" fmla="*/ 622107 h 955271"/>
              <a:gd name="connsiteX36" fmla="*/ 1710928 w 5741575"/>
              <a:gd name="connsiteY36" fmla="*/ 600666 h 955271"/>
              <a:gd name="connsiteX37" fmla="*/ 1743718 w 5741575"/>
              <a:gd name="connsiteY37" fmla="*/ 584327 h 955271"/>
              <a:gd name="connsiteX38" fmla="*/ 1791651 w 5741575"/>
              <a:gd name="connsiteY38" fmla="*/ 567019 h 955271"/>
              <a:gd name="connsiteX39" fmla="*/ 1873778 w 5741575"/>
              <a:gd name="connsiteY39" fmla="*/ 530130 h 955271"/>
              <a:gd name="connsiteX40" fmla="*/ 1988411 w 5741575"/>
              <a:gd name="connsiteY40" fmla="*/ 491599 h 955271"/>
              <a:gd name="connsiteX41" fmla="*/ 2085507 w 5741575"/>
              <a:gd name="connsiteY41" fmla="*/ 498527 h 955271"/>
              <a:gd name="connsiteX42" fmla="*/ 2090767 w 5741575"/>
              <a:gd name="connsiteY42" fmla="*/ 490616 h 955271"/>
              <a:gd name="connsiteX43" fmla="*/ 2151143 w 5741575"/>
              <a:gd name="connsiteY43" fmla="*/ 478332 h 955271"/>
              <a:gd name="connsiteX44" fmla="*/ 2378710 w 5741575"/>
              <a:gd name="connsiteY44" fmla="*/ 477570 h 955271"/>
              <a:gd name="connsiteX45" fmla="*/ 2496256 w 5741575"/>
              <a:gd name="connsiteY45" fmla="*/ 452396 h 955271"/>
              <a:gd name="connsiteX46" fmla="*/ 2535387 w 5741575"/>
              <a:gd name="connsiteY46" fmla="*/ 436645 h 955271"/>
              <a:gd name="connsiteX47" fmla="*/ 2601109 w 5741575"/>
              <a:gd name="connsiteY47" fmla="*/ 410678 h 955271"/>
              <a:gd name="connsiteX48" fmla="*/ 2643855 w 5741575"/>
              <a:gd name="connsiteY48" fmla="*/ 374482 h 955271"/>
              <a:gd name="connsiteX49" fmla="*/ 2657726 w 5741575"/>
              <a:gd name="connsiteY49" fmla="*/ 365841 h 955271"/>
              <a:gd name="connsiteX50" fmla="*/ 2687125 w 5741575"/>
              <a:gd name="connsiteY50" fmla="*/ 366820 h 955271"/>
              <a:gd name="connsiteX51" fmla="*/ 2697479 w 5741575"/>
              <a:gd name="connsiteY51" fmla="*/ 361430 h 955271"/>
              <a:gd name="connsiteX52" fmla="*/ 2701547 w 5741575"/>
              <a:gd name="connsiteY52" fmla="*/ 361545 h 955271"/>
              <a:gd name="connsiteX53" fmla="*/ 2711054 w 5741575"/>
              <a:gd name="connsiteY53" fmla="*/ 360597 h 955271"/>
              <a:gd name="connsiteX54" fmla="*/ 2710438 w 5741575"/>
              <a:gd name="connsiteY54" fmla="*/ 366958 h 955271"/>
              <a:gd name="connsiteX55" fmla="*/ 2722936 w 5741575"/>
              <a:gd name="connsiteY55" fmla="*/ 377633 h 955271"/>
              <a:gd name="connsiteX56" fmla="*/ 2777227 w 5741575"/>
              <a:gd name="connsiteY56" fmla="*/ 368972 h 955271"/>
              <a:gd name="connsiteX57" fmla="*/ 2779510 w 5741575"/>
              <a:gd name="connsiteY57" fmla="*/ 361652 h 955271"/>
              <a:gd name="connsiteX58" fmla="*/ 2786278 w 5741575"/>
              <a:gd name="connsiteY58" fmla="*/ 359869 h 955271"/>
              <a:gd name="connsiteX59" fmla="*/ 2792101 w 5741575"/>
              <a:gd name="connsiteY59" fmla="*/ 365927 h 955271"/>
              <a:gd name="connsiteX60" fmla="*/ 2885545 w 5741575"/>
              <a:gd name="connsiteY60" fmla="*/ 372818 h 955271"/>
              <a:gd name="connsiteX61" fmla="*/ 3009558 w 5741575"/>
              <a:gd name="connsiteY61" fmla="*/ 370573 h 955271"/>
              <a:gd name="connsiteX62" fmla="*/ 3095010 w 5741575"/>
              <a:gd name="connsiteY62" fmla="*/ 332454 h 955271"/>
              <a:gd name="connsiteX63" fmla="*/ 3103742 w 5741575"/>
              <a:gd name="connsiteY63" fmla="*/ 337974 h 955271"/>
              <a:gd name="connsiteX64" fmla="*/ 3165093 w 5741575"/>
              <a:gd name="connsiteY64" fmla="*/ 329459 h 955271"/>
              <a:gd name="connsiteX65" fmla="*/ 3373785 w 5741575"/>
              <a:gd name="connsiteY65" fmla="*/ 255680 h 955271"/>
              <a:gd name="connsiteX66" fmla="*/ 3493851 w 5741575"/>
              <a:gd name="connsiteY66" fmla="*/ 240255 h 955271"/>
              <a:gd name="connsiteX67" fmla="*/ 3537470 w 5741575"/>
              <a:gd name="connsiteY67" fmla="*/ 241867 h 955271"/>
              <a:gd name="connsiteX68" fmla="*/ 3610489 w 5741575"/>
              <a:gd name="connsiteY68" fmla="*/ 244128 h 955271"/>
              <a:gd name="connsiteX69" fmla="*/ 3667539 w 5741575"/>
              <a:gd name="connsiteY69" fmla="*/ 263271 h 955271"/>
              <a:gd name="connsiteX70" fmla="*/ 3727614 w 5741575"/>
              <a:gd name="connsiteY70" fmla="*/ 258245 h 955271"/>
              <a:gd name="connsiteX71" fmla="*/ 3738369 w 5741575"/>
              <a:gd name="connsiteY71" fmla="*/ 234506 h 955271"/>
              <a:gd name="connsiteX72" fmla="*/ 3803670 w 5741575"/>
              <a:gd name="connsiteY72" fmla="*/ 236457 h 955271"/>
              <a:gd name="connsiteX73" fmla="*/ 3903080 w 5741575"/>
              <a:gd name="connsiteY73" fmla="*/ 241890 h 955271"/>
              <a:gd name="connsiteX74" fmla="*/ 4114838 w 5741575"/>
              <a:gd name="connsiteY74" fmla="*/ 238165 h 955271"/>
              <a:gd name="connsiteX75" fmla="*/ 4271023 w 5741575"/>
              <a:gd name="connsiteY75" fmla="*/ 241959 h 955271"/>
              <a:gd name="connsiteX76" fmla="*/ 4367397 w 5741575"/>
              <a:gd name="connsiteY76" fmla="*/ 271442 h 955271"/>
              <a:gd name="connsiteX77" fmla="*/ 4495366 w 5741575"/>
              <a:gd name="connsiteY77" fmla="*/ 271618 h 955271"/>
              <a:gd name="connsiteX78" fmla="*/ 4517347 w 5741575"/>
              <a:gd name="connsiteY78" fmla="*/ 275639 h 955271"/>
              <a:gd name="connsiteX79" fmla="*/ 4546116 w 5741575"/>
              <a:gd name="connsiteY79" fmla="*/ 268568 h 955271"/>
              <a:gd name="connsiteX80" fmla="*/ 4661259 w 5741575"/>
              <a:gd name="connsiteY80" fmla="*/ 238966 h 955271"/>
              <a:gd name="connsiteX81" fmla="*/ 4750403 w 5741575"/>
              <a:gd name="connsiteY81" fmla="*/ 204364 h 955271"/>
              <a:gd name="connsiteX82" fmla="*/ 4867614 w 5741575"/>
              <a:gd name="connsiteY82" fmla="*/ 208668 h 955271"/>
              <a:gd name="connsiteX83" fmla="*/ 4937036 w 5741575"/>
              <a:gd name="connsiteY83" fmla="*/ 195446 h 955271"/>
              <a:gd name="connsiteX84" fmla="*/ 5047626 w 5741575"/>
              <a:gd name="connsiteY84" fmla="*/ 149604 h 955271"/>
              <a:gd name="connsiteX85" fmla="*/ 5200247 w 5741575"/>
              <a:gd name="connsiteY85" fmla="*/ 142695 h 955271"/>
              <a:gd name="connsiteX86" fmla="*/ 5235691 w 5741575"/>
              <a:gd name="connsiteY86" fmla="*/ 173330 h 955271"/>
              <a:gd name="connsiteX87" fmla="*/ 5280133 w 5741575"/>
              <a:gd name="connsiteY87" fmla="*/ 189342 h 955271"/>
              <a:gd name="connsiteX88" fmla="*/ 5291963 w 5741575"/>
              <a:gd name="connsiteY88" fmla="*/ 139446 h 955271"/>
              <a:gd name="connsiteX89" fmla="*/ 5418472 w 5741575"/>
              <a:gd name="connsiteY89" fmla="*/ 89163 h 955271"/>
              <a:gd name="connsiteX90" fmla="*/ 5482354 w 5741575"/>
              <a:gd name="connsiteY90" fmla="*/ 69470 h 955271"/>
              <a:gd name="connsiteX91" fmla="*/ 5583280 w 5741575"/>
              <a:gd name="connsiteY91" fmla="*/ 49787 h 955271"/>
              <a:gd name="connsiteX92" fmla="*/ 5613766 w 5741575"/>
              <a:gd name="connsiteY92" fmla="*/ 41855 h 955271"/>
              <a:gd name="connsiteX93" fmla="*/ 5684952 w 5741575"/>
              <a:gd name="connsiteY93" fmla="*/ 26088 h 955271"/>
              <a:gd name="connsiteX94" fmla="*/ 5741575 w 5741575"/>
              <a:gd name="connsiteY94" fmla="*/ 0 h 955271"/>
              <a:gd name="connsiteX0" fmla="*/ 5741575 w 5741575"/>
              <a:gd name="connsiteY0" fmla="*/ 0 h 955271"/>
              <a:gd name="connsiteX1" fmla="*/ 5741575 w 5741575"/>
              <a:gd name="connsiteY1" fmla="*/ 955271 h 955271"/>
              <a:gd name="connsiteX2" fmla="*/ 0 w 5741575"/>
              <a:gd name="connsiteY2" fmla="*/ 955271 h 955271"/>
              <a:gd name="connsiteX3" fmla="*/ 8558 w 5741575"/>
              <a:gd name="connsiteY3" fmla="*/ 953971 h 955271"/>
              <a:gd name="connsiteX4" fmla="*/ 16894 w 5741575"/>
              <a:gd name="connsiteY4" fmla="*/ 953847 h 955271"/>
              <a:gd name="connsiteX5" fmla="*/ 28156 w 5741575"/>
              <a:gd name="connsiteY5" fmla="*/ 951374 h 955271"/>
              <a:gd name="connsiteX6" fmla="*/ 28293 w 5741575"/>
              <a:gd name="connsiteY6" fmla="*/ 950971 h 955271"/>
              <a:gd name="connsiteX7" fmla="*/ 39115 w 5741575"/>
              <a:gd name="connsiteY7" fmla="*/ 949326 h 955271"/>
              <a:gd name="connsiteX8" fmla="*/ 93851 w 5741575"/>
              <a:gd name="connsiteY8" fmla="*/ 945611 h 955271"/>
              <a:gd name="connsiteX9" fmla="*/ 148657 w 5741575"/>
              <a:gd name="connsiteY9" fmla="*/ 898134 h 955271"/>
              <a:gd name="connsiteX10" fmla="*/ 174554 w 5741575"/>
              <a:gd name="connsiteY10" fmla="*/ 886351 h 955271"/>
              <a:gd name="connsiteX11" fmla="*/ 187633 w 5741575"/>
              <a:gd name="connsiteY11" fmla="*/ 878226 h 955271"/>
              <a:gd name="connsiteX12" fmla="*/ 187961 w 5741575"/>
              <a:gd name="connsiteY12" fmla="*/ 876538 h 955271"/>
              <a:gd name="connsiteX13" fmla="*/ 240501 w 5741575"/>
              <a:gd name="connsiteY13" fmla="*/ 873150 h 955271"/>
              <a:gd name="connsiteX14" fmla="*/ 246345 w 5741575"/>
              <a:gd name="connsiteY14" fmla="*/ 869942 h 955271"/>
              <a:gd name="connsiteX15" fmla="*/ 282041 w 5741575"/>
              <a:gd name="connsiteY15" fmla="*/ 871263 h 955271"/>
              <a:gd name="connsiteX16" fmla="*/ 299711 w 5741575"/>
              <a:gd name="connsiteY16" fmla="*/ 870064 h 955271"/>
              <a:gd name="connsiteX17" fmla="*/ 306299 w 5741575"/>
              <a:gd name="connsiteY17" fmla="*/ 873609 h 955271"/>
              <a:gd name="connsiteX18" fmla="*/ 331571 w 5741575"/>
              <a:gd name="connsiteY18" fmla="*/ 869866 h 955271"/>
              <a:gd name="connsiteX19" fmla="*/ 333872 w 5741575"/>
              <a:gd name="connsiteY19" fmla="*/ 867971 h 955271"/>
              <a:gd name="connsiteX20" fmla="*/ 356953 w 5741575"/>
              <a:gd name="connsiteY20" fmla="*/ 870334 h 955271"/>
              <a:gd name="connsiteX21" fmla="*/ 379005 w 5741575"/>
              <a:gd name="connsiteY21" fmla="*/ 878900 h 955271"/>
              <a:gd name="connsiteX22" fmla="*/ 585428 w 5741575"/>
              <a:gd name="connsiteY22" fmla="*/ 826440 h 955271"/>
              <a:gd name="connsiteX23" fmla="*/ 787156 w 5741575"/>
              <a:gd name="connsiteY23" fmla="*/ 838447 h 955271"/>
              <a:gd name="connsiteX24" fmla="*/ 898586 w 5741575"/>
              <a:gd name="connsiteY24" fmla="*/ 808502 h 955271"/>
              <a:gd name="connsiteX25" fmla="*/ 924063 w 5741575"/>
              <a:gd name="connsiteY25" fmla="*/ 770210 h 955271"/>
              <a:gd name="connsiteX26" fmla="*/ 1212574 w 5741575"/>
              <a:gd name="connsiteY26" fmla="*/ 724238 h 955271"/>
              <a:gd name="connsiteX27" fmla="*/ 1280768 w 5741575"/>
              <a:gd name="connsiteY27" fmla="*/ 699122 h 955271"/>
              <a:gd name="connsiteX28" fmla="*/ 1352027 w 5741575"/>
              <a:gd name="connsiteY28" fmla="*/ 704323 h 955271"/>
              <a:gd name="connsiteX29" fmla="*/ 1374314 w 5741575"/>
              <a:gd name="connsiteY29" fmla="*/ 688815 h 955271"/>
              <a:gd name="connsiteX30" fmla="*/ 1378034 w 5741575"/>
              <a:gd name="connsiteY30" fmla="*/ 685842 h 955271"/>
              <a:gd name="connsiteX31" fmla="*/ 1395604 w 5741575"/>
              <a:gd name="connsiteY31" fmla="*/ 680460 h 955271"/>
              <a:gd name="connsiteX32" fmla="*/ 1397206 w 5741575"/>
              <a:gd name="connsiteY32" fmla="*/ 670793 h 955271"/>
              <a:gd name="connsiteX33" fmla="*/ 1421250 w 5741575"/>
              <a:gd name="connsiteY33" fmla="*/ 656855 h 955271"/>
              <a:gd name="connsiteX34" fmla="*/ 1454524 w 5741575"/>
              <a:gd name="connsiteY34" fmla="*/ 649224 h 955271"/>
              <a:gd name="connsiteX35" fmla="*/ 1616217 w 5741575"/>
              <a:gd name="connsiteY35" fmla="*/ 622107 h 955271"/>
              <a:gd name="connsiteX36" fmla="*/ 1710928 w 5741575"/>
              <a:gd name="connsiteY36" fmla="*/ 600666 h 955271"/>
              <a:gd name="connsiteX37" fmla="*/ 1743718 w 5741575"/>
              <a:gd name="connsiteY37" fmla="*/ 584327 h 955271"/>
              <a:gd name="connsiteX38" fmla="*/ 1873778 w 5741575"/>
              <a:gd name="connsiteY38" fmla="*/ 530130 h 955271"/>
              <a:gd name="connsiteX39" fmla="*/ 1988411 w 5741575"/>
              <a:gd name="connsiteY39" fmla="*/ 491599 h 955271"/>
              <a:gd name="connsiteX40" fmla="*/ 2085507 w 5741575"/>
              <a:gd name="connsiteY40" fmla="*/ 498527 h 955271"/>
              <a:gd name="connsiteX41" fmla="*/ 2090767 w 5741575"/>
              <a:gd name="connsiteY41" fmla="*/ 490616 h 955271"/>
              <a:gd name="connsiteX42" fmla="*/ 2151143 w 5741575"/>
              <a:gd name="connsiteY42" fmla="*/ 478332 h 955271"/>
              <a:gd name="connsiteX43" fmla="*/ 2378710 w 5741575"/>
              <a:gd name="connsiteY43" fmla="*/ 477570 h 955271"/>
              <a:gd name="connsiteX44" fmla="*/ 2496256 w 5741575"/>
              <a:gd name="connsiteY44" fmla="*/ 452396 h 955271"/>
              <a:gd name="connsiteX45" fmla="*/ 2535387 w 5741575"/>
              <a:gd name="connsiteY45" fmla="*/ 436645 h 955271"/>
              <a:gd name="connsiteX46" fmla="*/ 2601109 w 5741575"/>
              <a:gd name="connsiteY46" fmla="*/ 410678 h 955271"/>
              <a:gd name="connsiteX47" fmla="*/ 2643855 w 5741575"/>
              <a:gd name="connsiteY47" fmla="*/ 374482 h 955271"/>
              <a:gd name="connsiteX48" fmla="*/ 2657726 w 5741575"/>
              <a:gd name="connsiteY48" fmla="*/ 365841 h 955271"/>
              <a:gd name="connsiteX49" fmla="*/ 2687125 w 5741575"/>
              <a:gd name="connsiteY49" fmla="*/ 366820 h 955271"/>
              <a:gd name="connsiteX50" fmla="*/ 2697479 w 5741575"/>
              <a:gd name="connsiteY50" fmla="*/ 361430 h 955271"/>
              <a:gd name="connsiteX51" fmla="*/ 2701547 w 5741575"/>
              <a:gd name="connsiteY51" fmla="*/ 361545 h 955271"/>
              <a:gd name="connsiteX52" fmla="*/ 2711054 w 5741575"/>
              <a:gd name="connsiteY52" fmla="*/ 360597 h 955271"/>
              <a:gd name="connsiteX53" fmla="*/ 2710438 w 5741575"/>
              <a:gd name="connsiteY53" fmla="*/ 366958 h 955271"/>
              <a:gd name="connsiteX54" fmla="*/ 2722936 w 5741575"/>
              <a:gd name="connsiteY54" fmla="*/ 377633 h 955271"/>
              <a:gd name="connsiteX55" fmla="*/ 2777227 w 5741575"/>
              <a:gd name="connsiteY55" fmla="*/ 368972 h 955271"/>
              <a:gd name="connsiteX56" fmla="*/ 2779510 w 5741575"/>
              <a:gd name="connsiteY56" fmla="*/ 361652 h 955271"/>
              <a:gd name="connsiteX57" fmla="*/ 2786278 w 5741575"/>
              <a:gd name="connsiteY57" fmla="*/ 359869 h 955271"/>
              <a:gd name="connsiteX58" fmla="*/ 2792101 w 5741575"/>
              <a:gd name="connsiteY58" fmla="*/ 365927 h 955271"/>
              <a:gd name="connsiteX59" fmla="*/ 2885545 w 5741575"/>
              <a:gd name="connsiteY59" fmla="*/ 372818 h 955271"/>
              <a:gd name="connsiteX60" fmla="*/ 3009558 w 5741575"/>
              <a:gd name="connsiteY60" fmla="*/ 370573 h 955271"/>
              <a:gd name="connsiteX61" fmla="*/ 3095010 w 5741575"/>
              <a:gd name="connsiteY61" fmla="*/ 332454 h 955271"/>
              <a:gd name="connsiteX62" fmla="*/ 3103742 w 5741575"/>
              <a:gd name="connsiteY62" fmla="*/ 337974 h 955271"/>
              <a:gd name="connsiteX63" fmla="*/ 3165093 w 5741575"/>
              <a:gd name="connsiteY63" fmla="*/ 329459 h 955271"/>
              <a:gd name="connsiteX64" fmla="*/ 3373785 w 5741575"/>
              <a:gd name="connsiteY64" fmla="*/ 255680 h 955271"/>
              <a:gd name="connsiteX65" fmla="*/ 3493851 w 5741575"/>
              <a:gd name="connsiteY65" fmla="*/ 240255 h 955271"/>
              <a:gd name="connsiteX66" fmla="*/ 3537470 w 5741575"/>
              <a:gd name="connsiteY66" fmla="*/ 241867 h 955271"/>
              <a:gd name="connsiteX67" fmla="*/ 3610489 w 5741575"/>
              <a:gd name="connsiteY67" fmla="*/ 244128 h 955271"/>
              <a:gd name="connsiteX68" fmla="*/ 3667539 w 5741575"/>
              <a:gd name="connsiteY68" fmla="*/ 263271 h 955271"/>
              <a:gd name="connsiteX69" fmla="*/ 3727614 w 5741575"/>
              <a:gd name="connsiteY69" fmla="*/ 258245 h 955271"/>
              <a:gd name="connsiteX70" fmla="*/ 3738369 w 5741575"/>
              <a:gd name="connsiteY70" fmla="*/ 234506 h 955271"/>
              <a:gd name="connsiteX71" fmla="*/ 3803670 w 5741575"/>
              <a:gd name="connsiteY71" fmla="*/ 236457 h 955271"/>
              <a:gd name="connsiteX72" fmla="*/ 3903080 w 5741575"/>
              <a:gd name="connsiteY72" fmla="*/ 241890 h 955271"/>
              <a:gd name="connsiteX73" fmla="*/ 4114838 w 5741575"/>
              <a:gd name="connsiteY73" fmla="*/ 238165 h 955271"/>
              <a:gd name="connsiteX74" fmla="*/ 4271023 w 5741575"/>
              <a:gd name="connsiteY74" fmla="*/ 241959 h 955271"/>
              <a:gd name="connsiteX75" fmla="*/ 4367397 w 5741575"/>
              <a:gd name="connsiteY75" fmla="*/ 271442 h 955271"/>
              <a:gd name="connsiteX76" fmla="*/ 4495366 w 5741575"/>
              <a:gd name="connsiteY76" fmla="*/ 271618 h 955271"/>
              <a:gd name="connsiteX77" fmla="*/ 4517347 w 5741575"/>
              <a:gd name="connsiteY77" fmla="*/ 275639 h 955271"/>
              <a:gd name="connsiteX78" fmla="*/ 4546116 w 5741575"/>
              <a:gd name="connsiteY78" fmla="*/ 268568 h 955271"/>
              <a:gd name="connsiteX79" fmla="*/ 4661259 w 5741575"/>
              <a:gd name="connsiteY79" fmla="*/ 238966 h 955271"/>
              <a:gd name="connsiteX80" fmla="*/ 4750403 w 5741575"/>
              <a:gd name="connsiteY80" fmla="*/ 204364 h 955271"/>
              <a:gd name="connsiteX81" fmla="*/ 4867614 w 5741575"/>
              <a:gd name="connsiteY81" fmla="*/ 208668 h 955271"/>
              <a:gd name="connsiteX82" fmla="*/ 4937036 w 5741575"/>
              <a:gd name="connsiteY82" fmla="*/ 195446 h 955271"/>
              <a:gd name="connsiteX83" fmla="*/ 5047626 w 5741575"/>
              <a:gd name="connsiteY83" fmla="*/ 149604 h 955271"/>
              <a:gd name="connsiteX84" fmla="*/ 5200247 w 5741575"/>
              <a:gd name="connsiteY84" fmla="*/ 142695 h 955271"/>
              <a:gd name="connsiteX85" fmla="*/ 5235691 w 5741575"/>
              <a:gd name="connsiteY85" fmla="*/ 173330 h 955271"/>
              <a:gd name="connsiteX86" fmla="*/ 5280133 w 5741575"/>
              <a:gd name="connsiteY86" fmla="*/ 189342 h 955271"/>
              <a:gd name="connsiteX87" fmla="*/ 5291963 w 5741575"/>
              <a:gd name="connsiteY87" fmla="*/ 139446 h 955271"/>
              <a:gd name="connsiteX88" fmla="*/ 5418472 w 5741575"/>
              <a:gd name="connsiteY88" fmla="*/ 89163 h 955271"/>
              <a:gd name="connsiteX89" fmla="*/ 5482354 w 5741575"/>
              <a:gd name="connsiteY89" fmla="*/ 69470 h 955271"/>
              <a:gd name="connsiteX90" fmla="*/ 5583280 w 5741575"/>
              <a:gd name="connsiteY90" fmla="*/ 49787 h 955271"/>
              <a:gd name="connsiteX91" fmla="*/ 5613766 w 5741575"/>
              <a:gd name="connsiteY91" fmla="*/ 41855 h 955271"/>
              <a:gd name="connsiteX92" fmla="*/ 5684952 w 5741575"/>
              <a:gd name="connsiteY92" fmla="*/ 26088 h 955271"/>
              <a:gd name="connsiteX93" fmla="*/ 5741575 w 5741575"/>
              <a:gd name="connsiteY93" fmla="*/ 0 h 955271"/>
              <a:gd name="connsiteX0" fmla="*/ 5741575 w 5741575"/>
              <a:gd name="connsiteY0" fmla="*/ 0 h 955271"/>
              <a:gd name="connsiteX1" fmla="*/ 5741575 w 5741575"/>
              <a:gd name="connsiteY1" fmla="*/ 955271 h 955271"/>
              <a:gd name="connsiteX2" fmla="*/ 0 w 5741575"/>
              <a:gd name="connsiteY2" fmla="*/ 955271 h 955271"/>
              <a:gd name="connsiteX3" fmla="*/ 8558 w 5741575"/>
              <a:gd name="connsiteY3" fmla="*/ 953971 h 955271"/>
              <a:gd name="connsiteX4" fmla="*/ 16894 w 5741575"/>
              <a:gd name="connsiteY4" fmla="*/ 953847 h 955271"/>
              <a:gd name="connsiteX5" fmla="*/ 28156 w 5741575"/>
              <a:gd name="connsiteY5" fmla="*/ 951374 h 955271"/>
              <a:gd name="connsiteX6" fmla="*/ 28293 w 5741575"/>
              <a:gd name="connsiteY6" fmla="*/ 950971 h 955271"/>
              <a:gd name="connsiteX7" fmla="*/ 39115 w 5741575"/>
              <a:gd name="connsiteY7" fmla="*/ 949326 h 955271"/>
              <a:gd name="connsiteX8" fmla="*/ 93851 w 5741575"/>
              <a:gd name="connsiteY8" fmla="*/ 945611 h 955271"/>
              <a:gd name="connsiteX9" fmla="*/ 148657 w 5741575"/>
              <a:gd name="connsiteY9" fmla="*/ 898134 h 955271"/>
              <a:gd name="connsiteX10" fmla="*/ 174554 w 5741575"/>
              <a:gd name="connsiteY10" fmla="*/ 886351 h 955271"/>
              <a:gd name="connsiteX11" fmla="*/ 187633 w 5741575"/>
              <a:gd name="connsiteY11" fmla="*/ 878226 h 955271"/>
              <a:gd name="connsiteX12" fmla="*/ 187961 w 5741575"/>
              <a:gd name="connsiteY12" fmla="*/ 876538 h 955271"/>
              <a:gd name="connsiteX13" fmla="*/ 240501 w 5741575"/>
              <a:gd name="connsiteY13" fmla="*/ 873150 h 955271"/>
              <a:gd name="connsiteX14" fmla="*/ 246345 w 5741575"/>
              <a:gd name="connsiteY14" fmla="*/ 869942 h 955271"/>
              <a:gd name="connsiteX15" fmla="*/ 282041 w 5741575"/>
              <a:gd name="connsiteY15" fmla="*/ 871263 h 955271"/>
              <a:gd name="connsiteX16" fmla="*/ 299711 w 5741575"/>
              <a:gd name="connsiteY16" fmla="*/ 870064 h 955271"/>
              <a:gd name="connsiteX17" fmla="*/ 306299 w 5741575"/>
              <a:gd name="connsiteY17" fmla="*/ 873609 h 955271"/>
              <a:gd name="connsiteX18" fmla="*/ 331571 w 5741575"/>
              <a:gd name="connsiteY18" fmla="*/ 869866 h 955271"/>
              <a:gd name="connsiteX19" fmla="*/ 333872 w 5741575"/>
              <a:gd name="connsiteY19" fmla="*/ 867971 h 955271"/>
              <a:gd name="connsiteX20" fmla="*/ 356953 w 5741575"/>
              <a:gd name="connsiteY20" fmla="*/ 870334 h 955271"/>
              <a:gd name="connsiteX21" fmla="*/ 379005 w 5741575"/>
              <a:gd name="connsiteY21" fmla="*/ 878900 h 955271"/>
              <a:gd name="connsiteX22" fmla="*/ 787156 w 5741575"/>
              <a:gd name="connsiteY22" fmla="*/ 838447 h 955271"/>
              <a:gd name="connsiteX23" fmla="*/ 898586 w 5741575"/>
              <a:gd name="connsiteY23" fmla="*/ 808502 h 955271"/>
              <a:gd name="connsiteX24" fmla="*/ 924063 w 5741575"/>
              <a:gd name="connsiteY24" fmla="*/ 770210 h 955271"/>
              <a:gd name="connsiteX25" fmla="*/ 1212574 w 5741575"/>
              <a:gd name="connsiteY25" fmla="*/ 724238 h 955271"/>
              <a:gd name="connsiteX26" fmla="*/ 1280768 w 5741575"/>
              <a:gd name="connsiteY26" fmla="*/ 699122 h 955271"/>
              <a:gd name="connsiteX27" fmla="*/ 1352027 w 5741575"/>
              <a:gd name="connsiteY27" fmla="*/ 704323 h 955271"/>
              <a:gd name="connsiteX28" fmla="*/ 1374314 w 5741575"/>
              <a:gd name="connsiteY28" fmla="*/ 688815 h 955271"/>
              <a:gd name="connsiteX29" fmla="*/ 1378034 w 5741575"/>
              <a:gd name="connsiteY29" fmla="*/ 685842 h 955271"/>
              <a:gd name="connsiteX30" fmla="*/ 1395604 w 5741575"/>
              <a:gd name="connsiteY30" fmla="*/ 680460 h 955271"/>
              <a:gd name="connsiteX31" fmla="*/ 1397206 w 5741575"/>
              <a:gd name="connsiteY31" fmla="*/ 670793 h 955271"/>
              <a:gd name="connsiteX32" fmla="*/ 1421250 w 5741575"/>
              <a:gd name="connsiteY32" fmla="*/ 656855 h 955271"/>
              <a:gd name="connsiteX33" fmla="*/ 1454524 w 5741575"/>
              <a:gd name="connsiteY33" fmla="*/ 649224 h 955271"/>
              <a:gd name="connsiteX34" fmla="*/ 1616217 w 5741575"/>
              <a:gd name="connsiteY34" fmla="*/ 622107 h 955271"/>
              <a:gd name="connsiteX35" fmla="*/ 1710928 w 5741575"/>
              <a:gd name="connsiteY35" fmla="*/ 600666 h 955271"/>
              <a:gd name="connsiteX36" fmla="*/ 1743718 w 5741575"/>
              <a:gd name="connsiteY36" fmla="*/ 584327 h 955271"/>
              <a:gd name="connsiteX37" fmla="*/ 1873778 w 5741575"/>
              <a:gd name="connsiteY37" fmla="*/ 530130 h 955271"/>
              <a:gd name="connsiteX38" fmla="*/ 1988411 w 5741575"/>
              <a:gd name="connsiteY38" fmla="*/ 491599 h 955271"/>
              <a:gd name="connsiteX39" fmla="*/ 2085507 w 5741575"/>
              <a:gd name="connsiteY39" fmla="*/ 498527 h 955271"/>
              <a:gd name="connsiteX40" fmla="*/ 2090767 w 5741575"/>
              <a:gd name="connsiteY40" fmla="*/ 490616 h 955271"/>
              <a:gd name="connsiteX41" fmla="*/ 2151143 w 5741575"/>
              <a:gd name="connsiteY41" fmla="*/ 478332 h 955271"/>
              <a:gd name="connsiteX42" fmla="*/ 2378710 w 5741575"/>
              <a:gd name="connsiteY42" fmla="*/ 477570 h 955271"/>
              <a:gd name="connsiteX43" fmla="*/ 2496256 w 5741575"/>
              <a:gd name="connsiteY43" fmla="*/ 452396 h 955271"/>
              <a:gd name="connsiteX44" fmla="*/ 2535387 w 5741575"/>
              <a:gd name="connsiteY44" fmla="*/ 436645 h 955271"/>
              <a:gd name="connsiteX45" fmla="*/ 2601109 w 5741575"/>
              <a:gd name="connsiteY45" fmla="*/ 410678 h 955271"/>
              <a:gd name="connsiteX46" fmla="*/ 2643855 w 5741575"/>
              <a:gd name="connsiteY46" fmla="*/ 374482 h 955271"/>
              <a:gd name="connsiteX47" fmla="*/ 2657726 w 5741575"/>
              <a:gd name="connsiteY47" fmla="*/ 365841 h 955271"/>
              <a:gd name="connsiteX48" fmla="*/ 2687125 w 5741575"/>
              <a:gd name="connsiteY48" fmla="*/ 366820 h 955271"/>
              <a:gd name="connsiteX49" fmla="*/ 2697479 w 5741575"/>
              <a:gd name="connsiteY49" fmla="*/ 361430 h 955271"/>
              <a:gd name="connsiteX50" fmla="*/ 2701547 w 5741575"/>
              <a:gd name="connsiteY50" fmla="*/ 361545 h 955271"/>
              <a:gd name="connsiteX51" fmla="*/ 2711054 w 5741575"/>
              <a:gd name="connsiteY51" fmla="*/ 360597 h 955271"/>
              <a:gd name="connsiteX52" fmla="*/ 2710438 w 5741575"/>
              <a:gd name="connsiteY52" fmla="*/ 366958 h 955271"/>
              <a:gd name="connsiteX53" fmla="*/ 2722936 w 5741575"/>
              <a:gd name="connsiteY53" fmla="*/ 377633 h 955271"/>
              <a:gd name="connsiteX54" fmla="*/ 2777227 w 5741575"/>
              <a:gd name="connsiteY54" fmla="*/ 368972 h 955271"/>
              <a:gd name="connsiteX55" fmla="*/ 2779510 w 5741575"/>
              <a:gd name="connsiteY55" fmla="*/ 361652 h 955271"/>
              <a:gd name="connsiteX56" fmla="*/ 2786278 w 5741575"/>
              <a:gd name="connsiteY56" fmla="*/ 359869 h 955271"/>
              <a:gd name="connsiteX57" fmla="*/ 2792101 w 5741575"/>
              <a:gd name="connsiteY57" fmla="*/ 365927 h 955271"/>
              <a:gd name="connsiteX58" fmla="*/ 2885545 w 5741575"/>
              <a:gd name="connsiteY58" fmla="*/ 372818 h 955271"/>
              <a:gd name="connsiteX59" fmla="*/ 3009558 w 5741575"/>
              <a:gd name="connsiteY59" fmla="*/ 370573 h 955271"/>
              <a:gd name="connsiteX60" fmla="*/ 3095010 w 5741575"/>
              <a:gd name="connsiteY60" fmla="*/ 332454 h 955271"/>
              <a:gd name="connsiteX61" fmla="*/ 3103742 w 5741575"/>
              <a:gd name="connsiteY61" fmla="*/ 337974 h 955271"/>
              <a:gd name="connsiteX62" fmla="*/ 3165093 w 5741575"/>
              <a:gd name="connsiteY62" fmla="*/ 329459 h 955271"/>
              <a:gd name="connsiteX63" fmla="*/ 3373785 w 5741575"/>
              <a:gd name="connsiteY63" fmla="*/ 255680 h 955271"/>
              <a:gd name="connsiteX64" fmla="*/ 3493851 w 5741575"/>
              <a:gd name="connsiteY64" fmla="*/ 240255 h 955271"/>
              <a:gd name="connsiteX65" fmla="*/ 3537470 w 5741575"/>
              <a:gd name="connsiteY65" fmla="*/ 241867 h 955271"/>
              <a:gd name="connsiteX66" fmla="*/ 3610489 w 5741575"/>
              <a:gd name="connsiteY66" fmla="*/ 244128 h 955271"/>
              <a:gd name="connsiteX67" fmla="*/ 3667539 w 5741575"/>
              <a:gd name="connsiteY67" fmla="*/ 263271 h 955271"/>
              <a:gd name="connsiteX68" fmla="*/ 3727614 w 5741575"/>
              <a:gd name="connsiteY68" fmla="*/ 258245 h 955271"/>
              <a:gd name="connsiteX69" fmla="*/ 3738369 w 5741575"/>
              <a:gd name="connsiteY69" fmla="*/ 234506 h 955271"/>
              <a:gd name="connsiteX70" fmla="*/ 3803670 w 5741575"/>
              <a:gd name="connsiteY70" fmla="*/ 236457 h 955271"/>
              <a:gd name="connsiteX71" fmla="*/ 3903080 w 5741575"/>
              <a:gd name="connsiteY71" fmla="*/ 241890 h 955271"/>
              <a:gd name="connsiteX72" fmla="*/ 4114838 w 5741575"/>
              <a:gd name="connsiteY72" fmla="*/ 238165 h 955271"/>
              <a:gd name="connsiteX73" fmla="*/ 4271023 w 5741575"/>
              <a:gd name="connsiteY73" fmla="*/ 241959 h 955271"/>
              <a:gd name="connsiteX74" fmla="*/ 4367397 w 5741575"/>
              <a:gd name="connsiteY74" fmla="*/ 271442 h 955271"/>
              <a:gd name="connsiteX75" fmla="*/ 4495366 w 5741575"/>
              <a:gd name="connsiteY75" fmla="*/ 271618 h 955271"/>
              <a:gd name="connsiteX76" fmla="*/ 4517347 w 5741575"/>
              <a:gd name="connsiteY76" fmla="*/ 275639 h 955271"/>
              <a:gd name="connsiteX77" fmla="*/ 4546116 w 5741575"/>
              <a:gd name="connsiteY77" fmla="*/ 268568 h 955271"/>
              <a:gd name="connsiteX78" fmla="*/ 4661259 w 5741575"/>
              <a:gd name="connsiteY78" fmla="*/ 238966 h 955271"/>
              <a:gd name="connsiteX79" fmla="*/ 4750403 w 5741575"/>
              <a:gd name="connsiteY79" fmla="*/ 204364 h 955271"/>
              <a:gd name="connsiteX80" fmla="*/ 4867614 w 5741575"/>
              <a:gd name="connsiteY80" fmla="*/ 208668 h 955271"/>
              <a:gd name="connsiteX81" fmla="*/ 4937036 w 5741575"/>
              <a:gd name="connsiteY81" fmla="*/ 195446 h 955271"/>
              <a:gd name="connsiteX82" fmla="*/ 5047626 w 5741575"/>
              <a:gd name="connsiteY82" fmla="*/ 149604 h 955271"/>
              <a:gd name="connsiteX83" fmla="*/ 5200247 w 5741575"/>
              <a:gd name="connsiteY83" fmla="*/ 142695 h 955271"/>
              <a:gd name="connsiteX84" fmla="*/ 5235691 w 5741575"/>
              <a:gd name="connsiteY84" fmla="*/ 173330 h 955271"/>
              <a:gd name="connsiteX85" fmla="*/ 5280133 w 5741575"/>
              <a:gd name="connsiteY85" fmla="*/ 189342 h 955271"/>
              <a:gd name="connsiteX86" fmla="*/ 5291963 w 5741575"/>
              <a:gd name="connsiteY86" fmla="*/ 139446 h 955271"/>
              <a:gd name="connsiteX87" fmla="*/ 5418472 w 5741575"/>
              <a:gd name="connsiteY87" fmla="*/ 89163 h 955271"/>
              <a:gd name="connsiteX88" fmla="*/ 5482354 w 5741575"/>
              <a:gd name="connsiteY88" fmla="*/ 69470 h 955271"/>
              <a:gd name="connsiteX89" fmla="*/ 5583280 w 5741575"/>
              <a:gd name="connsiteY89" fmla="*/ 49787 h 955271"/>
              <a:gd name="connsiteX90" fmla="*/ 5613766 w 5741575"/>
              <a:gd name="connsiteY90" fmla="*/ 41855 h 955271"/>
              <a:gd name="connsiteX91" fmla="*/ 5684952 w 5741575"/>
              <a:gd name="connsiteY91" fmla="*/ 26088 h 955271"/>
              <a:gd name="connsiteX92" fmla="*/ 5741575 w 5741575"/>
              <a:gd name="connsiteY92" fmla="*/ 0 h 955271"/>
              <a:gd name="connsiteX0" fmla="*/ 5741575 w 5741575"/>
              <a:gd name="connsiteY0" fmla="*/ 0 h 955271"/>
              <a:gd name="connsiteX1" fmla="*/ 5741575 w 5741575"/>
              <a:gd name="connsiteY1" fmla="*/ 955271 h 955271"/>
              <a:gd name="connsiteX2" fmla="*/ 0 w 5741575"/>
              <a:gd name="connsiteY2" fmla="*/ 955271 h 955271"/>
              <a:gd name="connsiteX3" fmla="*/ 8558 w 5741575"/>
              <a:gd name="connsiteY3" fmla="*/ 953971 h 955271"/>
              <a:gd name="connsiteX4" fmla="*/ 16894 w 5741575"/>
              <a:gd name="connsiteY4" fmla="*/ 953847 h 955271"/>
              <a:gd name="connsiteX5" fmla="*/ 28156 w 5741575"/>
              <a:gd name="connsiteY5" fmla="*/ 951374 h 955271"/>
              <a:gd name="connsiteX6" fmla="*/ 28293 w 5741575"/>
              <a:gd name="connsiteY6" fmla="*/ 950971 h 955271"/>
              <a:gd name="connsiteX7" fmla="*/ 39115 w 5741575"/>
              <a:gd name="connsiteY7" fmla="*/ 949326 h 955271"/>
              <a:gd name="connsiteX8" fmla="*/ 93851 w 5741575"/>
              <a:gd name="connsiteY8" fmla="*/ 945611 h 955271"/>
              <a:gd name="connsiteX9" fmla="*/ 148657 w 5741575"/>
              <a:gd name="connsiteY9" fmla="*/ 898134 h 955271"/>
              <a:gd name="connsiteX10" fmla="*/ 174554 w 5741575"/>
              <a:gd name="connsiteY10" fmla="*/ 886351 h 955271"/>
              <a:gd name="connsiteX11" fmla="*/ 187633 w 5741575"/>
              <a:gd name="connsiteY11" fmla="*/ 878226 h 955271"/>
              <a:gd name="connsiteX12" fmla="*/ 187961 w 5741575"/>
              <a:gd name="connsiteY12" fmla="*/ 876538 h 955271"/>
              <a:gd name="connsiteX13" fmla="*/ 240501 w 5741575"/>
              <a:gd name="connsiteY13" fmla="*/ 873150 h 955271"/>
              <a:gd name="connsiteX14" fmla="*/ 246345 w 5741575"/>
              <a:gd name="connsiteY14" fmla="*/ 869942 h 955271"/>
              <a:gd name="connsiteX15" fmla="*/ 282041 w 5741575"/>
              <a:gd name="connsiteY15" fmla="*/ 871263 h 955271"/>
              <a:gd name="connsiteX16" fmla="*/ 299711 w 5741575"/>
              <a:gd name="connsiteY16" fmla="*/ 870064 h 955271"/>
              <a:gd name="connsiteX17" fmla="*/ 306299 w 5741575"/>
              <a:gd name="connsiteY17" fmla="*/ 873609 h 955271"/>
              <a:gd name="connsiteX18" fmla="*/ 331571 w 5741575"/>
              <a:gd name="connsiteY18" fmla="*/ 869866 h 955271"/>
              <a:gd name="connsiteX19" fmla="*/ 333872 w 5741575"/>
              <a:gd name="connsiteY19" fmla="*/ 867971 h 955271"/>
              <a:gd name="connsiteX20" fmla="*/ 356953 w 5741575"/>
              <a:gd name="connsiteY20" fmla="*/ 870334 h 955271"/>
              <a:gd name="connsiteX21" fmla="*/ 570239 w 5741575"/>
              <a:gd name="connsiteY21" fmla="*/ 829596 h 955271"/>
              <a:gd name="connsiteX22" fmla="*/ 787156 w 5741575"/>
              <a:gd name="connsiteY22" fmla="*/ 838447 h 955271"/>
              <a:gd name="connsiteX23" fmla="*/ 898586 w 5741575"/>
              <a:gd name="connsiteY23" fmla="*/ 808502 h 955271"/>
              <a:gd name="connsiteX24" fmla="*/ 924063 w 5741575"/>
              <a:gd name="connsiteY24" fmla="*/ 770210 h 955271"/>
              <a:gd name="connsiteX25" fmla="*/ 1212574 w 5741575"/>
              <a:gd name="connsiteY25" fmla="*/ 724238 h 955271"/>
              <a:gd name="connsiteX26" fmla="*/ 1280768 w 5741575"/>
              <a:gd name="connsiteY26" fmla="*/ 699122 h 955271"/>
              <a:gd name="connsiteX27" fmla="*/ 1352027 w 5741575"/>
              <a:gd name="connsiteY27" fmla="*/ 704323 h 955271"/>
              <a:gd name="connsiteX28" fmla="*/ 1374314 w 5741575"/>
              <a:gd name="connsiteY28" fmla="*/ 688815 h 955271"/>
              <a:gd name="connsiteX29" fmla="*/ 1378034 w 5741575"/>
              <a:gd name="connsiteY29" fmla="*/ 685842 h 955271"/>
              <a:gd name="connsiteX30" fmla="*/ 1395604 w 5741575"/>
              <a:gd name="connsiteY30" fmla="*/ 680460 h 955271"/>
              <a:gd name="connsiteX31" fmla="*/ 1397206 w 5741575"/>
              <a:gd name="connsiteY31" fmla="*/ 670793 h 955271"/>
              <a:gd name="connsiteX32" fmla="*/ 1421250 w 5741575"/>
              <a:gd name="connsiteY32" fmla="*/ 656855 h 955271"/>
              <a:gd name="connsiteX33" fmla="*/ 1454524 w 5741575"/>
              <a:gd name="connsiteY33" fmla="*/ 649224 h 955271"/>
              <a:gd name="connsiteX34" fmla="*/ 1616217 w 5741575"/>
              <a:gd name="connsiteY34" fmla="*/ 622107 h 955271"/>
              <a:gd name="connsiteX35" fmla="*/ 1710928 w 5741575"/>
              <a:gd name="connsiteY35" fmla="*/ 600666 h 955271"/>
              <a:gd name="connsiteX36" fmla="*/ 1743718 w 5741575"/>
              <a:gd name="connsiteY36" fmla="*/ 584327 h 955271"/>
              <a:gd name="connsiteX37" fmla="*/ 1873778 w 5741575"/>
              <a:gd name="connsiteY37" fmla="*/ 530130 h 955271"/>
              <a:gd name="connsiteX38" fmla="*/ 1988411 w 5741575"/>
              <a:gd name="connsiteY38" fmla="*/ 491599 h 955271"/>
              <a:gd name="connsiteX39" fmla="*/ 2085507 w 5741575"/>
              <a:gd name="connsiteY39" fmla="*/ 498527 h 955271"/>
              <a:gd name="connsiteX40" fmla="*/ 2090767 w 5741575"/>
              <a:gd name="connsiteY40" fmla="*/ 490616 h 955271"/>
              <a:gd name="connsiteX41" fmla="*/ 2151143 w 5741575"/>
              <a:gd name="connsiteY41" fmla="*/ 478332 h 955271"/>
              <a:gd name="connsiteX42" fmla="*/ 2378710 w 5741575"/>
              <a:gd name="connsiteY42" fmla="*/ 477570 h 955271"/>
              <a:gd name="connsiteX43" fmla="*/ 2496256 w 5741575"/>
              <a:gd name="connsiteY43" fmla="*/ 452396 h 955271"/>
              <a:gd name="connsiteX44" fmla="*/ 2535387 w 5741575"/>
              <a:gd name="connsiteY44" fmla="*/ 436645 h 955271"/>
              <a:gd name="connsiteX45" fmla="*/ 2601109 w 5741575"/>
              <a:gd name="connsiteY45" fmla="*/ 410678 h 955271"/>
              <a:gd name="connsiteX46" fmla="*/ 2643855 w 5741575"/>
              <a:gd name="connsiteY46" fmla="*/ 374482 h 955271"/>
              <a:gd name="connsiteX47" fmla="*/ 2657726 w 5741575"/>
              <a:gd name="connsiteY47" fmla="*/ 365841 h 955271"/>
              <a:gd name="connsiteX48" fmla="*/ 2687125 w 5741575"/>
              <a:gd name="connsiteY48" fmla="*/ 366820 h 955271"/>
              <a:gd name="connsiteX49" fmla="*/ 2697479 w 5741575"/>
              <a:gd name="connsiteY49" fmla="*/ 361430 h 955271"/>
              <a:gd name="connsiteX50" fmla="*/ 2701547 w 5741575"/>
              <a:gd name="connsiteY50" fmla="*/ 361545 h 955271"/>
              <a:gd name="connsiteX51" fmla="*/ 2711054 w 5741575"/>
              <a:gd name="connsiteY51" fmla="*/ 360597 h 955271"/>
              <a:gd name="connsiteX52" fmla="*/ 2710438 w 5741575"/>
              <a:gd name="connsiteY52" fmla="*/ 366958 h 955271"/>
              <a:gd name="connsiteX53" fmla="*/ 2722936 w 5741575"/>
              <a:gd name="connsiteY53" fmla="*/ 377633 h 955271"/>
              <a:gd name="connsiteX54" fmla="*/ 2777227 w 5741575"/>
              <a:gd name="connsiteY54" fmla="*/ 368972 h 955271"/>
              <a:gd name="connsiteX55" fmla="*/ 2779510 w 5741575"/>
              <a:gd name="connsiteY55" fmla="*/ 361652 h 955271"/>
              <a:gd name="connsiteX56" fmla="*/ 2786278 w 5741575"/>
              <a:gd name="connsiteY56" fmla="*/ 359869 h 955271"/>
              <a:gd name="connsiteX57" fmla="*/ 2792101 w 5741575"/>
              <a:gd name="connsiteY57" fmla="*/ 365927 h 955271"/>
              <a:gd name="connsiteX58" fmla="*/ 2885545 w 5741575"/>
              <a:gd name="connsiteY58" fmla="*/ 372818 h 955271"/>
              <a:gd name="connsiteX59" fmla="*/ 3009558 w 5741575"/>
              <a:gd name="connsiteY59" fmla="*/ 370573 h 955271"/>
              <a:gd name="connsiteX60" fmla="*/ 3095010 w 5741575"/>
              <a:gd name="connsiteY60" fmla="*/ 332454 h 955271"/>
              <a:gd name="connsiteX61" fmla="*/ 3103742 w 5741575"/>
              <a:gd name="connsiteY61" fmla="*/ 337974 h 955271"/>
              <a:gd name="connsiteX62" fmla="*/ 3165093 w 5741575"/>
              <a:gd name="connsiteY62" fmla="*/ 329459 h 955271"/>
              <a:gd name="connsiteX63" fmla="*/ 3373785 w 5741575"/>
              <a:gd name="connsiteY63" fmla="*/ 255680 h 955271"/>
              <a:gd name="connsiteX64" fmla="*/ 3493851 w 5741575"/>
              <a:gd name="connsiteY64" fmla="*/ 240255 h 955271"/>
              <a:gd name="connsiteX65" fmla="*/ 3537470 w 5741575"/>
              <a:gd name="connsiteY65" fmla="*/ 241867 h 955271"/>
              <a:gd name="connsiteX66" fmla="*/ 3610489 w 5741575"/>
              <a:gd name="connsiteY66" fmla="*/ 244128 h 955271"/>
              <a:gd name="connsiteX67" fmla="*/ 3667539 w 5741575"/>
              <a:gd name="connsiteY67" fmla="*/ 263271 h 955271"/>
              <a:gd name="connsiteX68" fmla="*/ 3727614 w 5741575"/>
              <a:gd name="connsiteY68" fmla="*/ 258245 h 955271"/>
              <a:gd name="connsiteX69" fmla="*/ 3738369 w 5741575"/>
              <a:gd name="connsiteY69" fmla="*/ 234506 h 955271"/>
              <a:gd name="connsiteX70" fmla="*/ 3803670 w 5741575"/>
              <a:gd name="connsiteY70" fmla="*/ 236457 h 955271"/>
              <a:gd name="connsiteX71" fmla="*/ 3903080 w 5741575"/>
              <a:gd name="connsiteY71" fmla="*/ 241890 h 955271"/>
              <a:gd name="connsiteX72" fmla="*/ 4114838 w 5741575"/>
              <a:gd name="connsiteY72" fmla="*/ 238165 h 955271"/>
              <a:gd name="connsiteX73" fmla="*/ 4271023 w 5741575"/>
              <a:gd name="connsiteY73" fmla="*/ 241959 h 955271"/>
              <a:gd name="connsiteX74" fmla="*/ 4367397 w 5741575"/>
              <a:gd name="connsiteY74" fmla="*/ 271442 h 955271"/>
              <a:gd name="connsiteX75" fmla="*/ 4495366 w 5741575"/>
              <a:gd name="connsiteY75" fmla="*/ 271618 h 955271"/>
              <a:gd name="connsiteX76" fmla="*/ 4517347 w 5741575"/>
              <a:gd name="connsiteY76" fmla="*/ 275639 h 955271"/>
              <a:gd name="connsiteX77" fmla="*/ 4546116 w 5741575"/>
              <a:gd name="connsiteY77" fmla="*/ 268568 h 955271"/>
              <a:gd name="connsiteX78" fmla="*/ 4661259 w 5741575"/>
              <a:gd name="connsiteY78" fmla="*/ 238966 h 955271"/>
              <a:gd name="connsiteX79" fmla="*/ 4750403 w 5741575"/>
              <a:gd name="connsiteY79" fmla="*/ 204364 h 955271"/>
              <a:gd name="connsiteX80" fmla="*/ 4867614 w 5741575"/>
              <a:gd name="connsiteY80" fmla="*/ 208668 h 955271"/>
              <a:gd name="connsiteX81" fmla="*/ 4937036 w 5741575"/>
              <a:gd name="connsiteY81" fmla="*/ 195446 h 955271"/>
              <a:gd name="connsiteX82" fmla="*/ 5047626 w 5741575"/>
              <a:gd name="connsiteY82" fmla="*/ 149604 h 955271"/>
              <a:gd name="connsiteX83" fmla="*/ 5200247 w 5741575"/>
              <a:gd name="connsiteY83" fmla="*/ 142695 h 955271"/>
              <a:gd name="connsiteX84" fmla="*/ 5235691 w 5741575"/>
              <a:gd name="connsiteY84" fmla="*/ 173330 h 955271"/>
              <a:gd name="connsiteX85" fmla="*/ 5280133 w 5741575"/>
              <a:gd name="connsiteY85" fmla="*/ 189342 h 955271"/>
              <a:gd name="connsiteX86" fmla="*/ 5291963 w 5741575"/>
              <a:gd name="connsiteY86" fmla="*/ 139446 h 955271"/>
              <a:gd name="connsiteX87" fmla="*/ 5418472 w 5741575"/>
              <a:gd name="connsiteY87" fmla="*/ 89163 h 955271"/>
              <a:gd name="connsiteX88" fmla="*/ 5482354 w 5741575"/>
              <a:gd name="connsiteY88" fmla="*/ 69470 h 955271"/>
              <a:gd name="connsiteX89" fmla="*/ 5583280 w 5741575"/>
              <a:gd name="connsiteY89" fmla="*/ 49787 h 955271"/>
              <a:gd name="connsiteX90" fmla="*/ 5613766 w 5741575"/>
              <a:gd name="connsiteY90" fmla="*/ 41855 h 955271"/>
              <a:gd name="connsiteX91" fmla="*/ 5684952 w 5741575"/>
              <a:gd name="connsiteY91" fmla="*/ 26088 h 955271"/>
              <a:gd name="connsiteX92" fmla="*/ 5741575 w 5741575"/>
              <a:gd name="connsiteY92" fmla="*/ 0 h 955271"/>
              <a:gd name="connsiteX0" fmla="*/ 5741575 w 5741575"/>
              <a:gd name="connsiteY0" fmla="*/ 0 h 955271"/>
              <a:gd name="connsiteX1" fmla="*/ 5741575 w 5741575"/>
              <a:gd name="connsiteY1" fmla="*/ 955271 h 955271"/>
              <a:gd name="connsiteX2" fmla="*/ 0 w 5741575"/>
              <a:gd name="connsiteY2" fmla="*/ 955271 h 955271"/>
              <a:gd name="connsiteX3" fmla="*/ 8558 w 5741575"/>
              <a:gd name="connsiteY3" fmla="*/ 953971 h 955271"/>
              <a:gd name="connsiteX4" fmla="*/ 16894 w 5741575"/>
              <a:gd name="connsiteY4" fmla="*/ 953847 h 955271"/>
              <a:gd name="connsiteX5" fmla="*/ 28156 w 5741575"/>
              <a:gd name="connsiteY5" fmla="*/ 951374 h 955271"/>
              <a:gd name="connsiteX6" fmla="*/ 28293 w 5741575"/>
              <a:gd name="connsiteY6" fmla="*/ 950971 h 955271"/>
              <a:gd name="connsiteX7" fmla="*/ 39115 w 5741575"/>
              <a:gd name="connsiteY7" fmla="*/ 949326 h 955271"/>
              <a:gd name="connsiteX8" fmla="*/ 93851 w 5741575"/>
              <a:gd name="connsiteY8" fmla="*/ 945611 h 955271"/>
              <a:gd name="connsiteX9" fmla="*/ 148657 w 5741575"/>
              <a:gd name="connsiteY9" fmla="*/ 898134 h 955271"/>
              <a:gd name="connsiteX10" fmla="*/ 174554 w 5741575"/>
              <a:gd name="connsiteY10" fmla="*/ 886351 h 955271"/>
              <a:gd name="connsiteX11" fmla="*/ 187633 w 5741575"/>
              <a:gd name="connsiteY11" fmla="*/ 878226 h 955271"/>
              <a:gd name="connsiteX12" fmla="*/ 187961 w 5741575"/>
              <a:gd name="connsiteY12" fmla="*/ 876538 h 955271"/>
              <a:gd name="connsiteX13" fmla="*/ 240501 w 5741575"/>
              <a:gd name="connsiteY13" fmla="*/ 873150 h 955271"/>
              <a:gd name="connsiteX14" fmla="*/ 246345 w 5741575"/>
              <a:gd name="connsiteY14" fmla="*/ 869942 h 955271"/>
              <a:gd name="connsiteX15" fmla="*/ 282041 w 5741575"/>
              <a:gd name="connsiteY15" fmla="*/ 871263 h 955271"/>
              <a:gd name="connsiteX16" fmla="*/ 299711 w 5741575"/>
              <a:gd name="connsiteY16" fmla="*/ 870064 h 955271"/>
              <a:gd name="connsiteX17" fmla="*/ 306299 w 5741575"/>
              <a:gd name="connsiteY17" fmla="*/ 873609 h 955271"/>
              <a:gd name="connsiteX18" fmla="*/ 331571 w 5741575"/>
              <a:gd name="connsiteY18" fmla="*/ 869866 h 955271"/>
              <a:gd name="connsiteX19" fmla="*/ 333872 w 5741575"/>
              <a:gd name="connsiteY19" fmla="*/ 867971 h 955271"/>
              <a:gd name="connsiteX20" fmla="*/ 356953 w 5741575"/>
              <a:gd name="connsiteY20" fmla="*/ 870334 h 955271"/>
              <a:gd name="connsiteX21" fmla="*/ 570239 w 5741575"/>
              <a:gd name="connsiteY21" fmla="*/ 829596 h 955271"/>
              <a:gd name="connsiteX22" fmla="*/ 787156 w 5741575"/>
              <a:gd name="connsiteY22" fmla="*/ 838447 h 955271"/>
              <a:gd name="connsiteX23" fmla="*/ 898586 w 5741575"/>
              <a:gd name="connsiteY23" fmla="*/ 808502 h 955271"/>
              <a:gd name="connsiteX24" fmla="*/ 1212574 w 5741575"/>
              <a:gd name="connsiteY24" fmla="*/ 724238 h 955271"/>
              <a:gd name="connsiteX25" fmla="*/ 1280768 w 5741575"/>
              <a:gd name="connsiteY25" fmla="*/ 699122 h 955271"/>
              <a:gd name="connsiteX26" fmla="*/ 1352027 w 5741575"/>
              <a:gd name="connsiteY26" fmla="*/ 704323 h 955271"/>
              <a:gd name="connsiteX27" fmla="*/ 1374314 w 5741575"/>
              <a:gd name="connsiteY27" fmla="*/ 688815 h 955271"/>
              <a:gd name="connsiteX28" fmla="*/ 1378034 w 5741575"/>
              <a:gd name="connsiteY28" fmla="*/ 685842 h 955271"/>
              <a:gd name="connsiteX29" fmla="*/ 1395604 w 5741575"/>
              <a:gd name="connsiteY29" fmla="*/ 680460 h 955271"/>
              <a:gd name="connsiteX30" fmla="*/ 1397206 w 5741575"/>
              <a:gd name="connsiteY30" fmla="*/ 670793 h 955271"/>
              <a:gd name="connsiteX31" fmla="*/ 1421250 w 5741575"/>
              <a:gd name="connsiteY31" fmla="*/ 656855 h 955271"/>
              <a:gd name="connsiteX32" fmla="*/ 1454524 w 5741575"/>
              <a:gd name="connsiteY32" fmla="*/ 649224 h 955271"/>
              <a:gd name="connsiteX33" fmla="*/ 1616217 w 5741575"/>
              <a:gd name="connsiteY33" fmla="*/ 622107 h 955271"/>
              <a:gd name="connsiteX34" fmla="*/ 1710928 w 5741575"/>
              <a:gd name="connsiteY34" fmla="*/ 600666 h 955271"/>
              <a:gd name="connsiteX35" fmla="*/ 1743718 w 5741575"/>
              <a:gd name="connsiteY35" fmla="*/ 584327 h 955271"/>
              <a:gd name="connsiteX36" fmla="*/ 1873778 w 5741575"/>
              <a:gd name="connsiteY36" fmla="*/ 530130 h 955271"/>
              <a:gd name="connsiteX37" fmla="*/ 1988411 w 5741575"/>
              <a:gd name="connsiteY37" fmla="*/ 491599 h 955271"/>
              <a:gd name="connsiteX38" fmla="*/ 2085507 w 5741575"/>
              <a:gd name="connsiteY38" fmla="*/ 498527 h 955271"/>
              <a:gd name="connsiteX39" fmla="*/ 2090767 w 5741575"/>
              <a:gd name="connsiteY39" fmla="*/ 490616 h 955271"/>
              <a:gd name="connsiteX40" fmla="*/ 2151143 w 5741575"/>
              <a:gd name="connsiteY40" fmla="*/ 478332 h 955271"/>
              <a:gd name="connsiteX41" fmla="*/ 2378710 w 5741575"/>
              <a:gd name="connsiteY41" fmla="*/ 477570 h 955271"/>
              <a:gd name="connsiteX42" fmla="*/ 2496256 w 5741575"/>
              <a:gd name="connsiteY42" fmla="*/ 452396 h 955271"/>
              <a:gd name="connsiteX43" fmla="*/ 2535387 w 5741575"/>
              <a:gd name="connsiteY43" fmla="*/ 436645 h 955271"/>
              <a:gd name="connsiteX44" fmla="*/ 2601109 w 5741575"/>
              <a:gd name="connsiteY44" fmla="*/ 410678 h 955271"/>
              <a:gd name="connsiteX45" fmla="*/ 2643855 w 5741575"/>
              <a:gd name="connsiteY45" fmla="*/ 374482 h 955271"/>
              <a:gd name="connsiteX46" fmla="*/ 2657726 w 5741575"/>
              <a:gd name="connsiteY46" fmla="*/ 365841 h 955271"/>
              <a:gd name="connsiteX47" fmla="*/ 2687125 w 5741575"/>
              <a:gd name="connsiteY47" fmla="*/ 366820 h 955271"/>
              <a:gd name="connsiteX48" fmla="*/ 2697479 w 5741575"/>
              <a:gd name="connsiteY48" fmla="*/ 361430 h 955271"/>
              <a:gd name="connsiteX49" fmla="*/ 2701547 w 5741575"/>
              <a:gd name="connsiteY49" fmla="*/ 361545 h 955271"/>
              <a:gd name="connsiteX50" fmla="*/ 2711054 w 5741575"/>
              <a:gd name="connsiteY50" fmla="*/ 360597 h 955271"/>
              <a:gd name="connsiteX51" fmla="*/ 2710438 w 5741575"/>
              <a:gd name="connsiteY51" fmla="*/ 366958 h 955271"/>
              <a:gd name="connsiteX52" fmla="*/ 2722936 w 5741575"/>
              <a:gd name="connsiteY52" fmla="*/ 377633 h 955271"/>
              <a:gd name="connsiteX53" fmla="*/ 2777227 w 5741575"/>
              <a:gd name="connsiteY53" fmla="*/ 368972 h 955271"/>
              <a:gd name="connsiteX54" fmla="*/ 2779510 w 5741575"/>
              <a:gd name="connsiteY54" fmla="*/ 361652 h 955271"/>
              <a:gd name="connsiteX55" fmla="*/ 2786278 w 5741575"/>
              <a:gd name="connsiteY55" fmla="*/ 359869 h 955271"/>
              <a:gd name="connsiteX56" fmla="*/ 2792101 w 5741575"/>
              <a:gd name="connsiteY56" fmla="*/ 365927 h 955271"/>
              <a:gd name="connsiteX57" fmla="*/ 2885545 w 5741575"/>
              <a:gd name="connsiteY57" fmla="*/ 372818 h 955271"/>
              <a:gd name="connsiteX58" fmla="*/ 3009558 w 5741575"/>
              <a:gd name="connsiteY58" fmla="*/ 370573 h 955271"/>
              <a:gd name="connsiteX59" fmla="*/ 3095010 w 5741575"/>
              <a:gd name="connsiteY59" fmla="*/ 332454 h 955271"/>
              <a:gd name="connsiteX60" fmla="*/ 3103742 w 5741575"/>
              <a:gd name="connsiteY60" fmla="*/ 337974 h 955271"/>
              <a:gd name="connsiteX61" fmla="*/ 3165093 w 5741575"/>
              <a:gd name="connsiteY61" fmla="*/ 329459 h 955271"/>
              <a:gd name="connsiteX62" fmla="*/ 3373785 w 5741575"/>
              <a:gd name="connsiteY62" fmla="*/ 255680 h 955271"/>
              <a:gd name="connsiteX63" fmla="*/ 3493851 w 5741575"/>
              <a:gd name="connsiteY63" fmla="*/ 240255 h 955271"/>
              <a:gd name="connsiteX64" fmla="*/ 3537470 w 5741575"/>
              <a:gd name="connsiteY64" fmla="*/ 241867 h 955271"/>
              <a:gd name="connsiteX65" fmla="*/ 3610489 w 5741575"/>
              <a:gd name="connsiteY65" fmla="*/ 244128 h 955271"/>
              <a:gd name="connsiteX66" fmla="*/ 3667539 w 5741575"/>
              <a:gd name="connsiteY66" fmla="*/ 263271 h 955271"/>
              <a:gd name="connsiteX67" fmla="*/ 3727614 w 5741575"/>
              <a:gd name="connsiteY67" fmla="*/ 258245 h 955271"/>
              <a:gd name="connsiteX68" fmla="*/ 3738369 w 5741575"/>
              <a:gd name="connsiteY68" fmla="*/ 234506 h 955271"/>
              <a:gd name="connsiteX69" fmla="*/ 3803670 w 5741575"/>
              <a:gd name="connsiteY69" fmla="*/ 236457 h 955271"/>
              <a:gd name="connsiteX70" fmla="*/ 3903080 w 5741575"/>
              <a:gd name="connsiteY70" fmla="*/ 241890 h 955271"/>
              <a:gd name="connsiteX71" fmla="*/ 4114838 w 5741575"/>
              <a:gd name="connsiteY71" fmla="*/ 238165 h 955271"/>
              <a:gd name="connsiteX72" fmla="*/ 4271023 w 5741575"/>
              <a:gd name="connsiteY72" fmla="*/ 241959 h 955271"/>
              <a:gd name="connsiteX73" fmla="*/ 4367397 w 5741575"/>
              <a:gd name="connsiteY73" fmla="*/ 271442 h 955271"/>
              <a:gd name="connsiteX74" fmla="*/ 4495366 w 5741575"/>
              <a:gd name="connsiteY74" fmla="*/ 271618 h 955271"/>
              <a:gd name="connsiteX75" fmla="*/ 4517347 w 5741575"/>
              <a:gd name="connsiteY75" fmla="*/ 275639 h 955271"/>
              <a:gd name="connsiteX76" fmla="*/ 4546116 w 5741575"/>
              <a:gd name="connsiteY76" fmla="*/ 268568 h 955271"/>
              <a:gd name="connsiteX77" fmla="*/ 4661259 w 5741575"/>
              <a:gd name="connsiteY77" fmla="*/ 238966 h 955271"/>
              <a:gd name="connsiteX78" fmla="*/ 4750403 w 5741575"/>
              <a:gd name="connsiteY78" fmla="*/ 204364 h 955271"/>
              <a:gd name="connsiteX79" fmla="*/ 4867614 w 5741575"/>
              <a:gd name="connsiteY79" fmla="*/ 208668 h 955271"/>
              <a:gd name="connsiteX80" fmla="*/ 4937036 w 5741575"/>
              <a:gd name="connsiteY80" fmla="*/ 195446 h 955271"/>
              <a:gd name="connsiteX81" fmla="*/ 5047626 w 5741575"/>
              <a:gd name="connsiteY81" fmla="*/ 149604 h 955271"/>
              <a:gd name="connsiteX82" fmla="*/ 5200247 w 5741575"/>
              <a:gd name="connsiteY82" fmla="*/ 142695 h 955271"/>
              <a:gd name="connsiteX83" fmla="*/ 5235691 w 5741575"/>
              <a:gd name="connsiteY83" fmla="*/ 173330 h 955271"/>
              <a:gd name="connsiteX84" fmla="*/ 5280133 w 5741575"/>
              <a:gd name="connsiteY84" fmla="*/ 189342 h 955271"/>
              <a:gd name="connsiteX85" fmla="*/ 5291963 w 5741575"/>
              <a:gd name="connsiteY85" fmla="*/ 139446 h 955271"/>
              <a:gd name="connsiteX86" fmla="*/ 5418472 w 5741575"/>
              <a:gd name="connsiteY86" fmla="*/ 89163 h 955271"/>
              <a:gd name="connsiteX87" fmla="*/ 5482354 w 5741575"/>
              <a:gd name="connsiteY87" fmla="*/ 69470 h 955271"/>
              <a:gd name="connsiteX88" fmla="*/ 5583280 w 5741575"/>
              <a:gd name="connsiteY88" fmla="*/ 49787 h 955271"/>
              <a:gd name="connsiteX89" fmla="*/ 5613766 w 5741575"/>
              <a:gd name="connsiteY89" fmla="*/ 41855 h 955271"/>
              <a:gd name="connsiteX90" fmla="*/ 5684952 w 5741575"/>
              <a:gd name="connsiteY90" fmla="*/ 26088 h 955271"/>
              <a:gd name="connsiteX91" fmla="*/ 5741575 w 5741575"/>
              <a:gd name="connsiteY91" fmla="*/ 0 h 955271"/>
              <a:gd name="connsiteX0" fmla="*/ 5741575 w 5741575"/>
              <a:gd name="connsiteY0" fmla="*/ 0 h 955271"/>
              <a:gd name="connsiteX1" fmla="*/ 5741575 w 5741575"/>
              <a:gd name="connsiteY1" fmla="*/ 955271 h 955271"/>
              <a:gd name="connsiteX2" fmla="*/ 0 w 5741575"/>
              <a:gd name="connsiteY2" fmla="*/ 955271 h 955271"/>
              <a:gd name="connsiteX3" fmla="*/ 8558 w 5741575"/>
              <a:gd name="connsiteY3" fmla="*/ 953971 h 955271"/>
              <a:gd name="connsiteX4" fmla="*/ 16894 w 5741575"/>
              <a:gd name="connsiteY4" fmla="*/ 953847 h 955271"/>
              <a:gd name="connsiteX5" fmla="*/ 28156 w 5741575"/>
              <a:gd name="connsiteY5" fmla="*/ 951374 h 955271"/>
              <a:gd name="connsiteX6" fmla="*/ 28293 w 5741575"/>
              <a:gd name="connsiteY6" fmla="*/ 950971 h 955271"/>
              <a:gd name="connsiteX7" fmla="*/ 39115 w 5741575"/>
              <a:gd name="connsiteY7" fmla="*/ 949326 h 955271"/>
              <a:gd name="connsiteX8" fmla="*/ 93851 w 5741575"/>
              <a:gd name="connsiteY8" fmla="*/ 945611 h 955271"/>
              <a:gd name="connsiteX9" fmla="*/ 148657 w 5741575"/>
              <a:gd name="connsiteY9" fmla="*/ 898134 h 955271"/>
              <a:gd name="connsiteX10" fmla="*/ 174554 w 5741575"/>
              <a:gd name="connsiteY10" fmla="*/ 886351 h 955271"/>
              <a:gd name="connsiteX11" fmla="*/ 187633 w 5741575"/>
              <a:gd name="connsiteY11" fmla="*/ 878226 h 955271"/>
              <a:gd name="connsiteX12" fmla="*/ 187961 w 5741575"/>
              <a:gd name="connsiteY12" fmla="*/ 876538 h 955271"/>
              <a:gd name="connsiteX13" fmla="*/ 240501 w 5741575"/>
              <a:gd name="connsiteY13" fmla="*/ 873150 h 955271"/>
              <a:gd name="connsiteX14" fmla="*/ 246345 w 5741575"/>
              <a:gd name="connsiteY14" fmla="*/ 869942 h 955271"/>
              <a:gd name="connsiteX15" fmla="*/ 282041 w 5741575"/>
              <a:gd name="connsiteY15" fmla="*/ 871263 h 955271"/>
              <a:gd name="connsiteX16" fmla="*/ 299711 w 5741575"/>
              <a:gd name="connsiteY16" fmla="*/ 870064 h 955271"/>
              <a:gd name="connsiteX17" fmla="*/ 306299 w 5741575"/>
              <a:gd name="connsiteY17" fmla="*/ 873609 h 955271"/>
              <a:gd name="connsiteX18" fmla="*/ 331571 w 5741575"/>
              <a:gd name="connsiteY18" fmla="*/ 869866 h 955271"/>
              <a:gd name="connsiteX19" fmla="*/ 333872 w 5741575"/>
              <a:gd name="connsiteY19" fmla="*/ 867971 h 955271"/>
              <a:gd name="connsiteX20" fmla="*/ 356953 w 5741575"/>
              <a:gd name="connsiteY20" fmla="*/ 870334 h 955271"/>
              <a:gd name="connsiteX21" fmla="*/ 570239 w 5741575"/>
              <a:gd name="connsiteY21" fmla="*/ 829596 h 955271"/>
              <a:gd name="connsiteX22" fmla="*/ 787156 w 5741575"/>
              <a:gd name="connsiteY22" fmla="*/ 838447 h 955271"/>
              <a:gd name="connsiteX23" fmla="*/ 948872 w 5741575"/>
              <a:gd name="connsiteY23" fmla="*/ 772201 h 955271"/>
              <a:gd name="connsiteX24" fmla="*/ 1212574 w 5741575"/>
              <a:gd name="connsiteY24" fmla="*/ 724238 h 955271"/>
              <a:gd name="connsiteX25" fmla="*/ 1280768 w 5741575"/>
              <a:gd name="connsiteY25" fmla="*/ 699122 h 955271"/>
              <a:gd name="connsiteX26" fmla="*/ 1352027 w 5741575"/>
              <a:gd name="connsiteY26" fmla="*/ 704323 h 955271"/>
              <a:gd name="connsiteX27" fmla="*/ 1374314 w 5741575"/>
              <a:gd name="connsiteY27" fmla="*/ 688815 h 955271"/>
              <a:gd name="connsiteX28" fmla="*/ 1378034 w 5741575"/>
              <a:gd name="connsiteY28" fmla="*/ 685842 h 955271"/>
              <a:gd name="connsiteX29" fmla="*/ 1395604 w 5741575"/>
              <a:gd name="connsiteY29" fmla="*/ 680460 h 955271"/>
              <a:gd name="connsiteX30" fmla="*/ 1397206 w 5741575"/>
              <a:gd name="connsiteY30" fmla="*/ 670793 h 955271"/>
              <a:gd name="connsiteX31" fmla="*/ 1421250 w 5741575"/>
              <a:gd name="connsiteY31" fmla="*/ 656855 h 955271"/>
              <a:gd name="connsiteX32" fmla="*/ 1454524 w 5741575"/>
              <a:gd name="connsiteY32" fmla="*/ 649224 h 955271"/>
              <a:gd name="connsiteX33" fmla="*/ 1616217 w 5741575"/>
              <a:gd name="connsiteY33" fmla="*/ 622107 h 955271"/>
              <a:gd name="connsiteX34" fmla="*/ 1710928 w 5741575"/>
              <a:gd name="connsiteY34" fmla="*/ 600666 h 955271"/>
              <a:gd name="connsiteX35" fmla="*/ 1743718 w 5741575"/>
              <a:gd name="connsiteY35" fmla="*/ 584327 h 955271"/>
              <a:gd name="connsiteX36" fmla="*/ 1873778 w 5741575"/>
              <a:gd name="connsiteY36" fmla="*/ 530130 h 955271"/>
              <a:gd name="connsiteX37" fmla="*/ 1988411 w 5741575"/>
              <a:gd name="connsiteY37" fmla="*/ 491599 h 955271"/>
              <a:gd name="connsiteX38" fmla="*/ 2085507 w 5741575"/>
              <a:gd name="connsiteY38" fmla="*/ 498527 h 955271"/>
              <a:gd name="connsiteX39" fmla="*/ 2090767 w 5741575"/>
              <a:gd name="connsiteY39" fmla="*/ 490616 h 955271"/>
              <a:gd name="connsiteX40" fmla="*/ 2151143 w 5741575"/>
              <a:gd name="connsiteY40" fmla="*/ 478332 h 955271"/>
              <a:gd name="connsiteX41" fmla="*/ 2378710 w 5741575"/>
              <a:gd name="connsiteY41" fmla="*/ 477570 h 955271"/>
              <a:gd name="connsiteX42" fmla="*/ 2496256 w 5741575"/>
              <a:gd name="connsiteY42" fmla="*/ 452396 h 955271"/>
              <a:gd name="connsiteX43" fmla="*/ 2535387 w 5741575"/>
              <a:gd name="connsiteY43" fmla="*/ 436645 h 955271"/>
              <a:gd name="connsiteX44" fmla="*/ 2601109 w 5741575"/>
              <a:gd name="connsiteY44" fmla="*/ 410678 h 955271"/>
              <a:gd name="connsiteX45" fmla="*/ 2643855 w 5741575"/>
              <a:gd name="connsiteY45" fmla="*/ 374482 h 955271"/>
              <a:gd name="connsiteX46" fmla="*/ 2657726 w 5741575"/>
              <a:gd name="connsiteY46" fmla="*/ 365841 h 955271"/>
              <a:gd name="connsiteX47" fmla="*/ 2687125 w 5741575"/>
              <a:gd name="connsiteY47" fmla="*/ 366820 h 955271"/>
              <a:gd name="connsiteX48" fmla="*/ 2697479 w 5741575"/>
              <a:gd name="connsiteY48" fmla="*/ 361430 h 955271"/>
              <a:gd name="connsiteX49" fmla="*/ 2701547 w 5741575"/>
              <a:gd name="connsiteY49" fmla="*/ 361545 h 955271"/>
              <a:gd name="connsiteX50" fmla="*/ 2711054 w 5741575"/>
              <a:gd name="connsiteY50" fmla="*/ 360597 h 955271"/>
              <a:gd name="connsiteX51" fmla="*/ 2710438 w 5741575"/>
              <a:gd name="connsiteY51" fmla="*/ 366958 h 955271"/>
              <a:gd name="connsiteX52" fmla="*/ 2722936 w 5741575"/>
              <a:gd name="connsiteY52" fmla="*/ 377633 h 955271"/>
              <a:gd name="connsiteX53" fmla="*/ 2777227 w 5741575"/>
              <a:gd name="connsiteY53" fmla="*/ 368972 h 955271"/>
              <a:gd name="connsiteX54" fmla="*/ 2779510 w 5741575"/>
              <a:gd name="connsiteY54" fmla="*/ 361652 h 955271"/>
              <a:gd name="connsiteX55" fmla="*/ 2786278 w 5741575"/>
              <a:gd name="connsiteY55" fmla="*/ 359869 h 955271"/>
              <a:gd name="connsiteX56" fmla="*/ 2792101 w 5741575"/>
              <a:gd name="connsiteY56" fmla="*/ 365927 h 955271"/>
              <a:gd name="connsiteX57" fmla="*/ 2885545 w 5741575"/>
              <a:gd name="connsiteY57" fmla="*/ 372818 h 955271"/>
              <a:gd name="connsiteX58" fmla="*/ 3009558 w 5741575"/>
              <a:gd name="connsiteY58" fmla="*/ 370573 h 955271"/>
              <a:gd name="connsiteX59" fmla="*/ 3095010 w 5741575"/>
              <a:gd name="connsiteY59" fmla="*/ 332454 h 955271"/>
              <a:gd name="connsiteX60" fmla="*/ 3103742 w 5741575"/>
              <a:gd name="connsiteY60" fmla="*/ 337974 h 955271"/>
              <a:gd name="connsiteX61" fmla="*/ 3165093 w 5741575"/>
              <a:gd name="connsiteY61" fmla="*/ 329459 h 955271"/>
              <a:gd name="connsiteX62" fmla="*/ 3373785 w 5741575"/>
              <a:gd name="connsiteY62" fmla="*/ 255680 h 955271"/>
              <a:gd name="connsiteX63" fmla="*/ 3493851 w 5741575"/>
              <a:gd name="connsiteY63" fmla="*/ 240255 h 955271"/>
              <a:gd name="connsiteX64" fmla="*/ 3537470 w 5741575"/>
              <a:gd name="connsiteY64" fmla="*/ 241867 h 955271"/>
              <a:gd name="connsiteX65" fmla="*/ 3610489 w 5741575"/>
              <a:gd name="connsiteY65" fmla="*/ 244128 h 955271"/>
              <a:gd name="connsiteX66" fmla="*/ 3667539 w 5741575"/>
              <a:gd name="connsiteY66" fmla="*/ 263271 h 955271"/>
              <a:gd name="connsiteX67" fmla="*/ 3727614 w 5741575"/>
              <a:gd name="connsiteY67" fmla="*/ 258245 h 955271"/>
              <a:gd name="connsiteX68" fmla="*/ 3738369 w 5741575"/>
              <a:gd name="connsiteY68" fmla="*/ 234506 h 955271"/>
              <a:gd name="connsiteX69" fmla="*/ 3803670 w 5741575"/>
              <a:gd name="connsiteY69" fmla="*/ 236457 h 955271"/>
              <a:gd name="connsiteX70" fmla="*/ 3903080 w 5741575"/>
              <a:gd name="connsiteY70" fmla="*/ 241890 h 955271"/>
              <a:gd name="connsiteX71" fmla="*/ 4114838 w 5741575"/>
              <a:gd name="connsiteY71" fmla="*/ 238165 h 955271"/>
              <a:gd name="connsiteX72" fmla="*/ 4271023 w 5741575"/>
              <a:gd name="connsiteY72" fmla="*/ 241959 h 955271"/>
              <a:gd name="connsiteX73" fmla="*/ 4367397 w 5741575"/>
              <a:gd name="connsiteY73" fmla="*/ 271442 h 955271"/>
              <a:gd name="connsiteX74" fmla="*/ 4495366 w 5741575"/>
              <a:gd name="connsiteY74" fmla="*/ 271618 h 955271"/>
              <a:gd name="connsiteX75" fmla="*/ 4517347 w 5741575"/>
              <a:gd name="connsiteY75" fmla="*/ 275639 h 955271"/>
              <a:gd name="connsiteX76" fmla="*/ 4546116 w 5741575"/>
              <a:gd name="connsiteY76" fmla="*/ 268568 h 955271"/>
              <a:gd name="connsiteX77" fmla="*/ 4661259 w 5741575"/>
              <a:gd name="connsiteY77" fmla="*/ 238966 h 955271"/>
              <a:gd name="connsiteX78" fmla="*/ 4750403 w 5741575"/>
              <a:gd name="connsiteY78" fmla="*/ 204364 h 955271"/>
              <a:gd name="connsiteX79" fmla="*/ 4867614 w 5741575"/>
              <a:gd name="connsiteY79" fmla="*/ 208668 h 955271"/>
              <a:gd name="connsiteX80" fmla="*/ 4937036 w 5741575"/>
              <a:gd name="connsiteY80" fmla="*/ 195446 h 955271"/>
              <a:gd name="connsiteX81" fmla="*/ 5047626 w 5741575"/>
              <a:gd name="connsiteY81" fmla="*/ 149604 h 955271"/>
              <a:gd name="connsiteX82" fmla="*/ 5200247 w 5741575"/>
              <a:gd name="connsiteY82" fmla="*/ 142695 h 955271"/>
              <a:gd name="connsiteX83" fmla="*/ 5235691 w 5741575"/>
              <a:gd name="connsiteY83" fmla="*/ 173330 h 955271"/>
              <a:gd name="connsiteX84" fmla="*/ 5280133 w 5741575"/>
              <a:gd name="connsiteY84" fmla="*/ 189342 h 955271"/>
              <a:gd name="connsiteX85" fmla="*/ 5291963 w 5741575"/>
              <a:gd name="connsiteY85" fmla="*/ 139446 h 955271"/>
              <a:gd name="connsiteX86" fmla="*/ 5418472 w 5741575"/>
              <a:gd name="connsiteY86" fmla="*/ 89163 h 955271"/>
              <a:gd name="connsiteX87" fmla="*/ 5482354 w 5741575"/>
              <a:gd name="connsiteY87" fmla="*/ 69470 h 955271"/>
              <a:gd name="connsiteX88" fmla="*/ 5583280 w 5741575"/>
              <a:gd name="connsiteY88" fmla="*/ 49787 h 955271"/>
              <a:gd name="connsiteX89" fmla="*/ 5613766 w 5741575"/>
              <a:gd name="connsiteY89" fmla="*/ 41855 h 955271"/>
              <a:gd name="connsiteX90" fmla="*/ 5684952 w 5741575"/>
              <a:gd name="connsiteY90" fmla="*/ 26088 h 955271"/>
              <a:gd name="connsiteX91" fmla="*/ 5741575 w 5741575"/>
              <a:gd name="connsiteY91" fmla="*/ 0 h 955271"/>
              <a:gd name="connsiteX0" fmla="*/ 5741575 w 5741575"/>
              <a:gd name="connsiteY0" fmla="*/ 0 h 955271"/>
              <a:gd name="connsiteX1" fmla="*/ 5741575 w 5741575"/>
              <a:gd name="connsiteY1" fmla="*/ 955271 h 955271"/>
              <a:gd name="connsiteX2" fmla="*/ 0 w 5741575"/>
              <a:gd name="connsiteY2" fmla="*/ 955271 h 955271"/>
              <a:gd name="connsiteX3" fmla="*/ 8558 w 5741575"/>
              <a:gd name="connsiteY3" fmla="*/ 953971 h 955271"/>
              <a:gd name="connsiteX4" fmla="*/ 16894 w 5741575"/>
              <a:gd name="connsiteY4" fmla="*/ 953847 h 955271"/>
              <a:gd name="connsiteX5" fmla="*/ 28156 w 5741575"/>
              <a:gd name="connsiteY5" fmla="*/ 951374 h 955271"/>
              <a:gd name="connsiteX6" fmla="*/ 28293 w 5741575"/>
              <a:gd name="connsiteY6" fmla="*/ 950971 h 955271"/>
              <a:gd name="connsiteX7" fmla="*/ 39115 w 5741575"/>
              <a:gd name="connsiteY7" fmla="*/ 949326 h 955271"/>
              <a:gd name="connsiteX8" fmla="*/ 93851 w 5741575"/>
              <a:gd name="connsiteY8" fmla="*/ 945611 h 955271"/>
              <a:gd name="connsiteX9" fmla="*/ 148657 w 5741575"/>
              <a:gd name="connsiteY9" fmla="*/ 898134 h 955271"/>
              <a:gd name="connsiteX10" fmla="*/ 174554 w 5741575"/>
              <a:gd name="connsiteY10" fmla="*/ 886351 h 955271"/>
              <a:gd name="connsiteX11" fmla="*/ 187633 w 5741575"/>
              <a:gd name="connsiteY11" fmla="*/ 878226 h 955271"/>
              <a:gd name="connsiteX12" fmla="*/ 187961 w 5741575"/>
              <a:gd name="connsiteY12" fmla="*/ 876538 h 955271"/>
              <a:gd name="connsiteX13" fmla="*/ 240501 w 5741575"/>
              <a:gd name="connsiteY13" fmla="*/ 873150 h 955271"/>
              <a:gd name="connsiteX14" fmla="*/ 246345 w 5741575"/>
              <a:gd name="connsiteY14" fmla="*/ 869942 h 955271"/>
              <a:gd name="connsiteX15" fmla="*/ 282041 w 5741575"/>
              <a:gd name="connsiteY15" fmla="*/ 871263 h 955271"/>
              <a:gd name="connsiteX16" fmla="*/ 299711 w 5741575"/>
              <a:gd name="connsiteY16" fmla="*/ 870064 h 955271"/>
              <a:gd name="connsiteX17" fmla="*/ 306299 w 5741575"/>
              <a:gd name="connsiteY17" fmla="*/ 873609 h 955271"/>
              <a:gd name="connsiteX18" fmla="*/ 331571 w 5741575"/>
              <a:gd name="connsiteY18" fmla="*/ 869866 h 955271"/>
              <a:gd name="connsiteX19" fmla="*/ 333872 w 5741575"/>
              <a:gd name="connsiteY19" fmla="*/ 867971 h 955271"/>
              <a:gd name="connsiteX20" fmla="*/ 356953 w 5741575"/>
              <a:gd name="connsiteY20" fmla="*/ 870334 h 955271"/>
              <a:gd name="connsiteX21" fmla="*/ 570239 w 5741575"/>
              <a:gd name="connsiteY21" fmla="*/ 829596 h 955271"/>
              <a:gd name="connsiteX22" fmla="*/ 787156 w 5741575"/>
              <a:gd name="connsiteY22" fmla="*/ 838447 h 955271"/>
              <a:gd name="connsiteX23" fmla="*/ 948872 w 5741575"/>
              <a:gd name="connsiteY23" fmla="*/ 772201 h 955271"/>
              <a:gd name="connsiteX24" fmla="*/ 1212574 w 5741575"/>
              <a:gd name="connsiteY24" fmla="*/ 724238 h 955271"/>
              <a:gd name="connsiteX25" fmla="*/ 1280768 w 5741575"/>
              <a:gd name="connsiteY25" fmla="*/ 699122 h 955271"/>
              <a:gd name="connsiteX26" fmla="*/ 1352027 w 5741575"/>
              <a:gd name="connsiteY26" fmla="*/ 704323 h 955271"/>
              <a:gd name="connsiteX27" fmla="*/ 1374314 w 5741575"/>
              <a:gd name="connsiteY27" fmla="*/ 688815 h 955271"/>
              <a:gd name="connsiteX28" fmla="*/ 1378034 w 5741575"/>
              <a:gd name="connsiteY28" fmla="*/ 685842 h 955271"/>
              <a:gd name="connsiteX29" fmla="*/ 1395604 w 5741575"/>
              <a:gd name="connsiteY29" fmla="*/ 680460 h 955271"/>
              <a:gd name="connsiteX30" fmla="*/ 1397206 w 5741575"/>
              <a:gd name="connsiteY30" fmla="*/ 670793 h 955271"/>
              <a:gd name="connsiteX31" fmla="*/ 1421250 w 5741575"/>
              <a:gd name="connsiteY31" fmla="*/ 656855 h 955271"/>
              <a:gd name="connsiteX32" fmla="*/ 1454524 w 5741575"/>
              <a:gd name="connsiteY32" fmla="*/ 649224 h 955271"/>
              <a:gd name="connsiteX33" fmla="*/ 1616217 w 5741575"/>
              <a:gd name="connsiteY33" fmla="*/ 622107 h 955271"/>
              <a:gd name="connsiteX34" fmla="*/ 1710928 w 5741575"/>
              <a:gd name="connsiteY34" fmla="*/ 600666 h 955271"/>
              <a:gd name="connsiteX35" fmla="*/ 1743718 w 5741575"/>
              <a:gd name="connsiteY35" fmla="*/ 584327 h 955271"/>
              <a:gd name="connsiteX36" fmla="*/ 1873778 w 5741575"/>
              <a:gd name="connsiteY36" fmla="*/ 530130 h 955271"/>
              <a:gd name="connsiteX37" fmla="*/ 1988411 w 5741575"/>
              <a:gd name="connsiteY37" fmla="*/ 491599 h 955271"/>
              <a:gd name="connsiteX38" fmla="*/ 2085507 w 5741575"/>
              <a:gd name="connsiteY38" fmla="*/ 498527 h 955271"/>
              <a:gd name="connsiteX39" fmla="*/ 2090767 w 5741575"/>
              <a:gd name="connsiteY39" fmla="*/ 490616 h 955271"/>
              <a:gd name="connsiteX40" fmla="*/ 2151143 w 5741575"/>
              <a:gd name="connsiteY40" fmla="*/ 478332 h 955271"/>
              <a:gd name="connsiteX41" fmla="*/ 2378710 w 5741575"/>
              <a:gd name="connsiteY41" fmla="*/ 477570 h 955271"/>
              <a:gd name="connsiteX42" fmla="*/ 2496256 w 5741575"/>
              <a:gd name="connsiteY42" fmla="*/ 452396 h 955271"/>
              <a:gd name="connsiteX43" fmla="*/ 2535387 w 5741575"/>
              <a:gd name="connsiteY43" fmla="*/ 436645 h 955271"/>
              <a:gd name="connsiteX44" fmla="*/ 2601109 w 5741575"/>
              <a:gd name="connsiteY44" fmla="*/ 410678 h 955271"/>
              <a:gd name="connsiteX45" fmla="*/ 2643855 w 5741575"/>
              <a:gd name="connsiteY45" fmla="*/ 374482 h 955271"/>
              <a:gd name="connsiteX46" fmla="*/ 2657726 w 5741575"/>
              <a:gd name="connsiteY46" fmla="*/ 365841 h 955271"/>
              <a:gd name="connsiteX47" fmla="*/ 2687125 w 5741575"/>
              <a:gd name="connsiteY47" fmla="*/ 366820 h 955271"/>
              <a:gd name="connsiteX48" fmla="*/ 2697479 w 5741575"/>
              <a:gd name="connsiteY48" fmla="*/ 361430 h 955271"/>
              <a:gd name="connsiteX49" fmla="*/ 2701547 w 5741575"/>
              <a:gd name="connsiteY49" fmla="*/ 361545 h 955271"/>
              <a:gd name="connsiteX50" fmla="*/ 2711054 w 5741575"/>
              <a:gd name="connsiteY50" fmla="*/ 360597 h 955271"/>
              <a:gd name="connsiteX51" fmla="*/ 2710438 w 5741575"/>
              <a:gd name="connsiteY51" fmla="*/ 366958 h 955271"/>
              <a:gd name="connsiteX52" fmla="*/ 2722936 w 5741575"/>
              <a:gd name="connsiteY52" fmla="*/ 377633 h 955271"/>
              <a:gd name="connsiteX53" fmla="*/ 2777227 w 5741575"/>
              <a:gd name="connsiteY53" fmla="*/ 368972 h 955271"/>
              <a:gd name="connsiteX54" fmla="*/ 2779510 w 5741575"/>
              <a:gd name="connsiteY54" fmla="*/ 361652 h 955271"/>
              <a:gd name="connsiteX55" fmla="*/ 2786278 w 5741575"/>
              <a:gd name="connsiteY55" fmla="*/ 359869 h 955271"/>
              <a:gd name="connsiteX56" fmla="*/ 2792101 w 5741575"/>
              <a:gd name="connsiteY56" fmla="*/ 365927 h 955271"/>
              <a:gd name="connsiteX57" fmla="*/ 2885545 w 5741575"/>
              <a:gd name="connsiteY57" fmla="*/ 372818 h 955271"/>
              <a:gd name="connsiteX58" fmla="*/ 3009558 w 5741575"/>
              <a:gd name="connsiteY58" fmla="*/ 370573 h 955271"/>
              <a:gd name="connsiteX59" fmla="*/ 3095010 w 5741575"/>
              <a:gd name="connsiteY59" fmla="*/ 332454 h 955271"/>
              <a:gd name="connsiteX60" fmla="*/ 3103742 w 5741575"/>
              <a:gd name="connsiteY60" fmla="*/ 337974 h 955271"/>
              <a:gd name="connsiteX61" fmla="*/ 3165093 w 5741575"/>
              <a:gd name="connsiteY61" fmla="*/ 329459 h 955271"/>
              <a:gd name="connsiteX62" fmla="*/ 3373785 w 5741575"/>
              <a:gd name="connsiteY62" fmla="*/ 255680 h 955271"/>
              <a:gd name="connsiteX63" fmla="*/ 3493851 w 5741575"/>
              <a:gd name="connsiteY63" fmla="*/ 240255 h 955271"/>
              <a:gd name="connsiteX64" fmla="*/ 3537470 w 5741575"/>
              <a:gd name="connsiteY64" fmla="*/ 241867 h 955271"/>
              <a:gd name="connsiteX65" fmla="*/ 3610489 w 5741575"/>
              <a:gd name="connsiteY65" fmla="*/ 244128 h 955271"/>
              <a:gd name="connsiteX66" fmla="*/ 3667539 w 5741575"/>
              <a:gd name="connsiteY66" fmla="*/ 263271 h 955271"/>
              <a:gd name="connsiteX67" fmla="*/ 3727614 w 5741575"/>
              <a:gd name="connsiteY67" fmla="*/ 258245 h 955271"/>
              <a:gd name="connsiteX68" fmla="*/ 3738369 w 5741575"/>
              <a:gd name="connsiteY68" fmla="*/ 234506 h 955271"/>
              <a:gd name="connsiteX69" fmla="*/ 3803670 w 5741575"/>
              <a:gd name="connsiteY69" fmla="*/ 236457 h 955271"/>
              <a:gd name="connsiteX70" fmla="*/ 3903080 w 5741575"/>
              <a:gd name="connsiteY70" fmla="*/ 241890 h 955271"/>
              <a:gd name="connsiteX71" fmla="*/ 4114838 w 5741575"/>
              <a:gd name="connsiteY71" fmla="*/ 238165 h 955271"/>
              <a:gd name="connsiteX72" fmla="*/ 4271023 w 5741575"/>
              <a:gd name="connsiteY72" fmla="*/ 241959 h 955271"/>
              <a:gd name="connsiteX73" fmla="*/ 4367397 w 5741575"/>
              <a:gd name="connsiteY73" fmla="*/ 271442 h 955271"/>
              <a:gd name="connsiteX74" fmla="*/ 4495366 w 5741575"/>
              <a:gd name="connsiteY74" fmla="*/ 271618 h 955271"/>
              <a:gd name="connsiteX75" fmla="*/ 4517347 w 5741575"/>
              <a:gd name="connsiteY75" fmla="*/ 275639 h 955271"/>
              <a:gd name="connsiteX76" fmla="*/ 4546116 w 5741575"/>
              <a:gd name="connsiteY76" fmla="*/ 268568 h 955271"/>
              <a:gd name="connsiteX77" fmla="*/ 4661259 w 5741575"/>
              <a:gd name="connsiteY77" fmla="*/ 238966 h 955271"/>
              <a:gd name="connsiteX78" fmla="*/ 4750403 w 5741575"/>
              <a:gd name="connsiteY78" fmla="*/ 204364 h 955271"/>
              <a:gd name="connsiteX79" fmla="*/ 4867614 w 5741575"/>
              <a:gd name="connsiteY79" fmla="*/ 208668 h 955271"/>
              <a:gd name="connsiteX80" fmla="*/ 4937036 w 5741575"/>
              <a:gd name="connsiteY80" fmla="*/ 195446 h 955271"/>
              <a:gd name="connsiteX81" fmla="*/ 5047626 w 5741575"/>
              <a:gd name="connsiteY81" fmla="*/ 149604 h 955271"/>
              <a:gd name="connsiteX82" fmla="*/ 5200247 w 5741575"/>
              <a:gd name="connsiteY82" fmla="*/ 142695 h 955271"/>
              <a:gd name="connsiteX83" fmla="*/ 5235691 w 5741575"/>
              <a:gd name="connsiteY83" fmla="*/ 173330 h 955271"/>
              <a:gd name="connsiteX84" fmla="*/ 5280133 w 5741575"/>
              <a:gd name="connsiteY84" fmla="*/ 189342 h 955271"/>
              <a:gd name="connsiteX85" fmla="*/ 5291963 w 5741575"/>
              <a:gd name="connsiteY85" fmla="*/ 139446 h 955271"/>
              <a:gd name="connsiteX86" fmla="*/ 5418472 w 5741575"/>
              <a:gd name="connsiteY86" fmla="*/ 89163 h 955271"/>
              <a:gd name="connsiteX87" fmla="*/ 5482354 w 5741575"/>
              <a:gd name="connsiteY87" fmla="*/ 69470 h 955271"/>
              <a:gd name="connsiteX88" fmla="*/ 5583280 w 5741575"/>
              <a:gd name="connsiteY88" fmla="*/ 49787 h 955271"/>
              <a:gd name="connsiteX89" fmla="*/ 5613766 w 5741575"/>
              <a:gd name="connsiteY89" fmla="*/ 41855 h 955271"/>
              <a:gd name="connsiteX90" fmla="*/ 5684952 w 5741575"/>
              <a:gd name="connsiteY90" fmla="*/ 26088 h 955271"/>
              <a:gd name="connsiteX91" fmla="*/ 5741575 w 5741575"/>
              <a:gd name="connsiteY91" fmla="*/ 0 h 955271"/>
              <a:gd name="connsiteX0" fmla="*/ 5741575 w 5741575"/>
              <a:gd name="connsiteY0" fmla="*/ 0 h 955271"/>
              <a:gd name="connsiteX1" fmla="*/ 5741575 w 5741575"/>
              <a:gd name="connsiteY1" fmla="*/ 955271 h 955271"/>
              <a:gd name="connsiteX2" fmla="*/ 0 w 5741575"/>
              <a:gd name="connsiteY2" fmla="*/ 955271 h 955271"/>
              <a:gd name="connsiteX3" fmla="*/ 8558 w 5741575"/>
              <a:gd name="connsiteY3" fmla="*/ 953971 h 955271"/>
              <a:gd name="connsiteX4" fmla="*/ 16894 w 5741575"/>
              <a:gd name="connsiteY4" fmla="*/ 953847 h 955271"/>
              <a:gd name="connsiteX5" fmla="*/ 28156 w 5741575"/>
              <a:gd name="connsiteY5" fmla="*/ 951374 h 955271"/>
              <a:gd name="connsiteX6" fmla="*/ 28293 w 5741575"/>
              <a:gd name="connsiteY6" fmla="*/ 950971 h 955271"/>
              <a:gd name="connsiteX7" fmla="*/ 39115 w 5741575"/>
              <a:gd name="connsiteY7" fmla="*/ 949326 h 955271"/>
              <a:gd name="connsiteX8" fmla="*/ 93851 w 5741575"/>
              <a:gd name="connsiteY8" fmla="*/ 945611 h 955271"/>
              <a:gd name="connsiteX9" fmla="*/ 148657 w 5741575"/>
              <a:gd name="connsiteY9" fmla="*/ 898134 h 955271"/>
              <a:gd name="connsiteX10" fmla="*/ 174554 w 5741575"/>
              <a:gd name="connsiteY10" fmla="*/ 886351 h 955271"/>
              <a:gd name="connsiteX11" fmla="*/ 187633 w 5741575"/>
              <a:gd name="connsiteY11" fmla="*/ 878226 h 955271"/>
              <a:gd name="connsiteX12" fmla="*/ 187961 w 5741575"/>
              <a:gd name="connsiteY12" fmla="*/ 876538 h 955271"/>
              <a:gd name="connsiteX13" fmla="*/ 240501 w 5741575"/>
              <a:gd name="connsiteY13" fmla="*/ 873150 h 955271"/>
              <a:gd name="connsiteX14" fmla="*/ 246345 w 5741575"/>
              <a:gd name="connsiteY14" fmla="*/ 869942 h 955271"/>
              <a:gd name="connsiteX15" fmla="*/ 282041 w 5741575"/>
              <a:gd name="connsiteY15" fmla="*/ 871263 h 955271"/>
              <a:gd name="connsiteX16" fmla="*/ 299711 w 5741575"/>
              <a:gd name="connsiteY16" fmla="*/ 870064 h 955271"/>
              <a:gd name="connsiteX17" fmla="*/ 306299 w 5741575"/>
              <a:gd name="connsiteY17" fmla="*/ 873609 h 955271"/>
              <a:gd name="connsiteX18" fmla="*/ 331571 w 5741575"/>
              <a:gd name="connsiteY18" fmla="*/ 869866 h 955271"/>
              <a:gd name="connsiteX19" fmla="*/ 333872 w 5741575"/>
              <a:gd name="connsiteY19" fmla="*/ 867971 h 955271"/>
              <a:gd name="connsiteX20" fmla="*/ 356953 w 5741575"/>
              <a:gd name="connsiteY20" fmla="*/ 870334 h 955271"/>
              <a:gd name="connsiteX21" fmla="*/ 570239 w 5741575"/>
              <a:gd name="connsiteY21" fmla="*/ 829596 h 955271"/>
              <a:gd name="connsiteX22" fmla="*/ 787156 w 5741575"/>
              <a:gd name="connsiteY22" fmla="*/ 838447 h 955271"/>
              <a:gd name="connsiteX23" fmla="*/ 948872 w 5741575"/>
              <a:gd name="connsiteY23" fmla="*/ 772201 h 955271"/>
              <a:gd name="connsiteX24" fmla="*/ 1212574 w 5741575"/>
              <a:gd name="connsiteY24" fmla="*/ 724238 h 955271"/>
              <a:gd name="connsiteX25" fmla="*/ 1280768 w 5741575"/>
              <a:gd name="connsiteY25" fmla="*/ 699122 h 955271"/>
              <a:gd name="connsiteX26" fmla="*/ 1352027 w 5741575"/>
              <a:gd name="connsiteY26" fmla="*/ 704323 h 955271"/>
              <a:gd name="connsiteX27" fmla="*/ 1374314 w 5741575"/>
              <a:gd name="connsiteY27" fmla="*/ 688815 h 955271"/>
              <a:gd name="connsiteX28" fmla="*/ 1378034 w 5741575"/>
              <a:gd name="connsiteY28" fmla="*/ 685842 h 955271"/>
              <a:gd name="connsiteX29" fmla="*/ 1395604 w 5741575"/>
              <a:gd name="connsiteY29" fmla="*/ 680460 h 955271"/>
              <a:gd name="connsiteX30" fmla="*/ 1397206 w 5741575"/>
              <a:gd name="connsiteY30" fmla="*/ 670793 h 955271"/>
              <a:gd name="connsiteX31" fmla="*/ 1421250 w 5741575"/>
              <a:gd name="connsiteY31" fmla="*/ 656855 h 955271"/>
              <a:gd name="connsiteX32" fmla="*/ 1454524 w 5741575"/>
              <a:gd name="connsiteY32" fmla="*/ 649224 h 955271"/>
              <a:gd name="connsiteX33" fmla="*/ 1616217 w 5741575"/>
              <a:gd name="connsiteY33" fmla="*/ 622107 h 955271"/>
              <a:gd name="connsiteX34" fmla="*/ 1710928 w 5741575"/>
              <a:gd name="connsiteY34" fmla="*/ 600666 h 955271"/>
              <a:gd name="connsiteX35" fmla="*/ 1743718 w 5741575"/>
              <a:gd name="connsiteY35" fmla="*/ 584327 h 955271"/>
              <a:gd name="connsiteX36" fmla="*/ 1873778 w 5741575"/>
              <a:gd name="connsiteY36" fmla="*/ 530130 h 955271"/>
              <a:gd name="connsiteX37" fmla="*/ 1988411 w 5741575"/>
              <a:gd name="connsiteY37" fmla="*/ 491599 h 955271"/>
              <a:gd name="connsiteX38" fmla="*/ 2085507 w 5741575"/>
              <a:gd name="connsiteY38" fmla="*/ 498527 h 955271"/>
              <a:gd name="connsiteX39" fmla="*/ 2090767 w 5741575"/>
              <a:gd name="connsiteY39" fmla="*/ 490616 h 955271"/>
              <a:gd name="connsiteX40" fmla="*/ 2151143 w 5741575"/>
              <a:gd name="connsiteY40" fmla="*/ 478332 h 955271"/>
              <a:gd name="connsiteX41" fmla="*/ 2378710 w 5741575"/>
              <a:gd name="connsiteY41" fmla="*/ 477570 h 955271"/>
              <a:gd name="connsiteX42" fmla="*/ 2496256 w 5741575"/>
              <a:gd name="connsiteY42" fmla="*/ 452396 h 955271"/>
              <a:gd name="connsiteX43" fmla="*/ 2535387 w 5741575"/>
              <a:gd name="connsiteY43" fmla="*/ 436645 h 955271"/>
              <a:gd name="connsiteX44" fmla="*/ 2601109 w 5741575"/>
              <a:gd name="connsiteY44" fmla="*/ 410678 h 955271"/>
              <a:gd name="connsiteX45" fmla="*/ 2643855 w 5741575"/>
              <a:gd name="connsiteY45" fmla="*/ 374482 h 955271"/>
              <a:gd name="connsiteX46" fmla="*/ 2657726 w 5741575"/>
              <a:gd name="connsiteY46" fmla="*/ 365841 h 955271"/>
              <a:gd name="connsiteX47" fmla="*/ 2687125 w 5741575"/>
              <a:gd name="connsiteY47" fmla="*/ 366820 h 955271"/>
              <a:gd name="connsiteX48" fmla="*/ 2697479 w 5741575"/>
              <a:gd name="connsiteY48" fmla="*/ 361430 h 955271"/>
              <a:gd name="connsiteX49" fmla="*/ 2701547 w 5741575"/>
              <a:gd name="connsiteY49" fmla="*/ 361545 h 955271"/>
              <a:gd name="connsiteX50" fmla="*/ 2711054 w 5741575"/>
              <a:gd name="connsiteY50" fmla="*/ 360597 h 955271"/>
              <a:gd name="connsiteX51" fmla="*/ 2710438 w 5741575"/>
              <a:gd name="connsiteY51" fmla="*/ 366958 h 955271"/>
              <a:gd name="connsiteX52" fmla="*/ 2722936 w 5741575"/>
              <a:gd name="connsiteY52" fmla="*/ 377633 h 955271"/>
              <a:gd name="connsiteX53" fmla="*/ 2777227 w 5741575"/>
              <a:gd name="connsiteY53" fmla="*/ 368972 h 955271"/>
              <a:gd name="connsiteX54" fmla="*/ 2779510 w 5741575"/>
              <a:gd name="connsiteY54" fmla="*/ 361652 h 955271"/>
              <a:gd name="connsiteX55" fmla="*/ 2786278 w 5741575"/>
              <a:gd name="connsiteY55" fmla="*/ 359869 h 955271"/>
              <a:gd name="connsiteX56" fmla="*/ 2792101 w 5741575"/>
              <a:gd name="connsiteY56" fmla="*/ 365927 h 955271"/>
              <a:gd name="connsiteX57" fmla="*/ 2885545 w 5741575"/>
              <a:gd name="connsiteY57" fmla="*/ 372818 h 955271"/>
              <a:gd name="connsiteX58" fmla="*/ 3009558 w 5741575"/>
              <a:gd name="connsiteY58" fmla="*/ 370573 h 955271"/>
              <a:gd name="connsiteX59" fmla="*/ 3095010 w 5741575"/>
              <a:gd name="connsiteY59" fmla="*/ 332454 h 955271"/>
              <a:gd name="connsiteX60" fmla="*/ 3103742 w 5741575"/>
              <a:gd name="connsiteY60" fmla="*/ 337974 h 955271"/>
              <a:gd name="connsiteX61" fmla="*/ 3165093 w 5741575"/>
              <a:gd name="connsiteY61" fmla="*/ 329459 h 955271"/>
              <a:gd name="connsiteX62" fmla="*/ 3373785 w 5741575"/>
              <a:gd name="connsiteY62" fmla="*/ 255680 h 955271"/>
              <a:gd name="connsiteX63" fmla="*/ 3493851 w 5741575"/>
              <a:gd name="connsiteY63" fmla="*/ 240255 h 955271"/>
              <a:gd name="connsiteX64" fmla="*/ 3537470 w 5741575"/>
              <a:gd name="connsiteY64" fmla="*/ 241867 h 955271"/>
              <a:gd name="connsiteX65" fmla="*/ 3610489 w 5741575"/>
              <a:gd name="connsiteY65" fmla="*/ 244128 h 955271"/>
              <a:gd name="connsiteX66" fmla="*/ 3667539 w 5741575"/>
              <a:gd name="connsiteY66" fmla="*/ 263271 h 955271"/>
              <a:gd name="connsiteX67" fmla="*/ 3727614 w 5741575"/>
              <a:gd name="connsiteY67" fmla="*/ 258245 h 955271"/>
              <a:gd name="connsiteX68" fmla="*/ 3738369 w 5741575"/>
              <a:gd name="connsiteY68" fmla="*/ 234506 h 955271"/>
              <a:gd name="connsiteX69" fmla="*/ 3803670 w 5741575"/>
              <a:gd name="connsiteY69" fmla="*/ 236457 h 955271"/>
              <a:gd name="connsiteX70" fmla="*/ 3903080 w 5741575"/>
              <a:gd name="connsiteY70" fmla="*/ 241890 h 955271"/>
              <a:gd name="connsiteX71" fmla="*/ 4114838 w 5741575"/>
              <a:gd name="connsiteY71" fmla="*/ 238165 h 955271"/>
              <a:gd name="connsiteX72" fmla="*/ 4271023 w 5741575"/>
              <a:gd name="connsiteY72" fmla="*/ 241959 h 955271"/>
              <a:gd name="connsiteX73" fmla="*/ 4367397 w 5741575"/>
              <a:gd name="connsiteY73" fmla="*/ 271442 h 955271"/>
              <a:gd name="connsiteX74" fmla="*/ 4495366 w 5741575"/>
              <a:gd name="connsiteY74" fmla="*/ 271618 h 955271"/>
              <a:gd name="connsiteX75" fmla="*/ 4517347 w 5741575"/>
              <a:gd name="connsiteY75" fmla="*/ 275639 h 955271"/>
              <a:gd name="connsiteX76" fmla="*/ 4546116 w 5741575"/>
              <a:gd name="connsiteY76" fmla="*/ 268568 h 955271"/>
              <a:gd name="connsiteX77" fmla="*/ 4661259 w 5741575"/>
              <a:gd name="connsiteY77" fmla="*/ 238966 h 955271"/>
              <a:gd name="connsiteX78" fmla="*/ 4750403 w 5741575"/>
              <a:gd name="connsiteY78" fmla="*/ 204364 h 955271"/>
              <a:gd name="connsiteX79" fmla="*/ 4867614 w 5741575"/>
              <a:gd name="connsiteY79" fmla="*/ 208668 h 955271"/>
              <a:gd name="connsiteX80" fmla="*/ 4937036 w 5741575"/>
              <a:gd name="connsiteY80" fmla="*/ 195446 h 955271"/>
              <a:gd name="connsiteX81" fmla="*/ 5047626 w 5741575"/>
              <a:gd name="connsiteY81" fmla="*/ 149604 h 955271"/>
              <a:gd name="connsiteX82" fmla="*/ 5200247 w 5741575"/>
              <a:gd name="connsiteY82" fmla="*/ 142695 h 955271"/>
              <a:gd name="connsiteX83" fmla="*/ 5235691 w 5741575"/>
              <a:gd name="connsiteY83" fmla="*/ 173330 h 955271"/>
              <a:gd name="connsiteX84" fmla="*/ 5280133 w 5741575"/>
              <a:gd name="connsiteY84" fmla="*/ 189342 h 955271"/>
              <a:gd name="connsiteX85" fmla="*/ 5291963 w 5741575"/>
              <a:gd name="connsiteY85" fmla="*/ 139446 h 955271"/>
              <a:gd name="connsiteX86" fmla="*/ 5418472 w 5741575"/>
              <a:gd name="connsiteY86" fmla="*/ 89163 h 955271"/>
              <a:gd name="connsiteX87" fmla="*/ 5482354 w 5741575"/>
              <a:gd name="connsiteY87" fmla="*/ 69470 h 955271"/>
              <a:gd name="connsiteX88" fmla="*/ 5583280 w 5741575"/>
              <a:gd name="connsiteY88" fmla="*/ 49787 h 955271"/>
              <a:gd name="connsiteX89" fmla="*/ 5613766 w 5741575"/>
              <a:gd name="connsiteY89" fmla="*/ 41855 h 955271"/>
              <a:gd name="connsiteX90" fmla="*/ 5684952 w 5741575"/>
              <a:gd name="connsiteY90" fmla="*/ 26088 h 955271"/>
              <a:gd name="connsiteX91" fmla="*/ 5741575 w 5741575"/>
              <a:gd name="connsiteY91" fmla="*/ 0 h 955271"/>
              <a:gd name="connsiteX0" fmla="*/ 5741575 w 5741575"/>
              <a:gd name="connsiteY0" fmla="*/ 0 h 955271"/>
              <a:gd name="connsiteX1" fmla="*/ 5741575 w 5741575"/>
              <a:gd name="connsiteY1" fmla="*/ 955271 h 955271"/>
              <a:gd name="connsiteX2" fmla="*/ 0 w 5741575"/>
              <a:gd name="connsiteY2" fmla="*/ 955271 h 955271"/>
              <a:gd name="connsiteX3" fmla="*/ 8558 w 5741575"/>
              <a:gd name="connsiteY3" fmla="*/ 953971 h 955271"/>
              <a:gd name="connsiteX4" fmla="*/ 16894 w 5741575"/>
              <a:gd name="connsiteY4" fmla="*/ 953847 h 955271"/>
              <a:gd name="connsiteX5" fmla="*/ 28156 w 5741575"/>
              <a:gd name="connsiteY5" fmla="*/ 951374 h 955271"/>
              <a:gd name="connsiteX6" fmla="*/ 28293 w 5741575"/>
              <a:gd name="connsiteY6" fmla="*/ 950971 h 955271"/>
              <a:gd name="connsiteX7" fmla="*/ 39115 w 5741575"/>
              <a:gd name="connsiteY7" fmla="*/ 949326 h 955271"/>
              <a:gd name="connsiteX8" fmla="*/ 93851 w 5741575"/>
              <a:gd name="connsiteY8" fmla="*/ 945611 h 955271"/>
              <a:gd name="connsiteX9" fmla="*/ 148657 w 5741575"/>
              <a:gd name="connsiteY9" fmla="*/ 898134 h 955271"/>
              <a:gd name="connsiteX10" fmla="*/ 174554 w 5741575"/>
              <a:gd name="connsiteY10" fmla="*/ 886351 h 955271"/>
              <a:gd name="connsiteX11" fmla="*/ 187633 w 5741575"/>
              <a:gd name="connsiteY11" fmla="*/ 878226 h 955271"/>
              <a:gd name="connsiteX12" fmla="*/ 187961 w 5741575"/>
              <a:gd name="connsiteY12" fmla="*/ 876538 h 955271"/>
              <a:gd name="connsiteX13" fmla="*/ 240501 w 5741575"/>
              <a:gd name="connsiteY13" fmla="*/ 873150 h 955271"/>
              <a:gd name="connsiteX14" fmla="*/ 246345 w 5741575"/>
              <a:gd name="connsiteY14" fmla="*/ 869942 h 955271"/>
              <a:gd name="connsiteX15" fmla="*/ 282041 w 5741575"/>
              <a:gd name="connsiteY15" fmla="*/ 871263 h 955271"/>
              <a:gd name="connsiteX16" fmla="*/ 299711 w 5741575"/>
              <a:gd name="connsiteY16" fmla="*/ 870064 h 955271"/>
              <a:gd name="connsiteX17" fmla="*/ 306299 w 5741575"/>
              <a:gd name="connsiteY17" fmla="*/ 873609 h 955271"/>
              <a:gd name="connsiteX18" fmla="*/ 331571 w 5741575"/>
              <a:gd name="connsiteY18" fmla="*/ 869866 h 955271"/>
              <a:gd name="connsiteX19" fmla="*/ 333872 w 5741575"/>
              <a:gd name="connsiteY19" fmla="*/ 867971 h 955271"/>
              <a:gd name="connsiteX20" fmla="*/ 356953 w 5741575"/>
              <a:gd name="connsiteY20" fmla="*/ 870334 h 955271"/>
              <a:gd name="connsiteX21" fmla="*/ 570239 w 5741575"/>
              <a:gd name="connsiteY21" fmla="*/ 829596 h 955271"/>
              <a:gd name="connsiteX22" fmla="*/ 787156 w 5741575"/>
              <a:gd name="connsiteY22" fmla="*/ 838447 h 955271"/>
              <a:gd name="connsiteX23" fmla="*/ 948872 w 5741575"/>
              <a:gd name="connsiteY23" fmla="*/ 772201 h 955271"/>
              <a:gd name="connsiteX24" fmla="*/ 1127089 w 5741575"/>
              <a:gd name="connsiteY24" fmla="*/ 746926 h 955271"/>
              <a:gd name="connsiteX25" fmla="*/ 1280768 w 5741575"/>
              <a:gd name="connsiteY25" fmla="*/ 699122 h 955271"/>
              <a:gd name="connsiteX26" fmla="*/ 1352027 w 5741575"/>
              <a:gd name="connsiteY26" fmla="*/ 704323 h 955271"/>
              <a:gd name="connsiteX27" fmla="*/ 1374314 w 5741575"/>
              <a:gd name="connsiteY27" fmla="*/ 688815 h 955271"/>
              <a:gd name="connsiteX28" fmla="*/ 1378034 w 5741575"/>
              <a:gd name="connsiteY28" fmla="*/ 685842 h 955271"/>
              <a:gd name="connsiteX29" fmla="*/ 1395604 w 5741575"/>
              <a:gd name="connsiteY29" fmla="*/ 680460 h 955271"/>
              <a:gd name="connsiteX30" fmla="*/ 1397206 w 5741575"/>
              <a:gd name="connsiteY30" fmla="*/ 670793 h 955271"/>
              <a:gd name="connsiteX31" fmla="*/ 1421250 w 5741575"/>
              <a:gd name="connsiteY31" fmla="*/ 656855 h 955271"/>
              <a:gd name="connsiteX32" fmla="*/ 1454524 w 5741575"/>
              <a:gd name="connsiteY32" fmla="*/ 649224 h 955271"/>
              <a:gd name="connsiteX33" fmla="*/ 1616217 w 5741575"/>
              <a:gd name="connsiteY33" fmla="*/ 622107 h 955271"/>
              <a:gd name="connsiteX34" fmla="*/ 1710928 w 5741575"/>
              <a:gd name="connsiteY34" fmla="*/ 600666 h 955271"/>
              <a:gd name="connsiteX35" fmla="*/ 1743718 w 5741575"/>
              <a:gd name="connsiteY35" fmla="*/ 584327 h 955271"/>
              <a:gd name="connsiteX36" fmla="*/ 1873778 w 5741575"/>
              <a:gd name="connsiteY36" fmla="*/ 530130 h 955271"/>
              <a:gd name="connsiteX37" fmla="*/ 1988411 w 5741575"/>
              <a:gd name="connsiteY37" fmla="*/ 491599 h 955271"/>
              <a:gd name="connsiteX38" fmla="*/ 2085507 w 5741575"/>
              <a:gd name="connsiteY38" fmla="*/ 498527 h 955271"/>
              <a:gd name="connsiteX39" fmla="*/ 2090767 w 5741575"/>
              <a:gd name="connsiteY39" fmla="*/ 490616 h 955271"/>
              <a:gd name="connsiteX40" fmla="*/ 2151143 w 5741575"/>
              <a:gd name="connsiteY40" fmla="*/ 478332 h 955271"/>
              <a:gd name="connsiteX41" fmla="*/ 2378710 w 5741575"/>
              <a:gd name="connsiteY41" fmla="*/ 477570 h 955271"/>
              <a:gd name="connsiteX42" fmla="*/ 2496256 w 5741575"/>
              <a:gd name="connsiteY42" fmla="*/ 452396 h 955271"/>
              <a:gd name="connsiteX43" fmla="*/ 2535387 w 5741575"/>
              <a:gd name="connsiteY43" fmla="*/ 436645 h 955271"/>
              <a:gd name="connsiteX44" fmla="*/ 2601109 w 5741575"/>
              <a:gd name="connsiteY44" fmla="*/ 410678 h 955271"/>
              <a:gd name="connsiteX45" fmla="*/ 2643855 w 5741575"/>
              <a:gd name="connsiteY45" fmla="*/ 374482 h 955271"/>
              <a:gd name="connsiteX46" fmla="*/ 2657726 w 5741575"/>
              <a:gd name="connsiteY46" fmla="*/ 365841 h 955271"/>
              <a:gd name="connsiteX47" fmla="*/ 2687125 w 5741575"/>
              <a:gd name="connsiteY47" fmla="*/ 366820 h 955271"/>
              <a:gd name="connsiteX48" fmla="*/ 2697479 w 5741575"/>
              <a:gd name="connsiteY48" fmla="*/ 361430 h 955271"/>
              <a:gd name="connsiteX49" fmla="*/ 2701547 w 5741575"/>
              <a:gd name="connsiteY49" fmla="*/ 361545 h 955271"/>
              <a:gd name="connsiteX50" fmla="*/ 2711054 w 5741575"/>
              <a:gd name="connsiteY50" fmla="*/ 360597 h 955271"/>
              <a:gd name="connsiteX51" fmla="*/ 2710438 w 5741575"/>
              <a:gd name="connsiteY51" fmla="*/ 366958 h 955271"/>
              <a:gd name="connsiteX52" fmla="*/ 2722936 w 5741575"/>
              <a:gd name="connsiteY52" fmla="*/ 377633 h 955271"/>
              <a:gd name="connsiteX53" fmla="*/ 2777227 w 5741575"/>
              <a:gd name="connsiteY53" fmla="*/ 368972 h 955271"/>
              <a:gd name="connsiteX54" fmla="*/ 2779510 w 5741575"/>
              <a:gd name="connsiteY54" fmla="*/ 361652 h 955271"/>
              <a:gd name="connsiteX55" fmla="*/ 2786278 w 5741575"/>
              <a:gd name="connsiteY55" fmla="*/ 359869 h 955271"/>
              <a:gd name="connsiteX56" fmla="*/ 2792101 w 5741575"/>
              <a:gd name="connsiteY56" fmla="*/ 365927 h 955271"/>
              <a:gd name="connsiteX57" fmla="*/ 2885545 w 5741575"/>
              <a:gd name="connsiteY57" fmla="*/ 372818 h 955271"/>
              <a:gd name="connsiteX58" fmla="*/ 3009558 w 5741575"/>
              <a:gd name="connsiteY58" fmla="*/ 370573 h 955271"/>
              <a:gd name="connsiteX59" fmla="*/ 3095010 w 5741575"/>
              <a:gd name="connsiteY59" fmla="*/ 332454 h 955271"/>
              <a:gd name="connsiteX60" fmla="*/ 3103742 w 5741575"/>
              <a:gd name="connsiteY60" fmla="*/ 337974 h 955271"/>
              <a:gd name="connsiteX61" fmla="*/ 3165093 w 5741575"/>
              <a:gd name="connsiteY61" fmla="*/ 329459 h 955271"/>
              <a:gd name="connsiteX62" fmla="*/ 3373785 w 5741575"/>
              <a:gd name="connsiteY62" fmla="*/ 255680 h 955271"/>
              <a:gd name="connsiteX63" fmla="*/ 3493851 w 5741575"/>
              <a:gd name="connsiteY63" fmla="*/ 240255 h 955271"/>
              <a:gd name="connsiteX64" fmla="*/ 3537470 w 5741575"/>
              <a:gd name="connsiteY64" fmla="*/ 241867 h 955271"/>
              <a:gd name="connsiteX65" fmla="*/ 3610489 w 5741575"/>
              <a:gd name="connsiteY65" fmla="*/ 244128 h 955271"/>
              <a:gd name="connsiteX66" fmla="*/ 3667539 w 5741575"/>
              <a:gd name="connsiteY66" fmla="*/ 263271 h 955271"/>
              <a:gd name="connsiteX67" fmla="*/ 3727614 w 5741575"/>
              <a:gd name="connsiteY67" fmla="*/ 258245 h 955271"/>
              <a:gd name="connsiteX68" fmla="*/ 3738369 w 5741575"/>
              <a:gd name="connsiteY68" fmla="*/ 234506 h 955271"/>
              <a:gd name="connsiteX69" fmla="*/ 3803670 w 5741575"/>
              <a:gd name="connsiteY69" fmla="*/ 236457 h 955271"/>
              <a:gd name="connsiteX70" fmla="*/ 3903080 w 5741575"/>
              <a:gd name="connsiteY70" fmla="*/ 241890 h 955271"/>
              <a:gd name="connsiteX71" fmla="*/ 4114838 w 5741575"/>
              <a:gd name="connsiteY71" fmla="*/ 238165 h 955271"/>
              <a:gd name="connsiteX72" fmla="*/ 4271023 w 5741575"/>
              <a:gd name="connsiteY72" fmla="*/ 241959 h 955271"/>
              <a:gd name="connsiteX73" fmla="*/ 4367397 w 5741575"/>
              <a:gd name="connsiteY73" fmla="*/ 271442 h 955271"/>
              <a:gd name="connsiteX74" fmla="*/ 4495366 w 5741575"/>
              <a:gd name="connsiteY74" fmla="*/ 271618 h 955271"/>
              <a:gd name="connsiteX75" fmla="*/ 4517347 w 5741575"/>
              <a:gd name="connsiteY75" fmla="*/ 275639 h 955271"/>
              <a:gd name="connsiteX76" fmla="*/ 4546116 w 5741575"/>
              <a:gd name="connsiteY76" fmla="*/ 268568 h 955271"/>
              <a:gd name="connsiteX77" fmla="*/ 4661259 w 5741575"/>
              <a:gd name="connsiteY77" fmla="*/ 238966 h 955271"/>
              <a:gd name="connsiteX78" fmla="*/ 4750403 w 5741575"/>
              <a:gd name="connsiteY78" fmla="*/ 204364 h 955271"/>
              <a:gd name="connsiteX79" fmla="*/ 4867614 w 5741575"/>
              <a:gd name="connsiteY79" fmla="*/ 208668 h 955271"/>
              <a:gd name="connsiteX80" fmla="*/ 4937036 w 5741575"/>
              <a:gd name="connsiteY80" fmla="*/ 195446 h 955271"/>
              <a:gd name="connsiteX81" fmla="*/ 5047626 w 5741575"/>
              <a:gd name="connsiteY81" fmla="*/ 149604 h 955271"/>
              <a:gd name="connsiteX82" fmla="*/ 5200247 w 5741575"/>
              <a:gd name="connsiteY82" fmla="*/ 142695 h 955271"/>
              <a:gd name="connsiteX83" fmla="*/ 5235691 w 5741575"/>
              <a:gd name="connsiteY83" fmla="*/ 173330 h 955271"/>
              <a:gd name="connsiteX84" fmla="*/ 5280133 w 5741575"/>
              <a:gd name="connsiteY84" fmla="*/ 189342 h 955271"/>
              <a:gd name="connsiteX85" fmla="*/ 5291963 w 5741575"/>
              <a:gd name="connsiteY85" fmla="*/ 139446 h 955271"/>
              <a:gd name="connsiteX86" fmla="*/ 5418472 w 5741575"/>
              <a:gd name="connsiteY86" fmla="*/ 89163 h 955271"/>
              <a:gd name="connsiteX87" fmla="*/ 5482354 w 5741575"/>
              <a:gd name="connsiteY87" fmla="*/ 69470 h 955271"/>
              <a:gd name="connsiteX88" fmla="*/ 5583280 w 5741575"/>
              <a:gd name="connsiteY88" fmla="*/ 49787 h 955271"/>
              <a:gd name="connsiteX89" fmla="*/ 5613766 w 5741575"/>
              <a:gd name="connsiteY89" fmla="*/ 41855 h 955271"/>
              <a:gd name="connsiteX90" fmla="*/ 5684952 w 5741575"/>
              <a:gd name="connsiteY90" fmla="*/ 26088 h 955271"/>
              <a:gd name="connsiteX91" fmla="*/ 5741575 w 5741575"/>
              <a:gd name="connsiteY91" fmla="*/ 0 h 955271"/>
              <a:gd name="connsiteX0" fmla="*/ 5741575 w 5741575"/>
              <a:gd name="connsiteY0" fmla="*/ 0 h 955271"/>
              <a:gd name="connsiteX1" fmla="*/ 5741575 w 5741575"/>
              <a:gd name="connsiteY1" fmla="*/ 955271 h 955271"/>
              <a:gd name="connsiteX2" fmla="*/ 0 w 5741575"/>
              <a:gd name="connsiteY2" fmla="*/ 955271 h 955271"/>
              <a:gd name="connsiteX3" fmla="*/ 8558 w 5741575"/>
              <a:gd name="connsiteY3" fmla="*/ 953971 h 955271"/>
              <a:gd name="connsiteX4" fmla="*/ 16894 w 5741575"/>
              <a:gd name="connsiteY4" fmla="*/ 953847 h 955271"/>
              <a:gd name="connsiteX5" fmla="*/ 28156 w 5741575"/>
              <a:gd name="connsiteY5" fmla="*/ 951374 h 955271"/>
              <a:gd name="connsiteX6" fmla="*/ 28293 w 5741575"/>
              <a:gd name="connsiteY6" fmla="*/ 950971 h 955271"/>
              <a:gd name="connsiteX7" fmla="*/ 39115 w 5741575"/>
              <a:gd name="connsiteY7" fmla="*/ 949326 h 955271"/>
              <a:gd name="connsiteX8" fmla="*/ 93851 w 5741575"/>
              <a:gd name="connsiteY8" fmla="*/ 945611 h 955271"/>
              <a:gd name="connsiteX9" fmla="*/ 148657 w 5741575"/>
              <a:gd name="connsiteY9" fmla="*/ 898134 h 955271"/>
              <a:gd name="connsiteX10" fmla="*/ 174554 w 5741575"/>
              <a:gd name="connsiteY10" fmla="*/ 886351 h 955271"/>
              <a:gd name="connsiteX11" fmla="*/ 187633 w 5741575"/>
              <a:gd name="connsiteY11" fmla="*/ 878226 h 955271"/>
              <a:gd name="connsiteX12" fmla="*/ 187961 w 5741575"/>
              <a:gd name="connsiteY12" fmla="*/ 876538 h 955271"/>
              <a:gd name="connsiteX13" fmla="*/ 240501 w 5741575"/>
              <a:gd name="connsiteY13" fmla="*/ 873150 h 955271"/>
              <a:gd name="connsiteX14" fmla="*/ 246345 w 5741575"/>
              <a:gd name="connsiteY14" fmla="*/ 869942 h 955271"/>
              <a:gd name="connsiteX15" fmla="*/ 282041 w 5741575"/>
              <a:gd name="connsiteY15" fmla="*/ 871263 h 955271"/>
              <a:gd name="connsiteX16" fmla="*/ 299711 w 5741575"/>
              <a:gd name="connsiteY16" fmla="*/ 870064 h 955271"/>
              <a:gd name="connsiteX17" fmla="*/ 306299 w 5741575"/>
              <a:gd name="connsiteY17" fmla="*/ 873609 h 955271"/>
              <a:gd name="connsiteX18" fmla="*/ 331571 w 5741575"/>
              <a:gd name="connsiteY18" fmla="*/ 869866 h 955271"/>
              <a:gd name="connsiteX19" fmla="*/ 333872 w 5741575"/>
              <a:gd name="connsiteY19" fmla="*/ 867971 h 955271"/>
              <a:gd name="connsiteX20" fmla="*/ 356953 w 5741575"/>
              <a:gd name="connsiteY20" fmla="*/ 870334 h 955271"/>
              <a:gd name="connsiteX21" fmla="*/ 570239 w 5741575"/>
              <a:gd name="connsiteY21" fmla="*/ 829596 h 955271"/>
              <a:gd name="connsiteX22" fmla="*/ 787156 w 5741575"/>
              <a:gd name="connsiteY22" fmla="*/ 838447 h 955271"/>
              <a:gd name="connsiteX23" fmla="*/ 948872 w 5741575"/>
              <a:gd name="connsiteY23" fmla="*/ 772201 h 955271"/>
              <a:gd name="connsiteX24" fmla="*/ 1127089 w 5741575"/>
              <a:gd name="connsiteY24" fmla="*/ 746926 h 955271"/>
              <a:gd name="connsiteX25" fmla="*/ 1220426 w 5741575"/>
              <a:gd name="connsiteY25" fmla="*/ 721810 h 955271"/>
              <a:gd name="connsiteX26" fmla="*/ 1352027 w 5741575"/>
              <a:gd name="connsiteY26" fmla="*/ 704323 h 955271"/>
              <a:gd name="connsiteX27" fmla="*/ 1374314 w 5741575"/>
              <a:gd name="connsiteY27" fmla="*/ 688815 h 955271"/>
              <a:gd name="connsiteX28" fmla="*/ 1378034 w 5741575"/>
              <a:gd name="connsiteY28" fmla="*/ 685842 h 955271"/>
              <a:gd name="connsiteX29" fmla="*/ 1395604 w 5741575"/>
              <a:gd name="connsiteY29" fmla="*/ 680460 h 955271"/>
              <a:gd name="connsiteX30" fmla="*/ 1397206 w 5741575"/>
              <a:gd name="connsiteY30" fmla="*/ 670793 h 955271"/>
              <a:gd name="connsiteX31" fmla="*/ 1421250 w 5741575"/>
              <a:gd name="connsiteY31" fmla="*/ 656855 h 955271"/>
              <a:gd name="connsiteX32" fmla="*/ 1454524 w 5741575"/>
              <a:gd name="connsiteY32" fmla="*/ 649224 h 955271"/>
              <a:gd name="connsiteX33" fmla="*/ 1616217 w 5741575"/>
              <a:gd name="connsiteY33" fmla="*/ 622107 h 955271"/>
              <a:gd name="connsiteX34" fmla="*/ 1710928 w 5741575"/>
              <a:gd name="connsiteY34" fmla="*/ 600666 h 955271"/>
              <a:gd name="connsiteX35" fmla="*/ 1743718 w 5741575"/>
              <a:gd name="connsiteY35" fmla="*/ 584327 h 955271"/>
              <a:gd name="connsiteX36" fmla="*/ 1873778 w 5741575"/>
              <a:gd name="connsiteY36" fmla="*/ 530130 h 955271"/>
              <a:gd name="connsiteX37" fmla="*/ 1988411 w 5741575"/>
              <a:gd name="connsiteY37" fmla="*/ 491599 h 955271"/>
              <a:gd name="connsiteX38" fmla="*/ 2085507 w 5741575"/>
              <a:gd name="connsiteY38" fmla="*/ 498527 h 955271"/>
              <a:gd name="connsiteX39" fmla="*/ 2090767 w 5741575"/>
              <a:gd name="connsiteY39" fmla="*/ 490616 h 955271"/>
              <a:gd name="connsiteX40" fmla="*/ 2151143 w 5741575"/>
              <a:gd name="connsiteY40" fmla="*/ 478332 h 955271"/>
              <a:gd name="connsiteX41" fmla="*/ 2378710 w 5741575"/>
              <a:gd name="connsiteY41" fmla="*/ 477570 h 955271"/>
              <a:gd name="connsiteX42" fmla="*/ 2496256 w 5741575"/>
              <a:gd name="connsiteY42" fmla="*/ 452396 h 955271"/>
              <a:gd name="connsiteX43" fmla="*/ 2535387 w 5741575"/>
              <a:gd name="connsiteY43" fmla="*/ 436645 h 955271"/>
              <a:gd name="connsiteX44" fmla="*/ 2601109 w 5741575"/>
              <a:gd name="connsiteY44" fmla="*/ 410678 h 955271"/>
              <a:gd name="connsiteX45" fmla="*/ 2643855 w 5741575"/>
              <a:gd name="connsiteY45" fmla="*/ 374482 h 955271"/>
              <a:gd name="connsiteX46" fmla="*/ 2657726 w 5741575"/>
              <a:gd name="connsiteY46" fmla="*/ 365841 h 955271"/>
              <a:gd name="connsiteX47" fmla="*/ 2687125 w 5741575"/>
              <a:gd name="connsiteY47" fmla="*/ 366820 h 955271"/>
              <a:gd name="connsiteX48" fmla="*/ 2697479 w 5741575"/>
              <a:gd name="connsiteY48" fmla="*/ 361430 h 955271"/>
              <a:gd name="connsiteX49" fmla="*/ 2701547 w 5741575"/>
              <a:gd name="connsiteY49" fmla="*/ 361545 h 955271"/>
              <a:gd name="connsiteX50" fmla="*/ 2711054 w 5741575"/>
              <a:gd name="connsiteY50" fmla="*/ 360597 h 955271"/>
              <a:gd name="connsiteX51" fmla="*/ 2710438 w 5741575"/>
              <a:gd name="connsiteY51" fmla="*/ 366958 h 955271"/>
              <a:gd name="connsiteX52" fmla="*/ 2722936 w 5741575"/>
              <a:gd name="connsiteY52" fmla="*/ 377633 h 955271"/>
              <a:gd name="connsiteX53" fmla="*/ 2777227 w 5741575"/>
              <a:gd name="connsiteY53" fmla="*/ 368972 h 955271"/>
              <a:gd name="connsiteX54" fmla="*/ 2779510 w 5741575"/>
              <a:gd name="connsiteY54" fmla="*/ 361652 h 955271"/>
              <a:gd name="connsiteX55" fmla="*/ 2786278 w 5741575"/>
              <a:gd name="connsiteY55" fmla="*/ 359869 h 955271"/>
              <a:gd name="connsiteX56" fmla="*/ 2792101 w 5741575"/>
              <a:gd name="connsiteY56" fmla="*/ 365927 h 955271"/>
              <a:gd name="connsiteX57" fmla="*/ 2885545 w 5741575"/>
              <a:gd name="connsiteY57" fmla="*/ 372818 h 955271"/>
              <a:gd name="connsiteX58" fmla="*/ 3009558 w 5741575"/>
              <a:gd name="connsiteY58" fmla="*/ 370573 h 955271"/>
              <a:gd name="connsiteX59" fmla="*/ 3095010 w 5741575"/>
              <a:gd name="connsiteY59" fmla="*/ 332454 h 955271"/>
              <a:gd name="connsiteX60" fmla="*/ 3103742 w 5741575"/>
              <a:gd name="connsiteY60" fmla="*/ 337974 h 955271"/>
              <a:gd name="connsiteX61" fmla="*/ 3165093 w 5741575"/>
              <a:gd name="connsiteY61" fmla="*/ 329459 h 955271"/>
              <a:gd name="connsiteX62" fmla="*/ 3373785 w 5741575"/>
              <a:gd name="connsiteY62" fmla="*/ 255680 h 955271"/>
              <a:gd name="connsiteX63" fmla="*/ 3493851 w 5741575"/>
              <a:gd name="connsiteY63" fmla="*/ 240255 h 955271"/>
              <a:gd name="connsiteX64" fmla="*/ 3537470 w 5741575"/>
              <a:gd name="connsiteY64" fmla="*/ 241867 h 955271"/>
              <a:gd name="connsiteX65" fmla="*/ 3610489 w 5741575"/>
              <a:gd name="connsiteY65" fmla="*/ 244128 h 955271"/>
              <a:gd name="connsiteX66" fmla="*/ 3667539 w 5741575"/>
              <a:gd name="connsiteY66" fmla="*/ 263271 h 955271"/>
              <a:gd name="connsiteX67" fmla="*/ 3727614 w 5741575"/>
              <a:gd name="connsiteY67" fmla="*/ 258245 h 955271"/>
              <a:gd name="connsiteX68" fmla="*/ 3738369 w 5741575"/>
              <a:gd name="connsiteY68" fmla="*/ 234506 h 955271"/>
              <a:gd name="connsiteX69" fmla="*/ 3803670 w 5741575"/>
              <a:gd name="connsiteY69" fmla="*/ 236457 h 955271"/>
              <a:gd name="connsiteX70" fmla="*/ 3903080 w 5741575"/>
              <a:gd name="connsiteY70" fmla="*/ 241890 h 955271"/>
              <a:gd name="connsiteX71" fmla="*/ 4114838 w 5741575"/>
              <a:gd name="connsiteY71" fmla="*/ 238165 h 955271"/>
              <a:gd name="connsiteX72" fmla="*/ 4271023 w 5741575"/>
              <a:gd name="connsiteY72" fmla="*/ 241959 h 955271"/>
              <a:gd name="connsiteX73" fmla="*/ 4367397 w 5741575"/>
              <a:gd name="connsiteY73" fmla="*/ 271442 h 955271"/>
              <a:gd name="connsiteX74" fmla="*/ 4495366 w 5741575"/>
              <a:gd name="connsiteY74" fmla="*/ 271618 h 955271"/>
              <a:gd name="connsiteX75" fmla="*/ 4517347 w 5741575"/>
              <a:gd name="connsiteY75" fmla="*/ 275639 h 955271"/>
              <a:gd name="connsiteX76" fmla="*/ 4546116 w 5741575"/>
              <a:gd name="connsiteY76" fmla="*/ 268568 h 955271"/>
              <a:gd name="connsiteX77" fmla="*/ 4661259 w 5741575"/>
              <a:gd name="connsiteY77" fmla="*/ 238966 h 955271"/>
              <a:gd name="connsiteX78" fmla="*/ 4750403 w 5741575"/>
              <a:gd name="connsiteY78" fmla="*/ 204364 h 955271"/>
              <a:gd name="connsiteX79" fmla="*/ 4867614 w 5741575"/>
              <a:gd name="connsiteY79" fmla="*/ 208668 h 955271"/>
              <a:gd name="connsiteX80" fmla="*/ 4937036 w 5741575"/>
              <a:gd name="connsiteY80" fmla="*/ 195446 h 955271"/>
              <a:gd name="connsiteX81" fmla="*/ 5047626 w 5741575"/>
              <a:gd name="connsiteY81" fmla="*/ 149604 h 955271"/>
              <a:gd name="connsiteX82" fmla="*/ 5200247 w 5741575"/>
              <a:gd name="connsiteY82" fmla="*/ 142695 h 955271"/>
              <a:gd name="connsiteX83" fmla="*/ 5235691 w 5741575"/>
              <a:gd name="connsiteY83" fmla="*/ 173330 h 955271"/>
              <a:gd name="connsiteX84" fmla="*/ 5280133 w 5741575"/>
              <a:gd name="connsiteY84" fmla="*/ 189342 h 955271"/>
              <a:gd name="connsiteX85" fmla="*/ 5291963 w 5741575"/>
              <a:gd name="connsiteY85" fmla="*/ 139446 h 955271"/>
              <a:gd name="connsiteX86" fmla="*/ 5418472 w 5741575"/>
              <a:gd name="connsiteY86" fmla="*/ 89163 h 955271"/>
              <a:gd name="connsiteX87" fmla="*/ 5482354 w 5741575"/>
              <a:gd name="connsiteY87" fmla="*/ 69470 h 955271"/>
              <a:gd name="connsiteX88" fmla="*/ 5583280 w 5741575"/>
              <a:gd name="connsiteY88" fmla="*/ 49787 h 955271"/>
              <a:gd name="connsiteX89" fmla="*/ 5613766 w 5741575"/>
              <a:gd name="connsiteY89" fmla="*/ 41855 h 955271"/>
              <a:gd name="connsiteX90" fmla="*/ 5684952 w 5741575"/>
              <a:gd name="connsiteY90" fmla="*/ 26088 h 955271"/>
              <a:gd name="connsiteX91" fmla="*/ 5741575 w 5741575"/>
              <a:gd name="connsiteY91" fmla="*/ 0 h 955271"/>
              <a:gd name="connsiteX0" fmla="*/ 5741575 w 5741575"/>
              <a:gd name="connsiteY0" fmla="*/ 0 h 955271"/>
              <a:gd name="connsiteX1" fmla="*/ 5741575 w 5741575"/>
              <a:gd name="connsiteY1" fmla="*/ 955271 h 955271"/>
              <a:gd name="connsiteX2" fmla="*/ 0 w 5741575"/>
              <a:gd name="connsiteY2" fmla="*/ 955271 h 955271"/>
              <a:gd name="connsiteX3" fmla="*/ 8558 w 5741575"/>
              <a:gd name="connsiteY3" fmla="*/ 953971 h 955271"/>
              <a:gd name="connsiteX4" fmla="*/ 16894 w 5741575"/>
              <a:gd name="connsiteY4" fmla="*/ 953847 h 955271"/>
              <a:gd name="connsiteX5" fmla="*/ 28156 w 5741575"/>
              <a:gd name="connsiteY5" fmla="*/ 951374 h 955271"/>
              <a:gd name="connsiteX6" fmla="*/ 28293 w 5741575"/>
              <a:gd name="connsiteY6" fmla="*/ 950971 h 955271"/>
              <a:gd name="connsiteX7" fmla="*/ 39115 w 5741575"/>
              <a:gd name="connsiteY7" fmla="*/ 949326 h 955271"/>
              <a:gd name="connsiteX8" fmla="*/ 93851 w 5741575"/>
              <a:gd name="connsiteY8" fmla="*/ 945611 h 955271"/>
              <a:gd name="connsiteX9" fmla="*/ 148657 w 5741575"/>
              <a:gd name="connsiteY9" fmla="*/ 898134 h 955271"/>
              <a:gd name="connsiteX10" fmla="*/ 174554 w 5741575"/>
              <a:gd name="connsiteY10" fmla="*/ 886351 h 955271"/>
              <a:gd name="connsiteX11" fmla="*/ 187633 w 5741575"/>
              <a:gd name="connsiteY11" fmla="*/ 878226 h 955271"/>
              <a:gd name="connsiteX12" fmla="*/ 187961 w 5741575"/>
              <a:gd name="connsiteY12" fmla="*/ 876538 h 955271"/>
              <a:gd name="connsiteX13" fmla="*/ 240501 w 5741575"/>
              <a:gd name="connsiteY13" fmla="*/ 873150 h 955271"/>
              <a:gd name="connsiteX14" fmla="*/ 246345 w 5741575"/>
              <a:gd name="connsiteY14" fmla="*/ 869942 h 955271"/>
              <a:gd name="connsiteX15" fmla="*/ 282041 w 5741575"/>
              <a:gd name="connsiteY15" fmla="*/ 871263 h 955271"/>
              <a:gd name="connsiteX16" fmla="*/ 299711 w 5741575"/>
              <a:gd name="connsiteY16" fmla="*/ 870064 h 955271"/>
              <a:gd name="connsiteX17" fmla="*/ 306299 w 5741575"/>
              <a:gd name="connsiteY17" fmla="*/ 873609 h 955271"/>
              <a:gd name="connsiteX18" fmla="*/ 331571 w 5741575"/>
              <a:gd name="connsiteY18" fmla="*/ 869866 h 955271"/>
              <a:gd name="connsiteX19" fmla="*/ 333872 w 5741575"/>
              <a:gd name="connsiteY19" fmla="*/ 867971 h 955271"/>
              <a:gd name="connsiteX20" fmla="*/ 356953 w 5741575"/>
              <a:gd name="connsiteY20" fmla="*/ 870334 h 955271"/>
              <a:gd name="connsiteX21" fmla="*/ 570239 w 5741575"/>
              <a:gd name="connsiteY21" fmla="*/ 829596 h 955271"/>
              <a:gd name="connsiteX22" fmla="*/ 787156 w 5741575"/>
              <a:gd name="connsiteY22" fmla="*/ 838447 h 955271"/>
              <a:gd name="connsiteX23" fmla="*/ 948872 w 5741575"/>
              <a:gd name="connsiteY23" fmla="*/ 772201 h 955271"/>
              <a:gd name="connsiteX24" fmla="*/ 1127089 w 5741575"/>
              <a:gd name="connsiteY24" fmla="*/ 746926 h 955271"/>
              <a:gd name="connsiteX25" fmla="*/ 1220426 w 5741575"/>
              <a:gd name="connsiteY25" fmla="*/ 721810 h 955271"/>
              <a:gd name="connsiteX26" fmla="*/ 1306771 w 5741575"/>
              <a:gd name="connsiteY26" fmla="*/ 717936 h 955271"/>
              <a:gd name="connsiteX27" fmla="*/ 1374314 w 5741575"/>
              <a:gd name="connsiteY27" fmla="*/ 688815 h 955271"/>
              <a:gd name="connsiteX28" fmla="*/ 1378034 w 5741575"/>
              <a:gd name="connsiteY28" fmla="*/ 685842 h 955271"/>
              <a:gd name="connsiteX29" fmla="*/ 1395604 w 5741575"/>
              <a:gd name="connsiteY29" fmla="*/ 680460 h 955271"/>
              <a:gd name="connsiteX30" fmla="*/ 1397206 w 5741575"/>
              <a:gd name="connsiteY30" fmla="*/ 670793 h 955271"/>
              <a:gd name="connsiteX31" fmla="*/ 1421250 w 5741575"/>
              <a:gd name="connsiteY31" fmla="*/ 656855 h 955271"/>
              <a:gd name="connsiteX32" fmla="*/ 1454524 w 5741575"/>
              <a:gd name="connsiteY32" fmla="*/ 649224 h 955271"/>
              <a:gd name="connsiteX33" fmla="*/ 1616217 w 5741575"/>
              <a:gd name="connsiteY33" fmla="*/ 622107 h 955271"/>
              <a:gd name="connsiteX34" fmla="*/ 1710928 w 5741575"/>
              <a:gd name="connsiteY34" fmla="*/ 600666 h 955271"/>
              <a:gd name="connsiteX35" fmla="*/ 1743718 w 5741575"/>
              <a:gd name="connsiteY35" fmla="*/ 584327 h 955271"/>
              <a:gd name="connsiteX36" fmla="*/ 1873778 w 5741575"/>
              <a:gd name="connsiteY36" fmla="*/ 530130 h 955271"/>
              <a:gd name="connsiteX37" fmla="*/ 1988411 w 5741575"/>
              <a:gd name="connsiteY37" fmla="*/ 491599 h 955271"/>
              <a:gd name="connsiteX38" fmla="*/ 2085507 w 5741575"/>
              <a:gd name="connsiteY38" fmla="*/ 498527 h 955271"/>
              <a:gd name="connsiteX39" fmla="*/ 2090767 w 5741575"/>
              <a:gd name="connsiteY39" fmla="*/ 490616 h 955271"/>
              <a:gd name="connsiteX40" fmla="*/ 2151143 w 5741575"/>
              <a:gd name="connsiteY40" fmla="*/ 478332 h 955271"/>
              <a:gd name="connsiteX41" fmla="*/ 2378710 w 5741575"/>
              <a:gd name="connsiteY41" fmla="*/ 477570 h 955271"/>
              <a:gd name="connsiteX42" fmla="*/ 2496256 w 5741575"/>
              <a:gd name="connsiteY42" fmla="*/ 452396 h 955271"/>
              <a:gd name="connsiteX43" fmla="*/ 2535387 w 5741575"/>
              <a:gd name="connsiteY43" fmla="*/ 436645 h 955271"/>
              <a:gd name="connsiteX44" fmla="*/ 2601109 w 5741575"/>
              <a:gd name="connsiteY44" fmla="*/ 410678 h 955271"/>
              <a:gd name="connsiteX45" fmla="*/ 2643855 w 5741575"/>
              <a:gd name="connsiteY45" fmla="*/ 374482 h 955271"/>
              <a:gd name="connsiteX46" fmla="*/ 2657726 w 5741575"/>
              <a:gd name="connsiteY46" fmla="*/ 365841 h 955271"/>
              <a:gd name="connsiteX47" fmla="*/ 2687125 w 5741575"/>
              <a:gd name="connsiteY47" fmla="*/ 366820 h 955271"/>
              <a:gd name="connsiteX48" fmla="*/ 2697479 w 5741575"/>
              <a:gd name="connsiteY48" fmla="*/ 361430 h 955271"/>
              <a:gd name="connsiteX49" fmla="*/ 2701547 w 5741575"/>
              <a:gd name="connsiteY49" fmla="*/ 361545 h 955271"/>
              <a:gd name="connsiteX50" fmla="*/ 2711054 w 5741575"/>
              <a:gd name="connsiteY50" fmla="*/ 360597 h 955271"/>
              <a:gd name="connsiteX51" fmla="*/ 2710438 w 5741575"/>
              <a:gd name="connsiteY51" fmla="*/ 366958 h 955271"/>
              <a:gd name="connsiteX52" fmla="*/ 2722936 w 5741575"/>
              <a:gd name="connsiteY52" fmla="*/ 377633 h 955271"/>
              <a:gd name="connsiteX53" fmla="*/ 2777227 w 5741575"/>
              <a:gd name="connsiteY53" fmla="*/ 368972 h 955271"/>
              <a:gd name="connsiteX54" fmla="*/ 2779510 w 5741575"/>
              <a:gd name="connsiteY54" fmla="*/ 361652 h 955271"/>
              <a:gd name="connsiteX55" fmla="*/ 2786278 w 5741575"/>
              <a:gd name="connsiteY55" fmla="*/ 359869 h 955271"/>
              <a:gd name="connsiteX56" fmla="*/ 2792101 w 5741575"/>
              <a:gd name="connsiteY56" fmla="*/ 365927 h 955271"/>
              <a:gd name="connsiteX57" fmla="*/ 2885545 w 5741575"/>
              <a:gd name="connsiteY57" fmla="*/ 372818 h 955271"/>
              <a:gd name="connsiteX58" fmla="*/ 3009558 w 5741575"/>
              <a:gd name="connsiteY58" fmla="*/ 370573 h 955271"/>
              <a:gd name="connsiteX59" fmla="*/ 3095010 w 5741575"/>
              <a:gd name="connsiteY59" fmla="*/ 332454 h 955271"/>
              <a:gd name="connsiteX60" fmla="*/ 3103742 w 5741575"/>
              <a:gd name="connsiteY60" fmla="*/ 337974 h 955271"/>
              <a:gd name="connsiteX61" fmla="*/ 3165093 w 5741575"/>
              <a:gd name="connsiteY61" fmla="*/ 329459 h 955271"/>
              <a:gd name="connsiteX62" fmla="*/ 3373785 w 5741575"/>
              <a:gd name="connsiteY62" fmla="*/ 255680 h 955271"/>
              <a:gd name="connsiteX63" fmla="*/ 3493851 w 5741575"/>
              <a:gd name="connsiteY63" fmla="*/ 240255 h 955271"/>
              <a:gd name="connsiteX64" fmla="*/ 3537470 w 5741575"/>
              <a:gd name="connsiteY64" fmla="*/ 241867 h 955271"/>
              <a:gd name="connsiteX65" fmla="*/ 3610489 w 5741575"/>
              <a:gd name="connsiteY65" fmla="*/ 244128 h 955271"/>
              <a:gd name="connsiteX66" fmla="*/ 3667539 w 5741575"/>
              <a:gd name="connsiteY66" fmla="*/ 263271 h 955271"/>
              <a:gd name="connsiteX67" fmla="*/ 3727614 w 5741575"/>
              <a:gd name="connsiteY67" fmla="*/ 258245 h 955271"/>
              <a:gd name="connsiteX68" fmla="*/ 3738369 w 5741575"/>
              <a:gd name="connsiteY68" fmla="*/ 234506 h 955271"/>
              <a:gd name="connsiteX69" fmla="*/ 3803670 w 5741575"/>
              <a:gd name="connsiteY69" fmla="*/ 236457 h 955271"/>
              <a:gd name="connsiteX70" fmla="*/ 3903080 w 5741575"/>
              <a:gd name="connsiteY70" fmla="*/ 241890 h 955271"/>
              <a:gd name="connsiteX71" fmla="*/ 4114838 w 5741575"/>
              <a:gd name="connsiteY71" fmla="*/ 238165 h 955271"/>
              <a:gd name="connsiteX72" fmla="*/ 4271023 w 5741575"/>
              <a:gd name="connsiteY72" fmla="*/ 241959 h 955271"/>
              <a:gd name="connsiteX73" fmla="*/ 4367397 w 5741575"/>
              <a:gd name="connsiteY73" fmla="*/ 271442 h 955271"/>
              <a:gd name="connsiteX74" fmla="*/ 4495366 w 5741575"/>
              <a:gd name="connsiteY74" fmla="*/ 271618 h 955271"/>
              <a:gd name="connsiteX75" fmla="*/ 4517347 w 5741575"/>
              <a:gd name="connsiteY75" fmla="*/ 275639 h 955271"/>
              <a:gd name="connsiteX76" fmla="*/ 4546116 w 5741575"/>
              <a:gd name="connsiteY76" fmla="*/ 268568 h 955271"/>
              <a:gd name="connsiteX77" fmla="*/ 4661259 w 5741575"/>
              <a:gd name="connsiteY77" fmla="*/ 238966 h 955271"/>
              <a:gd name="connsiteX78" fmla="*/ 4750403 w 5741575"/>
              <a:gd name="connsiteY78" fmla="*/ 204364 h 955271"/>
              <a:gd name="connsiteX79" fmla="*/ 4867614 w 5741575"/>
              <a:gd name="connsiteY79" fmla="*/ 208668 h 955271"/>
              <a:gd name="connsiteX80" fmla="*/ 4937036 w 5741575"/>
              <a:gd name="connsiteY80" fmla="*/ 195446 h 955271"/>
              <a:gd name="connsiteX81" fmla="*/ 5047626 w 5741575"/>
              <a:gd name="connsiteY81" fmla="*/ 149604 h 955271"/>
              <a:gd name="connsiteX82" fmla="*/ 5200247 w 5741575"/>
              <a:gd name="connsiteY82" fmla="*/ 142695 h 955271"/>
              <a:gd name="connsiteX83" fmla="*/ 5235691 w 5741575"/>
              <a:gd name="connsiteY83" fmla="*/ 173330 h 955271"/>
              <a:gd name="connsiteX84" fmla="*/ 5280133 w 5741575"/>
              <a:gd name="connsiteY84" fmla="*/ 189342 h 955271"/>
              <a:gd name="connsiteX85" fmla="*/ 5291963 w 5741575"/>
              <a:gd name="connsiteY85" fmla="*/ 139446 h 955271"/>
              <a:gd name="connsiteX86" fmla="*/ 5418472 w 5741575"/>
              <a:gd name="connsiteY86" fmla="*/ 89163 h 955271"/>
              <a:gd name="connsiteX87" fmla="*/ 5482354 w 5741575"/>
              <a:gd name="connsiteY87" fmla="*/ 69470 h 955271"/>
              <a:gd name="connsiteX88" fmla="*/ 5583280 w 5741575"/>
              <a:gd name="connsiteY88" fmla="*/ 49787 h 955271"/>
              <a:gd name="connsiteX89" fmla="*/ 5613766 w 5741575"/>
              <a:gd name="connsiteY89" fmla="*/ 41855 h 955271"/>
              <a:gd name="connsiteX90" fmla="*/ 5684952 w 5741575"/>
              <a:gd name="connsiteY90" fmla="*/ 26088 h 955271"/>
              <a:gd name="connsiteX91" fmla="*/ 5741575 w 5741575"/>
              <a:gd name="connsiteY91" fmla="*/ 0 h 955271"/>
              <a:gd name="connsiteX0" fmla="*/ 5741575 w 5741575"/>
              <a:gd name="connsiteY0" fmla="*/ 0 h 955271"/>
              <a:gd name="connsiteX1" fmla="*/ 5741575 w 5741575"/>
              <a:gd name="connsiteY1" fmla="*/ 955271 h 955271"/>
              <a:gd name="connsiteX2" fmla="*/ 0 w 5741575"/>
              <a:gd name="connsiteY2" fmla="*/ 955271 h 955271"/>
              <a:gd name="connsiteX3" fmla="*/ 8558 w 5741575"/>
              <a:gd name="connsiteY3" fmla="*/ 953971 h 955271"/>
              <a:gd name="connsiteX4" fmla="*/ 16894 w 5741575"/>
              <a:gd name="connsiteY4" fmla="*/ 953847 h 955271"/>
              <a:gd name="connsiteX5" fmla="*/ 28156 w 5741575"/>
              <a:gd name="connsiteY5" fmla="*/ 951374 h 955271"/>
              <a:gd name="connsiteX6" fmla="*/ 28293 w 5741575"/>
              <a:gd name="connsiteY6" fmla="*/ 950971 h 955271"/>
              <a:gd name="connsiteX7" fmla="*/ 39115 w 5741575"/>
              <a:gd name="connsiteY7" fmla="*/ 949326 h 955271"/>
              <a:gd name="connsiteX8" fmla="*/ 93851 w 5741575"/>
              <a:gd name="connsiteY8" fmla="*/ 945611 h 955271"/>
              <a:gd name="connsiteX9" fmla="*/ 148657 w 5741575"/>
              <a:gd name="connsiteY9" fmla="*/ 898134 h 955271"/>
              <a:gd name="connsiteX10" fmla="*/ 174554 w 5741575"/>
              <a:gd name="connsiteY10" fmla="*/ 886351 h 955271"/>
              <a:gd name="connsiteX11" fmla="*/ 187633 w 5741575"/>
              <a:gd name="connsiteY11" fmla="*/ 878226 h 955271"/>
              <a:gd name="connsiteX12" fmla="*/ 187961 w 5741575"/>
              <a:gd name="connsiteY12" fmla="*/ 876538 h 955271"/>
              <a:gd name="connsiteX13" fmla="*/ 240501 w 5741575"/>
              <a:gd name="connsiteY13" fmla="*/ 873150 h 955271"/>
              <a:gd name="connsiteX14" fmla="*/ 246345 w 5741575"/>
              <a:gd name="connsiteY14" fmla="*/ 869942 h 955271"/>
              <a:gd name="connsiteX15" fmla="*/ 282041 w 5741575"/>
              <a:gd name="connsiteY15" fmla="*/ 871263 h 955271"/>
              <a:gd name="connsiteX16" fmla="*/ 299711 w 5741575"/>
              <a:gd name="connsiteY16" fmla="*/ 870064 h 955271"/>
              <a:gd name="connsiteX17" fmla="*/ 306299 w 5741575"/>
              <a:gd name="connsiteY17" fmla="*/ 873609 h 955271"/>
              <a:gd name="connsiteX18" fmla="*/ 331571 w 5741575"/>
              <a:gd name="connsiteY18" fmla="*/ 869866 h 955271"/>
              <a:gd name="connsiteX19" fmla="*/ 333872 w 5741575"/>
              <a:gd name="connsiteY19" fmla="*/ 867971 h 955271"/>
              <a:gd name="connsiteX20" fmla="*/ 356953 w 5741575"/>
              <a:gd name="connsiteY20" fmla="*/ 870334 h 955271"/>
              <a:gd name="connsiteX21" fmla="*/ 570239 w 5741575"/>
              <a:gd name="connsiteY21" fmla="*/ 829596 h 955271"/>
              <a:gd name="connsiteX22" fmla="*/ 787156 w 5741575"/>
              <a:gd name="connsiteY22" fmla="*/ 838447 h 955271"/>
              <a:gd name="connsiteX23" fmla="*/ 948872 w 5741575"/>
              <a:gd name="connsiteY23" fmla="*/ 772201 h 955271"/>
              <a:gd name="connsiteX24" fmla="*/ 1127089 w 5741575"/>
              <a:gd name="connsiteY24" fmla="*/ 746926 h 955271"/>
              <a:gd name="connsiteX25" fmla="*/ 1220426 w 5741575"/>
              <a:gd name="connsiteY25" fmla="*/ 721810 h 955271"/>
              <a:gd name="connsiteX26" fmla="*/ 1306771 w 5741575"/>
              <a:gd name="connsiteY26" fmla="*/ 717936 h 955271"/>
              <a:gd name="connsiteX27" fmla="*/ 1374314 w 5741575"/>
              <a:gd name="connsiteY27" fmla="*/ 688815 h 955271"/>
              <a:gd name="connsiteX28" fmla="*/ 1378034 w 5741575"/>
              <a:gd name="connsiteY28" fmla="*/ 685842 h 955271"/>
              <a:gd name="connsiteX29" fmla="*/ 1395604 w 5741575"/>
              <a:gd name="connsiteY29" fmla="*/ 680460 h 955271"/>
              <a:gd name="connsiteX30" fmla="*/ 1397206 w 5741575"/>
              <a:gd name="connsiteY30" fmla="*/ 670793 h 955271"/>
              <a:gd name="connsiteX31" fmla="*/ 1421250 w 5741575"/>
              <a:gd name="connsiteY31" fmla="*/ 656855 h 955271"/>
              <a:gd name="connsiteX32" fmla="*/ 1454524 w 5741575"/>
              <a:gd name="connsiteY32" fmla="*/ 649224 h 955271"/>
              <a:gd name="connsiteX33" fmla="*/ 1616217 w 5741575"/>
              <a:gd name="connsiteY33" fmla="*/ 622107 h 955271"/>
              <a:gd name="connsiteX34" fmla="*/ 1710928 w 5741575"/>
              <a:gd name="connsiteY34" fmla="*/ 600666 h 955271"/>
              <a:gd name="connsiteX35" fmla="*/ 1743718 w 5741575"/>
              <a:gd name="connsiteY35" fmla="*/ 584327 h 955271"/>
              <a:gd name="connsiteX36" fmla="*/ 1873778 w 5741575"/>
              <a:gd name="connsiteY36" fmla="*/ 530130 h 955271"/>
              <a:gd name="connsiteX37" fmla="*/ 1988411 w 5741575"/>
              <a:gd name="connsiteY37" fmla="*/ 491599 h 955271"/>
              <a:gd name="connsiteX38" fmla="*/ 2085507 w 5741575"/>
              <a:gd name="connsiteY38" fmla="*/ 498527 h 955271"/>
              <a:gd name="connsiteX39" fmla="*/ 2090767 w 5741575"/>
              <a:gd name="connsiteY39" fmla="*/ 490616 h 955271"/>
              <a:gd name="connsiteX40" fmla="*/ 2151143 w 5741575"/>
              <a:gd name="connsiteY40" fmla="*/ 478332 h 955271"/>
              <a:gd name="connsiteX41" fmla="*/ 2378710 w 5741575"/>
              <a:gd name="connsiteY41" fmla="*/ 477570 h 955271"/>
              <a:gd name="connsiteX42" fmla="*/ 2496256 w 5741575"/>
              <a:gd name="connsiteY42" fmla="*/ 452396 h 955271"/>
              <a:gd name="connsiteX43" fmla="*/ 2535387 w 5741575"/>
              <a:gd name="connsiteY43" fmla="*/ 436645 h 955271"/>
              <a:gd name="connsiteX44" fmla="*/ 2601109 w 5741575"/>
              <a:gd name="connsiteY44" fmla="*/ 410678 h 955271"/>
              <a:gd name="connsiteX45" fmla="*/ 2643855 w 5741575"/>
              <a:gd name="connsiteY45" fmla="*/ 374482 h 955271"/>
              <a:gd name="connsiteX46" fmla="*/ 2657726 w 5741575"/>
              <a:gd name="connsiteY46" fmla="*/ 365841 h 955271"/>
              <a:gd name="connsiteX47" fmla="*/ 2687125 w 5741575"/>
              <a:gd name="connsiteY47" fmla="*/ 366820 h 955271"/>
              <a:gd name="connsiteX48" fmla="*/ 2697479 w 5741575"/>
              <a:gd name="connsiteY48" fmla="*/ 361430 h 955271"/>
              <a:gd name="connsiteX49" fmla="*/ 2701547 w 5741575"/>
              <a:gd name="connsiteY49" fmla="*/ 361545 h 955271"/>
              <a:gd name="connsiteX50" fmla="*/ 2711054 w 5741575"/>
              <a:gd name="connsiteY50" fmla="*/ 360597 h 955271"/>
              <a:gd name="connsiteX51" fmla="*/ 2710438 w 5741575"/>
              <a:gd name="connsiteY51" fmla="*/ 366958 h 955271"/>
              <a:gd name="connsiteX52" fmla="*/ 2722936 w 5741575"/>
              <a:gd name="connsiteY52" fmla="*/ 377633 h 955271"/>
              <a:gd name="connsiteX53" fmla="*/ 2777227 w 5741575"/>
              <a:gd name="connsiteY53" fmla="*/ 368972 h 955271"/>
              <a:gd name="connsiteX54" fmla="*/ 2779510 w 5741575"/>
              <a:gd name="connsiteY54" fmla="*/ 361652 h 955271"/>
              <a:gd name="connsiteX55" fmla="*/ 2786278 w 5741575"/>
              <a:gd name="connsiteY55" fmla="*/ 359869 h 955271"/>
              <a:gd name="connsiteX56" fmla="*/ 2792101 w 5741575"/>
              <a:gd name="connsiteY56" fmla="*/ 365927 h 955271"/>
              <a:gd name="connsiteX57" fmla="*/ 2885545 w 5741575"/>
              <a:gd name="connsiteY57" fmla="*/ 372818 h 955271"/>
              <a:gd name="connsiteX58" fmla="*/ 3009558 w 5741575"/>
              <a:gd name="connsiteY58" fmla="*/ 370573 h 955271"/>
              <a:gd name="connsiteX59" fmla="*/ 3095010 w 5741575"/>
              <a:gd name="connsiteY59" fmla="*/ 332454 h 955271"/>
              <a:gd name="connsiteX60" fmla="*/ 3103742 w 5741575"/>
              <a:gd name="connsiteY60" fmla="*/ 337974 h 955271"/>
              <a:gd name="connsiteX61" fmla="*/ 3165093 w 5741575"/>
              <a:gd name="connsiteY61" fmla="*/ 329459 h 955271"/>
              <a:gd name="connsiteX62" fmla="*/ 3373785 w 5741575"/>
              <a:gd name="connsiteY62" fmla="*/ 255680 h 955271"/>
              <a:gd name="connsiteX63" fmla="*/ 3493851 w 5741575"/>
              <a:gd name="connsiteY63" fmla="*/ 240255 h 955271"/>
              <a:gd name="connsiteX64" fmla="*/ 3537470 w 5741575"/>
              <a:gd name="connsiteY64" fmla="*/ 241867 h 955271"/>
              <a:gd name="connsiteX65" fmla="*/ 3610489 w 5741575"/>
              <a:gd name="connsiteY65" fmla="*/ 244128 h 955271"/>
              <a:gd name="connsiteX66" fmla="*/ 3667539 w 5741575"/>
              <a:gd name="connsiteY66" fmla="*/ 263271 h 955271"/>
              <a:gd name="connsiteX67" fmla="*/ 3727614 w 5741575"/>
              <a:gd name="connsiteY67" fmla="*/ 258245 h 955271"/>
              <a:gd name="connsiteX68" fmla="*/ 3738369 w 5741575"/>
              <a:gd name="connsiteY68" fmla="*/ 234506 h 955271"/>
              <a:gd name="connsiteX69" fmla="*/ 3803670 w 5741575"/>
              <a:gd name="connsiteY69" fmla="*/ 236457 h 955271"/>
              <a:gd name="connsiteX70" fmla="*/ 3903080 w 5741575"/>
              <a:gd name="connsiteY70" fmla="*/ 241890 h 955271"/>
              <a:gd name="connsiteX71" fmla="*/ 4114838 w 5741575"/>
              <a:gd name="connsiteY71" fmla="*/ 238165 h 955271"/>
              <a:gd name="connsiteX72" fmla="*/ 4271023 w 5741575"/>
              <a:gd name="connsiteY72" fmla="*/ 241959 h 955271"/>
              <a:gd name="connsiteX73" fmla="*/ 4367397 w 5741575"/>
              <a:gd name="connsiteY73" fmla="*/ 271442 h 955271"/>
              <a:gd name="connsiteX74" fmla="*/ 4495366 w 5741575"/>
              <a:gd name="connsiteY74" fmla="*/ 271618 h 955271"/>
              <a:gd name="connsiteX75" fmla="*/ 4517347 w 5741575"/>
              <a:gd name="connsiteY75" fmla="*/ 275639 h 955271"/>
              <a:gd name="connsiteX76" fmla="*/ 4546116 w 5741575"/>
              <a:gd name="connsiteY76" fmla="*/ 268568 h 955271"/>
              <a:gd name="connsiteX77" fmla="*/ 4661259 w 5741575"/>
              <a:gd name="connsiteY77" fmla="*/ 238966 h 955271"/>
              <a:gd name="connsiteX78" fmla="*/ 4750403 w 5741575"/>
              <a:gd name="connsiteY78" fmla="*/ 204364 h 955271"/>
              <a:gd name="connsiteX79" fmla="*/ 4867614 w 5741575"/>
              <a:gd name="connsiteY79" fmla="*/ 208668 h 955271"/>
              <a:gd name="connsiteX80" fmla="*/ 4937036 w 5741575"/>
              <a:gd name="connsiteY80" fmla="*/ 195446 h 955271"/>
              <a:gd name="connsiteX81" fmla="*/ 5047626 w 5741575"/>
              <a:gd name="connsiteY81" fmla="*/ 149604 h 955271"/>
              <a:gd name="connsiteX82" fmla="*/ 5200247 w 5741575"/>
              <a:gd name="connsiteY82" fmla="*/ 142695 h 955271"/>
              <a:gd name="connsiteX83" fmla="*/ 5235691 w 5741575"/>
              <a:gd name="connsiteY83" fmla="*/ 173330 h 955271"/>
              <a:gd name="connsiteX84" fmla="*/ 5280133 w 5741575"/>
              <a:gd name="connsiteY84" fmla="*/ 189342 h 955271"/>
              <a:gd name="connsiteX85" fmla="*/ 5291963 w 5741575"/>
              <a:gd name="connsiteY85" fmla="*/ 139446 h 955271"/>
              <a:gd name="connsiteX86" fmla="*/ 5418472 w 5741575"/>
              <a:gd name="connsiteY86" fmla="*/ 89163 h 955271"/>
              <a:gd name="connsiteX87" fmla="*/ 5482354 w 5741575"/>
              <a:gd name="connsiteY87" fmla="*/ 69470 h 955271"/>
              <a:gd name="connsiteX88" fmla="*/ 5583280 w 5741575"/>
              <a:gd name="connsiteY88" fmla="*/ 49787 h 955271"/>
              <a:gd name="connsiteX89" fmla="*/ 5613766 w 5741575"/>
              <a:gd name="connsiteY89" fmla="*/ 41855 h 955271"/>
              <a:gd name="connsiteX90" fmla="*/ 5684952 w 5741575"/>
              <a:gd name="connsiteY90" fmla="*/ 26088 h 955271"/>
              <a:gd name="connsiteX91" fmla="*/ 5741575 w 5741575"/>
              <a:gd name="connsiteY91" fmla="*/ 0 h 955271"/>
              <a:gd name="connsiteX0" fmla="*/ 5741575 w 5741575"/>
              <a:gd name="connsiteY0" fmla="*/ 0 h 955271"/>
              <a:gd name="connsiteX1" fmla="*/ 5741575 w 5741575"/>
              <a:gd name="connsiteY1" fmla="*/ 955271 h 955271"/>
              <a:gd name="connsiteX2" fmla="*/ 0 w 5741575"/>
              <a:gd name="connsiteY2" fmla="*/ 955271 h 955271"/>
              <a:gd name="connsiteX3" fmla="*/ 8558 w 5741575"/>
              <a:gd name="connsiteY3" fmla="*/ 953971 h 955271"/>
              <a:gd name="connsiteX4" fmla="*/ 16894 w 5741575"/>
              <a:gd name="connsiteY4" fmla="*/ 953847 h 955271"/>
              <a:gd name="connsiteX5" fmla="*/ 28156 w 5741575"/>
              <a:gd name="connsiteY5" fmla="*/ 951374 h 955271"/>
              <a:gd name="connsiteX6" fmla="*/ 28293 w 5741575"/>
              <a:gd name="connsiteY6" fmla="*/ 950971 h 955271"/>
              <a:gd name="connsiteX7" fmla="*/ 39115 w 5741575"/>
              <a:gd name="connsiteY7" fmla="*/ 949326 h 955271"/>
              <a:gd name="connsiteX8" fmla="*/ 93851 w 5741575"/>
              <a:gd name="connsiteY8" fmla="*/ 945611 h 955271"/>
              <a:gd name="connsiteX9" fmla="*/ 148657 w 5741575"/>
              <a:gd name="connsiteY9" fmla="*/ 898134 h 955271"/>
              <a:gd name="connsiteX10" fmla="*/ 174554 w 5741575"/>
              <a:gd name="connsiteY10" fmla="*/ 886351 h 955271"/>
              <a:gd name="connsiteX11" fmla="*/ 187633 w 5741575"/>
              <a:gd name="connsiteY11" fmla="*/ 878226 h 955271"/>
              <a:gd name="connsiteX12" fmla="*/ 187961 w 5741575"/>
              <a:gd name="connsiteY12" fmla="*/ 876538 h 955271"/>
              <a:gd name="connsiteX13" fmla="*/ 240501 w 5741575"/>
              <a:gd name="connsiteY13" fmla="*/ 873150 h 955271"/>
              <a:gd name="connsiteX14" fmla="*/ 246345 w 5741575"/>
              <a:gd name="connsiteY14" fmla="*/ 869942 h 955271"/>
              <a:gd name="connsiteX15" fmla="*/ 282041 w 5741575"/>
              <a:gd name="connsiteY15" fmla="*/ 871263 h 955271"/>
              <a:gd name="connsiteX16" fmla="*/ 299711 w 5741575"/>
              <a:gd name="connsiteY16" fmla="*/ 870064 h 955271"/>
              <a:gd name="connsiteX17" fmla="*/ 306299 w 5741575"/>
              <a:gd name="connsiteY17" fmla="*/ 873609 h 955271"/>
              <a:gd name="connsiteX18" fmla="*/ 331571 w 5741575"/>
              <a:gd name="connsiteY18" fmla="*/ 869866 h 955271"/>
              <a:gd name="connsiteX19" fmla="*/ 333872 w 5741575"/>
              <a:gd name="connsiteY19" fmla="*/ 867971 h 955271"/>
              <a:gd name="connsiteX20" fmla="*/ 477637 w 5741575"/>
              <a:gd name="connsiteY20" fmla="*/ 870334 h 955271"/>
              <a:gd name="connsiteX21" fmla="*/ 570239 w 5741575"/>
              <a:gd name="connsiteY21" fmla="*/ 829596 h 955271"/>
              <a:gd name="connsiteX22" fmla="*/ 787156 w 5741575"/>
              <a:gd name="connsiteY22" fmla="*/ 838447 h 955271"/>
              <a:gd name="connsiteX23" fmla="*/ 948872 w 5741575"/>
              <a:gd name="connsiteY23" fmla="*/ 772201 h 955271"/>
              <a:gd name="connsiteX24" fmla="*/ 1127089 w 5741575"/>
              <a:gd name="connsiteY24" fmla="*/ 746926 h 955271"/>
              <a:gd name="connsiteX25" fmla="*/ 1220426 w 5741575"/>
              <a:gd name="connsiteY25" fmla="*/ 721810 h 955271"/>
              <a:gd name="connsiteX26" fmla="*/ 1306771 w 5741575"/>
              <a:gd name="connsiteY26" fmla="*/ 717936 h 955271"/>
              <a:gd name="connsiteX27" fmla="*/ 1374314 w 5741575"/>
              <a:gd name="connsiteY27" fmla="*/ 688815 h 955271"/>
              <a:gd name="connsiteX28" fmla="*/ 1378034 w 5741575"/>
              <a:gd name="connsiteY28" fmla="*/ 685842 h 955271"/>
              <a:gd name="connsiteX29" fmla="*/ 1395604 w 5741575"/>
              <a:gd name="connsiteY29" fmla="*/ 680460 h 955271"/>
              <a:gd name="connsiteX30" fmla="*/ 1397206 w 5741575"/>
              <a:gd name="connsiteY30" fmla="*/ 670793 h 955271"/>
              <a:gd name="connsiteX31" fmla="*/ 1421250 w 5741575"/>
              <a:gd name="connsiteY31" fmla="*/ 656855 h 955271"/>
              <a:gd name="connsiteX32" fmla="*/ 1454524 w 5741575"/>
              <a:gd name="connsiteY32" fmla="*/ 649224 h 955271"/>
              <a:gd name="connsiteX33" fmla="*/ 1616217 w 5741575"/>
              <a:gd name="connsiteY33" fmla="*/ 622107 h 955271"/>
              <a:gd name="connsiteX34" fmla="*/ 1710928 w 5741575"/>
              <a:gd name="connsiteY34" fmla="*/ 600666 h 955271"/>
              <a:gd name="connsiteX35" fmla="*/ 1743718 w 5741575"/>
              <a:gd name="connsiteY35" fmla="*/ 584327 h 955271"/>
              <a:gd name="connsiteX36" fmla="*/ 1873778 w 5741575"/>
              <a:gd name="connsiteY36" fmla="*/ 530130 h 955271"/>
              <a:gd name="connsiteX37" fmla="*/ 1988411 w 5741575"/>
              <a:gd name="connsiteY37" fmla="*/ 491599 h 955271"/>
              <a:gd name="connsiteX38" fmla="*/ 2085507 w 5741575"/>
              <a:gd name="connsiteY38" fmla="*/ 498527 h 955271"/>
              <a:gd name="connsiteX39" fmla="*/ 2090767 w 5741575"/>
              <a:gd name="connsiteY39" fmla="*/ 490616 h 955271"/>
              <a:gd name="connsiteX40" fmla="*/ 2151143 w 5741575"/>
              <a:gd name="connsiteY40" fmla="*/ 478332 h 955271"/>
              <a:gd name="connsiteX41" fmla="*/ 2378710 w 5741575"/>
              <a:gd name="connsiteY41" fmla="*/ 477570 h 955271"/>
              <a:gd name="connsiteX42" fmla="*/ 2496256 w 5741575"/>
              <a:gd name="connsiteY42" fmla="*/ 452396 h 955271"/>
              <a:gd name="connsiteX43" fmla="*/ 2535387 w 5741575"/>
              <a:gd name="connsiteY43" fmla="*/ 436645 h 955271"/>
              <a:gd name="connsiteX44" fmla="*/ 2601109 w 5741575"/>
              <a:gd name="connsiteY44" fmla="*/ 410678 h 955271"/>
              <a:gd name="connsiteX45" fmla="*/ 2643855 w 5741575"/>
              <a:gd name="connsiteY45" fmla="*/ 374482 h 955271"/>
              <a:gd name="connsiteX46" fmla="*/ 2657726 w 5741575"/>
              <a:gd name="connsiteY46" fmla="*/ 365841 h 955271"/>
              <a:gd name="connsiteX47" fmla="*/ 2687125 w 5741575"/>
              <a:gd name="connsiteY47" fmla="*/ 366820 h 955271"/>
              <a:gd name="connsiteX48" fmla="*/ 2697479 w 5741575"/>
              <a:gd name="connsiteY48" fmla="*/ 361430 h 955271"/>
              <a:gd name="connsiteX49" fmla="*/ 2701547 w 5741575"/>
              <a:gd name="connsiteY49" fmla="*/ 361545 h 955271"/>
              <a:gd name="connsiteX50" fmla="*/ 2711054 w 5741575"/>
              <a:gd name="connsiteY50" fmla="*/ 360597 h 955271"/>
              <a:gd name="connsiteX51" fmla="*/ 2710438 w 5741575"/>
              <a:gd name="connsiteY51" fmla="*/ 366958 h 955271"/>
              <a:gd name="connsiteX52" fmla="*/ 2722936 w 5741575"/>
              <a:gd name="connsiteY52" fmla="*/ 377633 h 955271"/>
              <a:gd name="connsiteX53" fmla="*/ 2777227 w 5741575"/>
              <a:gd name="connsiteY53" fmla="*/ 368972 h 955271"/>
              <a:gd name="connsiteX54" fmla="*/ 2779510 w 5741575"/>
              <a:gd name="connsiteY54" fmla="*/ 361652 h 955271"/>
              <a:gd name="connsiteX55" fmla="*/ 2786278 w 5741575"/>
              <a:gd name="connsiteY55" fmla="*/ 359869 h 955271"/>
              <a:gd name="connsiteX56" fmla="*/ 2792101 w 5741575"/>
              <a:gd name="connsiteY56" fmla="*/ 365927 h 955271"/>
              <a:gd name="connsiteX57" fmla="*/ 2885545 w 5741575"/>
              <a:gd name="connsiteY57" fmla="*/ 372818 h 955271"/>
              <a:gd name="connsiteX58" fmla="*/ 3009558 w 5741575"/>
              <a:gd name="connsiteY58" fmla="*/ 370573 h 955271"/>
              <a:gd name="connsiteX59" fmla="*/ 3095010 w 5741575"/>
              <a:gd name="connsiteY59" fmla="*/ 332454 h 955271"/>
              <a:gd name="connsiteX60" fmla="*/ 3103742 w 5741575"/>
              <a:gd name="connsiteY60" fmla="*/ 337974 h 955271"/>
              <a:gd name="connsiteX61" fmla="*/ 3165093 w 5741575"/>
              <a:gd name="connsiteY61" fmla="*/ 329459 h 955271"/>
              <a:gd name="connsiteX62" fmla="*/ 3373785 w 5741575"/>
              <a:gd name="connsiteY62" fmla="*/ 255680 h 955271"/>
              <a:gd name="connsiteX63" fmla="*/ 3493851 w 5741575"/>
              <a:gd name="connsiteY63" fmla="*/ 240255 h 955271"/>
              <a:gd name="connsiteX64" fmla="*/ 3537470 w 5741575"/>
              <a:gd name="connsiteY64" fmla="*/ 241867 h 955271"/>
              <a:gd name="connsiteX65" fmla="*/ 3610489 w 5741575"/>
              <a:gd name="connsiteY65" fmla="*/ 244128 h 955271"/>
              <a:gd name="connsiteX66" fmla="*/ 3667539 w 5741575"/>
              <a:gd name="connsiteY66" fmla="*/ 263271 h 955271"/>
              <a:gd name="connsiteX67" fmla="*/ 3727614 w 5741575"/>
              <a:gd name="connsiteY67" fmla="*/ 258245 h 955271"/>
              <a:gd name="connsiteX68" fmla="*/ 3738369 w 5741575"/>
              <a:gd name="connsiteY68" fmla="*/ 234506 h 955271"/>
              <a:gd name="connsiteX69" fmla="*/ 3803670 w 5741575"/>
              <a:gd name="connsiteY69" fmla="*/ 236457 h 955271"/>
              <a:gd name="connsiteX70" fmla="*/ 3903080 w 5741575"/>
              <a:gd name="connsiteY70" fmla="*/ 241890 h 955271"/>
              <a:gd name="connsiteX71" fmla="*/ 4114838 w 5741575"/>
              <a:gd name="connsiteY71" fmla="*/ 238165 h 955271"/>
              <a:gd name="connsiteX72" fmla="*/ 4271023 w 5741575"/>
              <a:gd name="connsiteY72" fmla="*/ 241959 h 955271"/>
              <a:gd name="connsiteX73" fmla="*/ 4367397 w 5741575"/>
              <a:gd name="connsiteY73" fmla="*/ 271442 h 955271"/>
              <a:gd name="connsiteX74" fmla="*/ 4495366 w 5741575"/>
              <a:gd name="connsiteY74" fmla="*/ 271618 h 955271"/>
              <a:gd name="connsiteX75" fmla="*/ 4517347 w 5741575"/>
              <a:gd name="connsiteY75" fmla="*/ 275639 h 955271"/>
              <a:gd name="connsiteX76" fmla="*/ 4546116 w 5741575"/>
              <a:gd name="connsiteY76" fmla="*/ 268568 h 955271"/>
              <a:gd name="connsiteX77" fmla="*/ 4661259 w 5741575"/>
              <a:gd name="connsiteY77" fmla="*/ 238966 h 955271"/>
              <a:gd name="connsiteX78" fmla="*/ 4750403 w 5741575"/>
              <a:gd name="connsiteY78" fmla="*/ 204364 h 955271"/>
              <a:gd name="connsiteX79" fmla="*/ 4867614 w 5741575"/>
              <a:gd name="connsiteY79" fmla="*/ 208668 h 955271"/>
              <a:gd name="connsiteX80" fmla="*/ 4937036 w 5741575"/>
              <a:gd name="connsiteY80" fmla="*/ 195446 h 955271"/>
              <a:gd name="connsiteX81" fmla="*/ 5047626 w 5741575"/>
              <a:gd name="connsiteY81" fmla="*/ 149604 h 955271"/>
              <a:gd name="connsiteX82" fmla="*/ 5200247 w 5741575"/>
              <a:gd name="connsiteY82" fmla="*/ 142695 h 955271"/>
              <a:gd name="connsiteX83" fmla="*/ 5235691 w 5741575"/>
              <a:gd name="connsiteY83" fmla="*/ 173330 h 955271"/>
              <a:gd name="connsiteX84" fmla="*/ 5280133 w 5741575"/>
              <a:gd name="connsiteY84" fmla="*/ 189342 h 955271"/>
              <a:gd name="connsiteX85" fmla="*/ 5291963 w 5741575"/>
              <a:gd name="connsiteY85" fmla="*/ 139446 h 955271"/>
              <a:gd name="connsiteX86" fmla="*/ 5418472 w 5741575"/>
              <a:gd name="connsiteY86" fmla="*/ 89163 h 955271"/>
              <a:gd name="connsiteX87" fmla="*/ 5482354 w 5741575"/>
              <a:gd name="connsiteY87" fmla="*/ 69470 h 955271"/>
              <a:gd name="connsiteX88" fmla="*/ 5583280 w 5741575"/>
              <a:gd name="connsiteY88" fmla="*/ 49787 h 955271"/>
              <a:gd name="connsiteX89" fmla="*/ 5613766 w 5741575"/>
              <a:gd name="connsiteY89" fmla="*/ 41855 h 955271"/>
              <a:gd name="connsiteX90" fmla="*/ 5684952 w 5741575"/>
              <a:gd name="connsiteY90" fmla="*/ 26088 h 955271"/>
              <a:gd name="connsiteX91" fmla="*/ 5741575 w 5741575"/>
              <a:gd name="connsiteY91" fmla="*/ 0 h 955271"/>
              <a:gd name="connsiteX0" fmla="*/ 5741575 w 5741575"/>
              <a:gd name="connsiteY0" fmla="*/ 0 h 955271"/>
              <a:gd name="connsiteX1" fmla="*/ 5741575 w 5741575"/>
              <a:gd name="connsiteY1" fmla="*/ 955271 h 955271"/>
              <a:gd name="connsiteX2" fmla="*/ 0 w 5741575"/>
              <a:gd name="connsiteY2" fmla="*/ 955271 h 955271"/>
              <a:gd name="connsiteX3" fmla="*/ 8558 w 5741575"/>
              <a:gd name="connsiteY3" fmla="*/ 953971 h 955271"/>
              <a:gd name="connsiteX4" fmla="*/ 16894 w 5741575"/>
              <a:gd name="connsiteY4" fmla="*/ 953847 h 955271"/>
              <a:gd name="connsiteX5" fmla="*/ 28156 w 5741575"/>
              <a:gd name="connsiteY5" fmla="*/ 951374 h 955271"/>
              <a:gd name="connsiteX6" fmla="*/ 28293 w 5741575"/>
              <a:gd name="connsiteY6" fmla="*/ 950971 h 955271"/>
              <a:gd name="connsiteX7" fmla="*/ 39115 w 5741575"/>
              <a:gd name="connsiteY7" fmla="*/ 949326 h 955271"/>
              <a:gd name="connsiteX8" fmla="*/ 93851 w 5741575"/>
              <a:gd name="connsiteY8" fmla="*/ 945611 h 955271"/>
              <a:gd name="connsiteX9" fmla="*/ 148657 w 5741575"/>
              <a:gd name="connsiteY9" fmla="*/ 898134 h 955271"/>
              <a:gd name="connsiteX10" fmla="*/ 174554 w 5741575"/>
              <a:gd name="connsiteY10" fmla="*/ 886351 h 955271"/>
              <a:gd name="connsiteX11" fmla="*/ 187633 w 5741575"/>
              <a:gd name="connsiteY11" fmla="*/ 878226 h 955271"/>
              <a:gd name="connsiteX12" fmla="*/ 187961 w 5741575"/>
              <a:gd name="connsiteY12" fmla="*/ 876538 h 955271"/>
              <a:gd name="connsiteX13" fmla="*/ 240501 w 5741575"/>
              <a:gd name="connsiteY13" fmla="*/ 873150 h 955271"/>
              <a:gd name="connsiteX14" fmla="*/ 246345 w 5741575"/>
              <a:gd name="connsiteY14" fmla="*/ 869942 h 955271"/>
              <a:gd name="connsiteX15" fmla="*/ 282041 w 5741575"/>
              <a:gd name="connsiteY15" fmla="*/ 871263 h 955271"/>
              <a:gd name="connsiteX16" fmla="*/ 299711 w 5741575"/>
              <a:gd name="connsiteY16" fmla="*/ 870064 h 955271"/>
              <a:gd name="connsiteX17" fmla="*/ 306299 w 5741575"/>
              <a:gd name="connsiteY17" fmla="*/ 873609 h 955271"/>
              <a:gd name="connsiteX18" fmla="*/ 331571 w 5741575"/>
              <a:gd name="connsiteY18" fmla="*/ 869866 h 955271"/>
              <a:gd name="connsiteX19" fmla="*/ 384157 w 5741575"/>
              <a:gd name="connsiteY19" fmla="*/ 867971 h 955271"/>
              <a:gd name="connsiteX20" fmla="*/ 477637 w 5741575"/>
              <a:gd name="connsiteY20" fmla="*/ 870334 h 955271"/>
              <a:gd name="connsiteX21" fmla="*/ 570239 w 5741575"/>
              <a:gd name="connsiteY21" fmla="*/ 829596 h 955271"/>
              <a:gd name="connsiteX22" fmla="*/ 787156 w 5741575"/>
              <a:gd name="connsiteY22" fmla="*/ 838447 h 955271"/>
              <a:gd name="connsiteX23" fmla="*/ 948872 w 5741575"/>
              <a:gd name="connsiteY23" fmla="*/ 772201 h 955271"/>
              <a:gd name="connsiteX24" fmla="*/ 1127089 w 5741575"/>
              <a:gd name="connsiteY24" fmla="*/ 746926 h 955271"/>
              <a:gd name="connsiteX25" fmla="*/ 1220426 w 5741575"/>
              <a:gd name="connsiteY25" fmla="*/ 721810 h 955271"/>
              <a:gd name="connsiteX26" fmla="*/ 1306771 w 5741575"/>
              <a:gd name="connsiteY26" fmla="*/ 717936 h 955271"/>
              <a:gd name="connsiteX27" fmla="*/ 1374314 w 5741575"/>
              <a:gd name="connsiteY27" fmla="*/ 688815 h 955271"/>
              <a:gd name="connsiteX28" fmla="*/ 1378034 w 5741575"/>
              <a:gd name="connsiteY28" fmla="*/ 685842 h 955271"/>
              <a:gd name="connsiteX29" fmla="*/ 1395604 w 5741575"/>
              <a:gd name="connsiteY29" fmla="*/ 680460 h 955271"/>
              <a:gd name="connsiteX30" fmla="*/ 1397206 w 5741575"/>
              <a:gd name="connsiteY30" fmla="*/ 670793 h 955271"/>
              <a:gd name="connsiteX31" fmla="*/ 1421250 w 5741575"/>
              <a:gd name="connsiteY31" fmla="*/ 656855 h 955271"/>
              <a:gd name="connsiteX32" fmla="*/ 1454524 w 5741575"/>
              <a:gd name="connsiteY32" fmla="*/ 649224 h 955271"/>
              <a:gd name="connsiteX33" fmla="*/ 1616217 w 5741575"/>
              <a:gd name="connsiteY33" fmla="*/ 622107 h 955271"/>
              <a:gd name="connsiteX34" fmla="*/ 1710928 w 5741575"/>
              <a:gd name="connsiteY34" fmla="*/ 600666 h 955271"/>
              <a:gd name="connsiteX35" fmla="*/ 1743718 w 5741575"/>
              <a:gd name="connsiteY35" fmla="*/ 584327 h 955271"/>
              <a:gd name="connsiteX36" fmla="*/ 1873778 w 5741575"/>
              <a:gd name="connsiteY36" fmla="*/ 530130 h 955271"/>
              <a:gd name="connsiteX37" fmla="*/ 1988411 w 5741575"/>
              <a:gd name="connsiteY37" fmla="*/ 491599 h 955271"/>
              <a:gd name="connsiteX38" fmla="*/ 2085507 w 5741575"/>
              <a:gd name="connsiteY38" fmla="*/ 498527 h 955271"/>
              <a:gd name="connsiteX39" fmla="*/ 2090767 w 5741575"/>
              <a:gd name="connsiteY39" fmla="*/ 490616 h 955271"/>
              <a:gd name="connsiteX40" fmla="*/ 2151143 w 5741575"/>
              <a:gd name="connsiteY40" fmla="*/ 478332 h 955271"/>
              <a:gd name="connsiteX41" fmla="*/ 2378710 w 5741575"/>
              <a:gd name="connsiteY41" fmla="*/ 477570 h 955271"/>
              <a:gd name="connsiteX42" fmla="*/ 2496256 w 5741575"/>
              <a:gd name="connsiteY42" fmla="*/ 452396 h 955271"/>
              <a:gd name="connsiteX43" fmla="*/ 2535387 w 5741575"/>
              <a:gd name="connsiteY43" fmla="*/ 436645 h 955271"/>
              <a:gd name="connsiteX44" fmla="*/ 2601109 w 5741575"/>
              <a:gd name="connsiteY44" fmla="*/ 410678 h 955271"/>
              <a:gd name="connsiteX45" fmla="*/ 2643855 w 5741575"/>
              <a:gd name="connsiteY45" fmla="*/ 374482 h 955271"/>
              <a:gd name="connsiteX46" fmla="*/ 2657726 w 5741575"/>
              <a:gd name="connsiteY46" fmla="*/ 365841 h 955271"/>
              <a:gd name="connsiteX47" fmla="*/ 2687125 w 5741575"/>
              <a:gd name="connsiteY47" fmla="*/ 366820 h 955271"/>
              <a:gd name="connsiteX48" fmla="*/ 2697479 w 5741575"/>
              <a:gd name="connsiteY48" fmla="*/ 361430 h 955271"/>
              <a:gd name="connsiteX49" fmla="*/ 2701547 w 5741575"/>
              <a:gd name="connsiteY49" fmla="*/ 361545 h 955271"/>
              <a:gd name="connsiteX50" fmla="*/ 2711054 w 5741575"/>
              <a:gd name="connsiteY50" fmla="*/ 360597 h 955271"/>
              <a:gd name="connsiteX51" fmla="*/ 2710438 w 5741575"/>
              <a:gd name="connsiteY51" fmla="*/ 366958 h 955271"/>
              <a:gd name="connsiteX52" fmla="*/ 2722936 w 5741575"/>
              <a:gd name="connsiteY52" fmla="*/ 377633 h 955271"/>
              <a:gd name="connsiteX53" fmla="*/ 2777227 w 5741575"/>
              <a:gd name="connsiteY53" fmla="*/ 368972 h 955271"/>
              <a:gd name="connsiteX54" fmla="*/ 2779510 w 5741575"/>
              <a:gd name="connsiteY54" fmla="*/ 361652 h 955271"/>
              <a:gd name="connsiteX55" fmla="*/ 2786278 w 5741575"/>
              <a:gd name="connsiteY55" fmla="*/ 359869 h 955271"/>
              <a:gd name="connsiteX56" fmla="*/ 2792101 w 5741575"/>
              <a:gd name="connsiteY56" fmla="*/ 365927 h 955271"/>
              <a:gd name="connsiteX57" fmla="*/ 2885545 w 5741575"/>
              <a:gd name="connsiteY57" fmla="*/ 372818 h 955271"/>
              <a:gd name="connsiteX58" fmla="*/ 3009558 w 5741575"/>
              <a:gd name="connsiteY58" fmla="*/ 370573 h 955271"/>
              <a:gd name="connsiteX59" fmla="*/ 3095010 w 5741575"/>
              <a:gd name="connsiteY59" fmla="*/ 332454 h 955271"/>
              <a:gd name="connsiteX60" fmla="*/ 3103742 w 5741575"/>
              <a:gd name="connsiteY60" fmla="*/ 337974 h 955271"/>
              <a:gd name="connsiteX61" fmla="*/ 3165093 w 5741575"/>
              <a:gd name="connsiteY61" fmla="*/ 329459 h 955271"/>
              <a:gd name="connsiteX62" fmla="*/ 3373785 w 5741575"/>
              <a:gd name="connsiteY62" fmla="*/ 255680 h 955271"/>
              <a:gd name="connsiteX63" fmla="*/ 3493851 w 5741575"/>
              <a:gd name="connsiteY63" fmla="*/ 240255 h 955271"/>
              <a:gd name="connsiteX64" fmla="*/ 3537470 w 5741575"/>
              <a:gd name="connsiteY64" fmla="*/ 241867 h 955271"/>
              <a:gd name="connsiteX65" fmla="*/ 3610489 w 5741575"/>
              <a:gd name="connsiteY65" fmla="*/ 244128 h 955271"/>
              <a:gd name="connsiteX66" fmla="*/ 3667539 w 5741575"/>
              <a:gd name="connsiteY66" fmla="*/ 263271 h 955271"/>
              <a:gd name="connsiteX67" fmla="*/ 3727614 w 5741575"/>
              <a:gd name="connsiteY67" fmla="*/ 258245 h 955271"/>
              <a:gd name="connsiteX68" fmla="*/ 3738369 w 5741575"/>
              <a:gd name="connsiteY68" fmla="*/ 234506 h 955271"/>
              <a:gd name="connsiteX69" fmla="*/ 3803670 w 5741575"/>
              <a:gd name="connsiteY69" fmla="*/ 236457 h 955271"/>
              <a:gd name="connsiteX70" fmla="*/ 3903080 w 5741575"/>
              <a:gd name="connsiteY70" fmla="*/ 241890 h 955271"/>
              <a:gd name="connsiteX71" fmla="*/ 4114838 w 5741575"/>
              <a:gd name="connsiteY71" fmla="*/ 238165 h 955271"/>
              <a:gd name="connsiteX72" fmla="*/ 4271023 w 5741575"/>
              <a:gd name="connsiteY72" fmla="*/ 241959 h 955271"/>
              <a:gd name="connsiteX73" fmla="*/ 4367397 w 5741575"/>
              <a:gd name="connsiteY73" fmla="*/ 271442 h 955271"/>
              <a:gd name="connsiteX74" fmla="*/ 4495366 w 5741575"/>
              <a:gd name="connsiteY74" fmla="*/ 271618 h 955271"/>
              <a:gd name="connsiteX75" fmla="*/ 4517347 w 5741575"/>
              <a:gd name="connsiteY75" fmla="*/ 275639 h 955271"/>
              <a:gd name="connsiteX76" fmla="*/ 4546116 w 5741575"/>
              <a:gd name="connsiteY76" fmla="*/ 268568 h 955271"/>
              <a:gd name="connsiteX77" fmla="*/ 4661259 w 5741575"/>
              <a:gd name="connsiteY77" fmla="*/ 238966 h 955271"/>
              <a:gd name="connsiteX78" fmla="*/ 4750403 w 5741575"/>
              <a:gd name="connsiteY78" fmla="*/ 204364 h 955271"/>
              <a:gd name="connsiteX79" fmla="*/ 4867614 w 5741575"/>
              <a:gd name="connsiteY79" fmla="*/ 208668 h 955271"/>
              <a:gd name="connsiteX80" fmla="*/ 4937036 w 5741575"/>
              <a:gd name="connsiteY80" fmla="*/ 195446 h 955271"/>
              <a:gd name="connsiteX81" fmla="*/ 5047626 w 5741575"/>
              <a:gd name="connsiteY81" fmla="*/ 149604 h 955271"/>
              <a:gd name="connsiteX82" fmla="*/ 5200247 w 5741575"/>
              <a:gd name="connsiteY82" fmla="*/ 142695 h 955271"/>
              <a:gd name="connsiteX83" fmla="*/ 5235691 w 5741575"/>
              <a:gd name="connsiteY83" fmla="*/ 173330 h 955271"/>
              <a:gd name="connsiteX84" fmla="*/ 5280133 w 5741575"/>
              <a:gd name="connsiteY84" fmla="*/ 189342 h 955271"/>
              <a:gd name="connsiteX85" fmla="*/ 5291963 w 5741575"/>
              <a:gd name="connsiteY85" fmla="*/ 139446 h 955271"/>
              <a:gd name="connsiteX86" fmla="*/ 5418472 w 5741575"/>
              <a:gd name="connsiteY86" fmla="*/ 89163 h 955271"/>
              <a:gd name="connsiteX87" fmla="*/ 5482354 w 5741575"/>
              <a:gd name="connsiteY87" fmla="*/ 69470 h 955271"/>
              <a:gd name="connsiteX88" fmla="*/ 5583280 w 5741575"/>
              <a:gd name="connsiteY88" fmla="*/ 49787 h 955271"/>
              <a:gd name="connsiteX89" fmla="*/ 5613766 w 5741575"/>
              <a:gd name="connsiteY89" fmla="*/ 41855 h 955271"/>
              <a:gd name="connsiteX90" fmla="*/ 5684952 w 5741575"/>
              <a:gd name="connsiteY90" fmla="*/ 26088 h 955271"/>
              <a:gd name="connsiteX91" fmla="*/ 5741575 w 5741575"/>
              <a:gd name="connsiteY91" fmla="*/ 0 h 955271"/>
              <a:gd name="connsiteX0" fmla="*/ 5741575 w 5741575"/>
              <a:gd name="connsiteY0" fmla="*/ 0 h 955271"/>
              <a:gd name="connsiteX1" fmla="*/ 5741575 w 5741575"/>
              <a:gd name="connsiteY1" fmla="*/ 955271 h 955271"/>
              <a:gd name="connsiteX2" fmla="*/ 0 w 5741575"/>
              <a:gd name="connsiteY2" fmla="*/ 955271 h 955271"/>
              <a:gd name="connsiteX3" fmla="*/ 8558 w 5741575"/>
              <a:gd name="connsiteY3" fmla="*/ 953971 h 955271"/>
              <a:gd name="connsiteX4" fmla="*/ 16894 w 5741575"/>
              <a:gd name="connsiteY4" fmla="*/ 953847 h 955271"/>
              <a:gd name="connsiteX5" fmla="*/ 28156 w 5741575"/>
              <a:gd name="connsiteY5" fmla="*/ 951374 h 955271"/>
              <a:gd name="connsiteX6" fmla="*/ 28293 w 5741575"/>
              <a:gd name="connsiteY6" fmla="*/ 950971 h 955271"/>
              <a:gd name="connsiteX7" fmla="*/ 39115 w 5741575"/>
              <a:gd name="connsiteY7" fmla="*/ 949326 h 955271"/>
              <a:gd name="connsiteX8" fmla="*/ 93851 w 5741575"/>
              <a:gd name="connsiteY8" fmla="*/ 945611 h 955271"/>
              <a:gd name="connsiteX9" fmla="*/ 148657 w 5741575"/>
              <a:gd name="connsiteY9" fmla="*/ 898134 h 955271"/>
              <a:gd name="connsiteX10" fmla="*/ 174554 w 5741575"/>
              <a:gd name="connsiteY10" fmla="*/ 886351 h 955271"/>
              <a:gd name="connsiteX11" fmla="*/ 187633 w 5741575"/>
              <a:gd name="connsiteY11" fmla="*/ 878226 h 955271"/>
              <a:gd name="connsiteX12" fmla="*/ 187961 w 5741575"/>
              <a:gd name="connsiteY12" fmla="*/ 876538 h 955271"/>
              <a:gd name="connsiteX13" fmla="*/ 240501 w 5741575"/>
              <a:gd name="connsiteY13" fmla="*/ 873150 h 955271"/>
              <a:gd name="connsiteX14" fmla="*/ 246345 w 5741575"/>
              <a:gd name="connsiteY14" fmla="*/ 869942 h 955271"/>
              <a:gd name="connsiteX15" fmla="*/ 282041 w 5741575"/>
              <a:gd name="connsiteY15" fmla="*/ 871263 h 955271"/>
              <a:gd name="connsiteX16" fmla="*/ 306299 w 5741575"/>
              <a:gd name="connsiteY16" fmla="*/ 873609 h 955271"/>
              <a:gd name="connsiteX17" fmla="*/ 331571 w 5741575"/>
              <a:gd name="connsiteY17" fmla="*/ 869866 h 955271"/>
              <a:gd name="connsiteX18" fmla="*/ 384157 w 5741575"/>
              <a:gd name="connsiteY18" fmla="*/ 867971 h 955271"/>
              <a:gd name="connsiteX19" fmla="*/ 477637 w 5741575"/>
              <a:gd name="connsiteY19" fmla="*/ 870334 h 955271"/>
              <a:gd name="connsiteX20" fmla="*/ 570239 w 5741575"/>
              <a:gd name="connsiteY20" fmla="*/ 829596 h 955271"/>
              <a:gd name="connsiteX21" fmla="*/ 787156 w 5741575"/>
              <a:gd name="connsiteY21" fmla="*/ 838447 h 955271"/>
              <a:gd name="connsiteX22" fmla="*/ 948872 w 5741575"/>
              <a:gd name="connsiteY22" fmla="*/ 772201 h 955271"/>
              <a:gd name="connsiteX23" fmla="*/ 1127089 w 5741575"/>
              <a:gd name="connsiteY23" fmla="*/ 746926 h 955271"/>
              <a:gd name="connsiteX24" fmla="*/ 1220426 w 5741575"/>
              <a:gd name="connsiteY24" fmla="*/ 721810 h 955271"/>
              <a:gd name="connsiteX25" fmla="*/ 1306771 w 5741575"/>
              <a:gd name="connsiteY25" fmla="*/ 717936 h 955271"/>
              <a:gd name="connsiteX26" fmla="*/ 1374314 w 5741575"/>
              <a:gd name="connsiteY26" fmla="*/ 688815 h 955271"/>
              <a:gd name="connsiteX27" fmla="*/ 1378034 w 5741575"/>
              <a:gd name="connsiteY27" fmla="*/ 685842 h 955271"/>
              <a:gd name="connsiteX28" fmla="*/ 1395604 w 5741575"/>
              <a:gd name="connsiteY28" fmla="*/ 680460 h 955271"/>
              <a:gd name="connsiteX29" fmla="*/ 1397206 w 5741575"/>
              <a:gd name="connsiteY29" fmla="*/ 670793 h 955271"/>
              <a:gd name="connsiteX30" fmla="*/ 1421250 w 5741575"/>
              <a:gd name="connsiteY30" fmla="*/ 656855 h 955271"/>
              <a:gd name="connsiteX31" fmla="*/ 1454524 w 5741575"/>
              <a:gd name="connsiteY31" fmla="*/ 649224 h 955271"/>
              <a:gd name="connsiteX32" fmla="*/ 1616217 w 5741575"/>
              <a:gd name="connsiteY32" fmla="*/ 622107 h 955271"/>
              <a:gd name="connsiteX33" fmla="*/ 1710928 w 5741575"/>
              <a:gd name="connsiteY33" fmla="*/ 600666 h 955271"/>
              <a:gd name="connsiteX34" fmla="*/ 1743718 w 5741575"/>
              <a:gd name="connsiteY34" fmla="*/ 584327 h 955271"/>
              <a:gd name="connsiteX35" fmla="*/ 1873778 w 5741575"/>
              <a:gd name="connsiteY35" fmla="*/ 530130 h 955271"/>
              <a:gd name="connsiteX36" fmla="*/ 1988411 w 5741575"/>
              <a:gd name="connsiteY36" fmla="*/ 491599 h 955271"/>
              <a:gd name="connsiteX37" fmla="*/ 2085507 w 5741575"/>
              <a:gd name="connsiteY37" fmla="*/ 498527 h 955271"/>
              <a:gd name="connsiteX38" fmla="*/ 2090767 w 5741575"/>
              <a:gd name="connsiteY38" fmla="*/ 490616 h 955271"/>
              <a:gd name="connsiteX39" fmla="*/ 2151143 w 5741575"/>
              <a:gd name="connsiteY39" fmla="*/ 478332 h 955271"/>
              <a:gd name="connsiteX40" fmla="*/ 2378710 w 5741575"/>
              <a:gd name="connsiteY40" fmla="*/ 477570 h 955271"/>
              <a:gd name="connsiteX41" fmla="*/ 2496256 w 5741575"/>
              <a:gd name="connsiteY41" fmla="*/ 452396 h 955271"/>
              <a:gd name="connsiteX42" fmla="*/ 2535387 w 5741575"/>
              <a:gd name="connsiteY42" fmla="*/ 436645 h 955271"/>
              <a:gd name="connsiteX43" fmla="*/ 2601109 w 5741575"/>
              <a:gd name="connsiteY43" fmla="*/ 410678 h 955271"/>
              <a:gd name="connsiteX44" fmla="*/ 2643855 w 5741575"/>
              <a:gd name="connsiteY44" fmla="*/ 374482 h 955271"/>
              <a:gd name="connsiteX45" fmla="*/ 2657726 w 5741575"/>
              <a:gd name="connsiteY45" fmla="*/ 365841 h 955271"/>
              <a:gd name="connsiteX46" fmla="*/ 2687125 w 5741575"/>
              <a:gd name="connsiteY46" fmla="*/ 366820 h 955271"/>
              <a:gd name="connsiteX47" fmla="*/ 2697479 w 5741575"/>
              <a:gd name="connsiteY47" fmla="*/ 361430 h 955271"/>
              <a:gd name="connsiteX48" fmla="*/ 2701547 w 5741575"/>
              <a:gd name="connsiteY48" fmla="*/ 361545 h 955271"/>
              <a:gd name="connsiteX49" fmla="*/ 2711054 w 5741575"/>
              <a:gd name="connsiteY49" fmla="*/ 360597 h 955271"/>
              <a:gd name="connsiteX50" fmla="*/ 2710438 w 5741575"/>
              <a:gd name="connsiteY50" fmla="*/ 366958 h 955271"/>
              <a:gd name="connsiteX51" fmla="*/ 2722936 w 5741575"/>
              <a:gd name="connsiteY51" fmla="*/ 377633 h 955271"/>
              <a:gd name="connsiteX52" fmla="*/ 2777227 w 5741575"/>
              <a:gd name="connsiteY52" fmla="*/ 368972 h 955271"/>
              <a:gd name="connsiteX53" fmla="*/ 2779510 w 5741575"/>
              <a:gd name="connsiteY53" fmla="*/ 361652 h 955271"/>
              <a:gd name="connsiteX54" fmla="*/ 2786278 w 5741575"/>
              <a:gd name="connsiteY54" fmla="*/ 359869 h 955271"/>
              <a:gd name="connsiteX55" fmla="*/ 2792101 w 5741575"/>
              <a:gd name="connsiteY55" fmla="*/ 365927 h 955271"/>
              <a:gd name="connsiteX56" fmla="*/ 2885545 w 5741575"/>
              <a:gd name="connsiteY56" fmla="*/ 372818 h 955271"/>
              <a:gd name="connsiteX57" fmla="*/ 3009558 w 5741575"/>
              <a:gd name="connsiteY57" fmla="*/ 370573 h 955271"/>
              <a:gd name="connsiteX58" fmla="*/ 3095010 w 5741575"/>
              <a:gd name="connsiteY58" fmla="*/ 332454 h 955271"/>
              <a:gd name="connsiteX59" fmla="*/ 3103742 w 5741575"/>
              <a:gd name="connsiteY59" fmla="*/ 337974 h 955271"/>
              <a:gd name="connsiteX60" fmla="*/ 3165093 w 5741575"/>
              <a:gd name="connsiteY60" fmla="*/ 329459 h 955271"/>
              <a:gd name="connsiteX61" fmla="*/ 3373785 w 5741575"/>
              <a:gd name="connsiteY61" fmla="*/ 255680 h 955271"/>
              <a:gd name="connsiteX62" fmla="*/ 3493851 w 5741575"/>
              <a:gd name="connsiteY62" fmla="*/ 240255 h 955271"/>
              <a:gd name="connsiteX63" fmla="*/ 3537470 w 5741575"/>
              <a:gd name="connsiteY63" fmla="*/ 241867 h 955271"/>
              <a:gd name="connsiteX64" fmla="*/ 3610489 w 5741575"/>
              <a:gd name="connsiteY64" fmla="*/ 244128 h 955271"/>
              <a:gd name="connsiteX65" fmla="*/ 3667539 w 5741575"/>
              <a:gd name="connsiteY65" fmla="*/ 263271 h 955271"/>
              <a:gd name="connsiteX66" fmla="*/ 3727614 w 5741575"/>
              <a:gd name="connsiteY66" fmla="*/ 258245 h 955271"/>
              <a:gd name="connsiteX67" fmla="*/ 3738369 w 5741575"/>
              <a:gd name="connsiteY67" fmla="*/ 234506 h 955271"/>
              <a:gd name="connsiteX68" fmla="*/ 3803670 w 5741575"/>
              <a:gd name="connsiteY68" fmla="*/ 236457 h 955271"/>
              <a:gd name="connsiteX69" fmla="*/ 3903080 w 5741575"/>
              <a:gd name="connsiteY69" fmla="*/ 241890 h 955271"/>
              <a:gd name="connsiteX70" fmla="*/ 4114838 w 5741575"/>
              <a:gd name="connsiteY70" fmla="*/ 238165 h 955271"/>
              <a:gd name="connsiteX71" fmla="*/ 4271023 w 5741575"/>
              <a:gd name="connsiteY71" fmla="*/ 241959 h 955271"/>
              <a:gd name="connsiteX72" fmla="*/ 4367397 w 5741575"/>
              <a:gd name="connsiteY72" fmla="*/ 271442 h 955271"/>
              <a:gd name="connsiteX73" fmla="*/ 4495366 w 5741575"/>
              <a:gd name="connsiteY73" fmla="*/ 271618 h 955271"/>
              <a:gd name="connsiteX74" fmla="*/ 4517347 w 5741575"/>
              <a:gd name="connsiteY74" fmla="*/ 275639 h 955271"/>
              <a:gd name="connsiteX75" fmla="*/ 4546116 w 5741575"/>
              <a:gd name="connsiteY75" fmla="*/ 268568 h 955271"/>
              <a:gd name="connsiteX76" fmla="*/ 4661259 w 5741575"/>
              <a:gd name="connsiteY76" fmla="*/ 238966 h 955271"/>
              <a:gd name="connsiteX77" fmla="*/ 4750403 w 5741575"/>
              <a:gd name="connsiteY77" fmla="*/ 204364 h 955271"/>
              <a:gd name="connsiteX78" fmla="*/ 4867614 w 5741575"/>
              <a:gd name="connsiteY78" fmla="*/ 208668 h 955271"/>
              <a:gd name="connsiteX79" fmla="*/ 4937036 w 5741575"/>
              <a:gd name="connsiteY79" fmla="*/ 195446 h 955271"/>
              <a:gd name="connsiteX80" fmla="*/ 5047626 w 5741575"/>
              <a:gd name="connsiteY80" fmla="*/ 149604 h 955271"/>
              <a:gd name="connsiteX81" fmla="*/ 5200247 w 5741575"/>
              <a:gd name="connsiteY81" fmla="*/ 142695 h 955271"/>
              <a:gd name="connsiteX82" fmla="*/ 5235691 w 5741575"/>
              <a:gd name="connsiteY82" fmla="*/ 173330 h 955271"/>
              <a:gd name="connsiteX83" fmla="*/ 5280133 w 5741575"/>
              <a:gd name="connsiteY83" fmla="*/ 189342 h 955271"/>
              <a:gd name="connsiteX84" fmla="*/ 5291963 w 5741575"/>
              <a:gd name="connsiteY84" fmla="*/ 139446 h 955271"/>
              <a:gd name="connsiteX85" fmla="*/ 5418472 w 5741575"/>
              <a:gd name="connsiteY85" fmla="*/ 89163 h 955271"/>
              <a:gd name="connsiteX86" fmla="*/ 5482354 w 5741575"/>
              <a:gd name="connsiteY86" fmla="*/ 69470 h 955271"/>
              <a:gd name="connsiteX87" fmla="*/ 5583280 w 5741575"/>
              <a:gd name="connsiteY87" fmla="*/ 49787 h 955271"/>
              <a:gd name="connsiteX88" fmla="*/ 5613766 w 5741575"/>
              <a:gd name="connsiteY88" fmla="*/ 41855 h 955271"/>
              <a:gd name="connsiteX89" fmla="*/ 5684952 w 5741575"/>
              <a:gd name="connsiteY89" fmla="*/ 26088 h 955271"/>
              <a:gd name="connsiteX90" fmla="*/ 5741575 w 5741575"/>
              <a:gd name="connsiteY90" fmla="*/ 0 h 955271"/>
              <a:gd name="connsiteX0" fmla="*/ 5741575 w 5741575"/>
              <a:gd name="connsiteY0" fmla="*/ 0 h 955271"/>
              <a:gd name="connsiteX1" fmla="*/ 5741575 w 5741575"/>
              <a:gd name="connsiteY1" fmla="*/ 955271 h 955271"/>
              <a:gd name="connsiteX2" fmla="*/ 0 w 5741575"/>
              <a:gd name="connsiteY2" fmla="*/ 955271 h 955271"/>
              <a:gd name="connsiteX3" fmla="*/ 8558 w 5741575"/>
              <a:gd name="connsiteY3" fmla="*/ 953971 h 955271"/>
              <a:gd name="connsiteX4" fmla="*/ 16894 w 5741575"/>
              <a:gd name="connsiteY4" fmla="*/ 953847 h 955271"/>
              <a:gd name="connsiteX5" fmla="*/ 28156 w 5741575"/>
              <a:gd name="connsiteY5" fmla="*/ 951374 h 955271"/>
              <a:gd name="connsiteX6" fmla="*/ 28293 w 5741575"/>
              <a:gd name="connsiteY6" fmla="*/ 950971 h 955271"/>
              <a:gd name="connsiteX7" fmla="*/ 39115 w 5741575"/>
              <a:gd name="connsiteY7" fmla="*/ 949326 h 955271"/>
              <a:gd name="connsiteX8" fmla="*/ 93851 w 5741575"/>
              <a:gd name="connsiteY8" fmla="*/ 945611 h 955271"/>
              <a:gd name="connsiteX9" fmla="*/ 148657 w 5741575"/>
              <a:gd name="connsiteY9" fmla="*/ 898134 h 955271"/>
              <a:gd name="connsiteX10" fmla="*/ 174554 w 5741575"/>
              <a:gd name="connsiteY10" fmla="*/ 886351 h 955271"/>
              <a:gd name="connsiteX11" fmla="*/ 187633 w 5741575"/>
              <a:gd name="connsiteY11" fmla="*/ 878226 h 955271"/>
              <a:gd name="connsiteX12" fmla="*/ 187961 w 5741575"/>
              <a:gd name="connsiteY12" fmla="*/ 876538 h 955271"/>
              <a:gd name="connsiteX13" fmla="*/ 240501 w 5741575"/>
              <a:gd name="connsiteY13" fmla="*/ 873150 h 955271"/>
              <a:gd name="connsiteX14" fmla="*/ 246345 w 5741575"/>
              <a:gd name="connsiteY14" fmla="*/ 869942 h 955271"/>
              <a:gd name="connsiteX15" fmla="*/ 306299 w 5741575"/>
              <a:gd name="connsiteY15" fmla="*/ 873609 h 955271"/>
              <a:gd name="connsiteX16" fmla="*/ 331571 w 5741575"/>
              <a:gd name="connsiteY16" fmla="*/ 869866 h 955271"/>
              <a:gd name="connsiteX17" fmla="*/ 384157 w 5741575"/>
              <a:gd name="connsiteY17" fmla="*/ 867971 h 955271"/>
              <a:gd name="connsiteX18" fmla="*/ 477637 w 5741575"/>
              <a:gd name="connsiteY18" fmla="*/ 870334 h 955271"/>
              <a:gd name="connsiteX19" fmla="*/ 570239 w 5741575"/>
              <a:gd name="connsiteY19" fmla="*/ 829596 h 955271"/>
              <a:gd name="connsiteX20" fmla="*/ 787156 w 5741575"/>
              <a:gd name="connsiteY20" fmla="*/ 838447 h 955271"/>
              <a:gd name="connsiteX21" fmla="*/ 948872 w 5741575"/>
              <a:gd name="connsiteY21" fmla="*/ 772201 h 955271"/>
              <a:gd name="connsiteX22" fmla="*/ 1127089 w 5741575"/>
              <a:gd name="connsiteY22" fmla="*/ 746926 h 955271"/>
              <a:gd name="connsiteX23" fmla="*/ 1220426 w 5741575"/>
              <a:gd name="connsiteY23" fmla="*/ 721810 h 955271"/>
              <a:gd name="connsiteX24" fmla="*/ 1306771 w 5741575"/>
              <a:gd name="connsiteY24" fmla="*/ 717936 h 955271"/>
              <a:gd name="connsiteX25" fmla="*/ 1374314 w 5741575"/>
              <a:gd name="connsiteY25" fmla="*/ 688815 h 955271"/>
              <a:gd name="connsiteX26" fmla="*/ 1378034 w 5741575"/>
              <a:gd name="connsiteY26" fmla="*/ 685842 h 955271"/>
              <a:gd name="connsiteX27" fmla="*/ 1395604 w 5741575"/>
              <a:gd name="connsiteY27" fmla="*/ 680460 h 955271"/>
              <a:gd name="connsiteX28" fmla="*/ 1397206 w 5741575"/>
              <a:gd name="connsiteY28" fmla="*/ 670793 h 955271"/>
              <a:gd name="connsiteX29" fmla="*/ 1421250 w 5741575"/>
              <a:gd name="connsiteY29" fmla="*/ 656855 h 955271"/>
              <a:gd name="connsiteX30" fmla="*/ 1454524 w 5741575"/>
              <a:gd name="connsiteY30" fmla="*/ 649224 h 955271"/>
              <a:gd name="connsiteX31" fmla="*/ 1616217 w 5741575"/>
              <a:gd name="connsiteY31" fmla="*/ 622107 h 955271"/>
              <a:gd name="connsiteX32" fmla="*/ 1710928 w 5741575"/>
              <a:gd name="connsiteY32" fmla="*/ 600666 h 955271"/>
              <a:gd name="connsiteX33" fmla="*/ 1743718 w 5741575"/>
              <a:gd name="connsiteY33" fmla="*/ 584327 h 955271"/>
              <a:gd name="connsiteX34" fmla="*/ 1873778 w 5741575"/>
              <a:gd name="connsiteY34" fmla="*/ 530130 h 955271"/>
              <a:gd name="connsiteX35" fmla="*/ 1988411 w 5741575"/>
              <a:gd name="connsiteY35" fmla="*/ 491599 h 955271"/>
              <a:gd name="connsiteX36" fmla="*/ 2085507 w 5741575"/>
              <a:gd name="connsiteY36" fmla="*/ 498527 h 955271"/>
              <a:gd name="connsiteX37" fmla="*/ 2090767 w 5741575"/>
              <a:gd name="connsiteY37" fmla="*/ 490616 h 955271"/>
              <a:gd name="connsiteX38" fmla="*/ 2151143 w 5741575"/>
              <a:gd name="connsiteY38" fmla="*/ 478332 h 955271"/>
              <a:gd name="connsiteX39" fmla="*/ 2378710 w 5741575"/>
              <a:gd name="connsiteY39" fmla="*/ 477570 h 955271"/>
              <a:gd name="connsiteX40" fmla="*/ 2496256 w 5741575"/>
              <a:gd name="connsiteY40" fmla="*/ 452396 h 955271"/>
              <a:gd name="connsiteX41" fmla="*/ 2535387 w 5741575"/>
              <a:gd name="connsiteY41" fmla="*/ 436645 h 955271"/>
              <a:gd name="connsiteX42" fmla="*/ 2601109 w 5741575"/>
              <a:gd name="connsiteY42" fmla="*/ 410678 h 955271"/>
              <a:gd name="connsiteX43" fmla="*/ 2643855 w 5741575"/>
              <a:gd name="connsiteY43" fmla="*/ 374482 h 955271"/>
              <a:gd name="connsiteX44" fmla="*/ 2657726 w 5741575"/>
              <a:gd name="connsiteY44" fmla="*/ 365841 h 955271"/>
              <a:gd name="connsiteX45" fmla="*/ 2687125 w 5741575"/>
              <a:gd name="connsiteY45" fmla="*/ 366820 h 955271"/>
              <a:gd name="connsiteX46" fmla="*/ 2697479 w 5741575"/>
              <a:gd name="connsiteY46" fmla="*/ 361430 h 955271"/>
              <a:gd name="connsiteX47" fmla="*/ 2701547 w 5741575"/>
              <a:gd name="connsiteY47" fmla="*/ 361545 h 955271"/>
              <a:gd name="connsiteX48" fmla="*/ 2711054 w 5741575"/>
              <a:gd name="connsiteY48" fmla="*/ 360597 h 955271"/>
              <a:gd name="connsiteX49" fmla="*/ 2710438 w 5741575"/>
              <a:gd name="connsiteY49" fmla="*/ 366958 h 955271"/>
              <a:gd name="connsiteX50" fmla="*/ 2722936 w 5741575"/>
              <a:gd name="connsiteY50" fmla="*/ 377633 h 955271"/>
              <a:gd name="connsiteX51" fmla="*/ 2777227 w 5741575"/>
              <a:gd name="connsiteY51" fmla="*/ 368972 h 955271"/>
              <a:gd name="connsiteX52" fmla="*/ 2779510 w 5741575"/>
              <a:gd name="connsiteY52" fmla="*/ 361652 h 955271"/>
              <a:gd name="connsiteX53" fmla="*/ 2786278 w 5741575"/>
              <a:gd name="connsiteY53" fmla="*/ 359869 h 955271"/>
              <a:gd name="connsiteX54" fmla="*/ 2792101 w 5741575"/>
              <a:gd name="connsiteY54" fmla="*/ 365927 h 955271"/>
              <a:gd name="connsiteX55" fmla="*/ 2885545 w 5741575"/>
              <a:gd name="connsiteY55" fmla="*/ 372818 h 955271"/>
              <a:gd name="connsiteX56" fmla="*/ 3009558 w 5741575"/>
              <a:gd name="connsiteY56" fmla="*/ 370573 h 955271"/>
              <a:gd name="connsiteX57" fmla="*/ 3095010 w 5741575"/>
              <a:gd name="connsiteY57" fmla="*/ 332454 h 955271"/>
              <a:gd name="connsiteX58" fmla="*/ 3103742 w 5741575"/>
              <a:gd name="connsiteY58" fmla="*/ 337974 h 955271"/>
              <a:gd name="connsiteX59" fmla="*/ 3165093 w 5741575"/>
              <a:gd name="connsiteY59" fmla="*/ 329459 h 955271"/>
              <a:gd name="connsiteX60" fmla="*/ 3373785 w 5741575"/>
              <a:gd name="connsiteY60" fmla="*/ 255680 h 955271"/>
              <a:gd name="connsiteX61" fmla="*/ 3493851 w 5741575"/>
              <a:gd name="connsiteY61" fmla="*/ 240255 h 955271"/>
              <a:gd name="connsiteX62" fmla="*/ 3537470 w 5741575"/>
              <a:gd name="connsiteY62" fmla="*/ 241867 h 955271"/>
              <a:gd name="connsiteX63" fmla="*/ 3610489 w 5741575"/>
              <a:gd name="connsiteY63" fmla="*/ 244128 h 955271"/>
              <a:gd name="connsiteX64" fmla="*/ 3667539 w 5741575"/>
              <a:gd name="connsiteY64" fmla="*/ 263271 h 955271"/>
              <a:gd name="connsiteX65" fmla="*/ 3727614 w 5741575"/>
              <a:gd name="connsiteY65" fmla="*/ 258245 h 955271"/>
              <a:gd name="connsiteX66" fmla="*/ 3738369 w 5741575"/>
              <a:gd name="connsiteY66" fmla="*/ 234506 h 955271"/>
              <a:gd name="connsiteX67" fmla="*/ 3803670 w 5741575"/>
              <a:gd name="connsiteY67" fmla="*/ 236457 h 955271"/>
              <a:gd name="connsiteX68" fmla="*/ 3903080 w 5741575"/>
              <a:gd name="connsiteY68" fmla="*/ 241890 h 955271"/>
              <a:gd name="connsiteX69" fmla="*/ 4114838 w 5741575"/>
              <a:gd name="connsiteY69" fmla="*/ 238165 h 955271"/>
              <a:gd name="connsiteX70" fmla="*/ 4271023 w 5741575"/>
              <a:gd name="connsiteY70" fmla="*/ 241959 h 955271"/>
              <a:gd name="connsiteX71" fmla="*/ 4367397 w 5741575"/>
              <a:gd name="connsiteY71" fmla="*/ 271442 h 955271"/>
              <a:gd name="connsiteX72" fmla="*/ 4495366 w 5741575"/>
              <a:gd name="connsiteY72" fmla="*/ 271618 h 955271"/>
              <a:gd name="connsiteX73" fmla="*/ 4517347 w 5741575"/>
              <a:gd name="connsiteY73" fmla="*/ 275639 h 955271"/>
              <a:gd name="connsiteX74" fmla="*/ 4546116 w 5741575"/>
              <a:gd name="connsiteY74" fmla="*/ 268568 h 955271"/>
              <a:gd name="connsiteX75" fmla="*/ 4661259 w 5741575"/>
              <a:gd name="connsiteY75" fmla="*/ 238966 h 955271"/>
              <a:gd name="connsiteX76" fmla="*/ 4750403 w 5741575"/>
              <a:gd name="connsiteY76" fmla="*/ 204364 h 955271"/>
              <a:gd name="connsiteX77" fmla="*/ 4867614 w 5741575"/>
              <a:gd name="connsiteY77" fmla="*/ 208668 h 955271"/>
              <a:gd name="connsiteX78" fmla="*/ 4937036 w 5741575"/>
              <a:gd name="connsiteY78" fmla="*/ 195446 h 955271"/>
              <a:gd name="connsiteX79" fmla="*/ 5047626 w 5741575"/>
              <a:gd name="connsiteY79" fmla="*/ 149604 h 955271"/>
              <a:gd name="connsiteX80" fmla="*/ 5200247 w 5741575"/>
              <a:gd name="connsiteY80" fmla="*/ 142695 h 955271"/>
              <a:gd name="connsiteX81" fmla="*/ 5235691 w 5741575"/>
              <a:gd name="connsiteY81" fmla="*/ 173330 h 955271"/>
              <a:gd name="connsiteX82" fmla="*/ 5280133 w 5741575"/>
              <a:gd name="connsiteY82" fmla="*/ 189342 h 955271"/>
              <a:gd name="connsiteX83" fmla="*/ 5291963 w 5741575"/>
              <a:gd name="connsiteY83" fmla="*/ 139446 h 955271"/>
              <a:gd name="connsiteX84" fmla="*/ 5418472 w 5741575"/>
              <a:gd name="connsiteY84" fmla="*/ 89163 h 955271"/>
              <a:gd name="connsiteX85" fmla="*/ 5482354 w 5741575"/>
              <a:gd name="connsiteY85" fmla="*/ 69470 h 955271"/>
              <a:gd name="connsiteX86" fmla="*/ 5583280 w 5741575"/>
              <a:gd name="connsiteY86" fmla="*/ 49787 h 955271"/>
              <a:gd name="connsiteX87" fmla="*/ 5613766 w 5741575"/>
              <a:gd name="connsiteY87" fmla="*/ 41855 h 955271"/>
              <a:gd name="connsiteX88" fmla="*/ 5684952 w 5741575"/>
              <a:gd name="connsiteY88" fmla="*/ 26088 h 955271"/>
              <a:gd name="connsiteX89" fmla="*/ 5741575 w 5741575"/>
              <a:gd name="connsiteY89" fmla="*/ 0 h 955271"/>
              <a:gd name="connsiteX0" fmla="*/ 5741575 w 5741575"/>
              <a:gd name="connsiteY0" fmla="*/ 0 h 955271"/>
              <a:gd name="connsiteX1" fmla="*/ 5741575 w 5741575"/>
              <a:gd name="connsiteY1" fmla="*/ 955271 h 955271"/>
              <a:gd name="connsiteX2" fmla="*/ 0 w 5741575"/>
              <a:gd name="connsiteY2" fmla="*/ 955271 h 955271"/>
              <a:gd name="connsiteX3" fmla="*/ 8558 w 5741575"/>
              <a:gd name="connsiteY3" fmla="*/ 953971 h 955271"/>
              <a:gd name="connsiteX4" fmla="*/ 16894 w 5741575"/>
              <a:gd name="connsiteY4" fmla="*/ 953847 h 955271"/>
              <a:gd name="connsiteX5" fmla="*/ 28156 w 5741575"/>
              <a:gd name="connsiteY5" fmla="*/ 951374 h 955271"/>
              <a:gd name="connsiteX6" fmla="*/ 28293 w 5741575"/>
              <a:gd name="connsiteY6" fmla="*/ 950971 h 955271"/>
              <a:gd name="connsiteX7" fmla="*/ 39115 w 5741575"/>
              <a:gd name="connsiteY7" fmla="*/ 949326 h 955271"/>
              <a:gd name="connsiteX8" fmla="*/ 93851 w 5741575"/>
              <a:gd name="connsiteY8" fmla="*/ 922923 h 955271"/>
              <a:gd name="connsiteX9" fmla="*/ 148657 w 5741575"/>
              <a:gd name="connsiteY9" fmla="*/ 898134 h 955271"/>
              <a:gd name="connsiteX10" fmla="*/ 174554 w 5741575"/>
              <a:gd name="connsiteY10" fmla="*/ 886351 h 955271"/>
              <a:gd name="connsiteX11" fmla="*/ 187633 w 5741575"/>
              <a:gd name="connsiteY11" fmla="*/ 878226 h 955271"/>
              <a:gd name="connsiteX12" fmla="*/ 187961 w 5741575"/>
              <a:gd name="connsiteY12" fmla="*/ 876538 h 955271"/>
              <a:gd name="connsiteX13" fmla="*/ 240501 w 5741575"/>
              <a:gd name="connsiteY13" fmla="*/ 873150 h 955271"/>
              <a:gd name="connsiteX14" fmla="*/ 246345 w 5741575"/>
              <a:gd name="connsiteY14" fmla="*/ 869942 h 955271"/>
              <a:gd name="connsiteX15" fmla="*/ 306299 w 5741575"/>
              <a:gd name="connsiteY15" fmla="*/ 873609 h 955271"/>
              <a:gd name="connsiteX16" fmla="*/ 331571 w 5741575"/>
              <a:gd name="connsiteY16" fmla="*/ 869866 h 955271"/>
              <a:gd name="connsiteX17" fmla="*/ 384157 w 5741575"/>
              <a:gd name="connsiteY17" fmla="*/ 867971 h 955271"/>
              <a:gd name="connsiteX18" fmla="*/ 477637 w 5741575"/>
              <a:gd name="connsiteY18" fmla="*/ 870334 h 955271"/>
              <a:gd name="connsiteX19" fmla="*/ 570239 w 5741575"/>
              <a:gd name="connsiteY19" fmla="*/ 829596 h 955271"/>
              <a:gd name="connsiteX20" fmla="*/ 787156 w 5741575"/>
              <a:gd name="connsiteY20" fmla="*/ 838447 h 955271"/>
              <a:gd name="connsiteX21" fmla="*/ 948872 w 5741575"/>
              <a:gd name="connsiteY21" fmla="*/ 772201 h 955271"/>
              <a:gd name="connsiteX22" fmla="*/ 1127089 w 5741575"/>
              <a:gd name="connsiteY22" fmla="*/ 746926 h 955271"/>
              <a:gd name="connsiteX23" fmla="*/ 1220426 w 5741575"/>
              <a:gd name="connsiteY23" fmla="*/ 721810 h 955271"/>
              <a:gd name="connsiteX24" fmla="*/ 1306771 w 5741575"/>
              <a:gd name="connsiteY24" fmla="*/ 717936 h 955271"/>
              <a:gd name="connsiteX25" fmla="*/ 1374314 w 5741575"/>
              <a:gd name="connsiteY25" fmla="*/ 688815 h 955271"/>
              <a:gd name="connsiteX26" fmla="*/ 1378034 w 5741575"/>
              <a:gd name="connsiteY26" fmla="*/ 685842 h 955271"/>
              <a:gd name="connsiteX27" fmla="*/ 1395604 w 5741575"/>
              <a:gd name="connsiteY27" fmla="*/ 680460 h 955271"/>
              <a:gd name="connsiteX28" fmla="*/ 1397206 w 5741575"/>
              <a:gd name="connsiteY28" fmla="*/ 670793 h 955271"/>
              <a:gd name="connsiteX29" fmla="*/ 1421250 w 5741575"/>
              <a:gd name="connsiteY29" fmla="*/ 656855 h 955271"/>
              <a:gd name="connsiteX30" fmla="*/ 1454524 w 5741575"/>
              <a:gd name="connsiteY30" fmla="*/ 649224 h 955271"/>
              <a:gd name="connsiteX31" fmla="*/ 1616217 w 5741575"/>
              <a:gd name="connsiteY31" fmla="*/ 622107 h 955271"/>
              <a:gd name="connsiteX32" fmla="*/ 1710928 w 5741575"/>
              <a:gd name="connsiteY32" fmla="*/ 600666 h 955271"/>
              <a:gd name="connsiteX33" fmla="*/ 1743718 w 5741575"/>
              <a:gd name="connsiteY33" fmla="*/ 584327 h 955271"/>
              <a:gd name="connsiteX34" fmla="*/ 1873778 w 5741575"/>
              <a:gd name="connsiteY34" fmla="*/ 530130 h 955271"/>
              <a:gd name="connsiteX35" fmla="*/ 1988411 w 5741575"/>
              <a:gd name="connsiteY35" fmla="*/ 491599 h 955271"/>
              <a:gd name="connsiteX36" fmla="*/ 2085507 w 5741575"/>
              <a:gd name="connsiteY36" fmla="*/ 498527 h 955271"/>
              <a:gd name="connsiteX37" fmla="*/ 2090767 w 5741575"/>
              <a:gd name="connsiteY37" fmla="*/ 490616 h 955271"/>
              <a:gd name="connsiteX38" fmla="*/ 2151143 w 5741575"/>
              <a:gd name="connsiteY38" fmla="*/ 478332 h 955271"/>
              <a:gd name="connsiteX39" fmla="*/ 2378710 w 5741575"/>
              <a:gd name="connsiteY39" fmla="*/ 477570 h 955271"/>
              <a:gd name="connsiteX40" fmla="*/ 2496256 w 5741575"/>
              <a:gd name="connsiteY40" fmla="*/ 452396 h 955271"/>
              <a:gd name="connsiteX41" fmla="*/ 2535387 w 5741575"/>
              <a:gd name="connsiteY41" fmla="*/ 436645 h 955271"/>
              <a:gd name="connsiteX42" fmla="*/ 2601109 w 5741575"/>
              <a:gd name="connsiteY42" fmla="*/ 410678 h 955271"/>
              <a:gd name="connsiteX43" fmla="*/ 2643855 w 5741575"/>
              <a:gd name="connsiteY43" fmla="*/ 374482 h 955271"/>
              <a:gd name="connsiteX44" fmla="*/ 2657726 w 5741575"/>
              <a:gd name="connsiteY44" fmla="*/ 365841 h 955271"/>
              <a:gd name="connsiteX45" fmla="*/ 2687125 w 5741575"/>
              <a:gd name="connsiteY45" fmla="*/ 366820 h 955271"/>
              <a:gd name="connsiteX46" fmla="*/ 2697479 w 5741575"/>
              <a:gd name="connsiteY46" fmla="*/ 361430 h 955271"/>
              <a:gd name="connsiteX47" fmla="*/ 2701547 w 5741575"/>
              <a:gd name="connsiteY47" fmla="*/ 361545 h 955271"/>
              <a:gd name="connsiteX48" fmla="*/ 2711054 w 5741575"/>
              <a:gd name="connsiteY48" fmla="*/ 360597 h 955271"/>
              <a:gd name="connsiteX49" fmla="*/ 2710438 w 5741575"/>
              <a:gd name="connsiteY49" fmla="*/ 366958 h 955271"/>
              <a:gd name="connsiteX50" fmla="*/ 2722936 w 5741575"/>
              <a:gd name="connsiteY50" fmla="*/ 377633 h 955271"/>
              <a:gd name="connsiteX51" fmla="*/ 2777227 w 5741575"/>
              <a:gd name="connsiteY51" fmla="*/ 368972 h 955271"/>
              <a:gd name="connsiteX52" fmla="*/ 2779510 w 5741575"/>
              <a:gd name="connsiteY52" fmla="*/ 361652 h 955271"/>
              <a:gd name="connsiteX53" fmla="*/ 2786278 w 5741575"/>
              <a:gd name="connsiteY53" fmla="*/ 359869 h 955271"/>
              <a:gd name="connsiteX54" fmla="*/ 2792101 w 5741575"/>
              <a:gd name="connsiteY54" fmla="*/ 365927 h 955271"/>
              <a:gd name="connsiteX55" fmla="*/ 2885545 w 5741575"/>
              <a:gd name="connsiteY55" fmla="*/ 372818 h 955271"/>
              <a:gd name="connsiteX56" fmla="*/ 3009558 w 5741575"/>
              <a:gd name="connsiteY56" fmla="*/ 370573 h 955271"/>
              <a:gd name="connsiteX57" fmla="*/ 3095010 w 5741575"/>
              <a:gd name="connsiteY57" fmla="*/ 332454 h 955271"/>
              <a:gd name="connsiteX58" fmla="*/ 3103742 w 5741575"/>
              <a:gd name="connsiteY58" fmla="*/ 337974 h 955271"/>
              <a:gd name="connsiteX59" fmla="*/ 3165093 w 5741575"/>
              <a:gd name="connsiteY59" fmla="*/ 329459 h 955271"/>
              <a:gd name="connsiteX60" fmla="*/ 3373785 w 5741575"/>
              <a:gd name="connsiteY60" fmla="*/ 255680 h 955271"/>
              <a:gd name="connsiteX61" fmla="*/ 3493851 w 5741575"/>
              <a:gd name="connsiteY61" fmla="*/ 240255 h 955271"/>
              <a:gd name="connsiteX62" fmla="*/ 3537470 w 5741575"/>
              <a:gd name="connsiteY62" fmla="*/ 241867 h 955271"/>
              <a:gd name="connsiteX63" fmla="*/ 3610489 w 5741575"/>
              <a:gd name="connsiteY63" fmla="*/ 244128 h 955271"/>
              <a:gd name="connsiteX64" fmla="*/ 3667539 w 5741575"/>
              <a:gd name="connsiteY64" fmla="*/ 263271 h 955271"/>
              <a:gd name="connsiteX65" fmla="*/ 3727614 w 5741575"/>
              <a:gd name="connsiteY65" fmla="*/ 258245 h 955271"/>
              <a:gd name="connsiteX66" fmla="*/ 3738369 w 5741575"/>
              <a:gd name="connsiteY66" fmla="*/ 234506 h 955271"/>
              <a:gd name="connsiteX67" fmla="*/ 3803670 w 5741575"/>
              <a:gd name="connsiteY67" fmla="*/ 236457 h 955271"/>
              <a:gd name="connsiteX68" fmla="*/ 3903080 w 5741575"/>
              <a:gd name="connsiteY68" fmla="*/ 241890 h 955271"/>
              <a:gd name="connsiteX69" fmla="*/ 4114838 w 5741575"/>
              <a:gd name="connsiteY69" fmla="*/ 238165 h 955271"/>
              <a:gd name="connsiteX70" fmla="*/ 4271023 w 5741575"/>
              <a:gd name="connsiteY70" fmla="*/ 241959 h 955271"/>
              <a:gd name="connsiteX71" fmla="*/ 4367397 w 5741575"/>
              <a:gd name="connsiteY71" fmla="*/ 271442 h 955271"/>
              <a:gd name="connsiteX72" fmla="*/ 4495366 w 5741575"/>
              <a:gd name="connsiteY72" fmla="*/ 271618 h 955271"/>
              <a:gd name="connsiteX73" fmla="*/ 4517347 w 5741575"/>
              <a:gd name="connsiteY73" fmla="*/ 275639 h 955271"/>
              <a:gd name="connsiteX74" fmla="*/ 4546116 w 5741575"/>
              <a:gd name="connsiteY74" fmla="*/ 268568 h 955271"/>
              <a:gd name="connsiteX75" fmla="*/ 4661259 w 5741575"/>
              <a:gd name="connsiteY75" fmla="*/ 238966 h 955271"/>
              <a:gd name="connsiteX76" fmla="*/ 4750403 w 5741575"/>
              <a:gd name="connsiteY76" fmla="*/ 204364 h 955271"/>
              <a:gd name="connsiteX77" fmla="*/ 4867614 w 5741575"/>
              <a:gd name="connsiteY77" fmla="*/ 208668 h 955271"/>
              <a:gd name="connsiteX78" fmla="*/ 4937036 w 5741575"/>
              <a:gd name="connsiteY78" fmla="*/ 195446 h 955271"/>
              <a:gd name="connsiteX79" fmla="*/ 5047626 w 5741575"/>
              <a:gd name="connsiteY79" fmla="*/ 149604 h 955271"/>
              <a:gd name="connsiteX80" fmla="*/ 5200247 w 5741575"/>
              <a:gd name="connsiteY80" fmla="*/ 142695 h 955271"/>
              <a:gd name="connsiteX81" fmla="*/ 5235691 w 5741575"/>
              <a:gd name="connsiteY81" fmla="*/ 173330 h 955271"/>
              <a:gd name="connsiteX82" fmla="*/ 5280133 w 5741575"/>
              <a:gd name="connsiteY82" fmla="*/ 189342 h 955271"/>
              <a:gd name="connsiteX83" fmla="*/ 5291963 w 5741575"/>
              <a:gd name="connsiteY83" fmla="*/ 139446 h 955271"/>
              <a:gd name="connsiteX84" fmla="*/ 5418472 w 5741575"/>
              <a:gd name="connsiteY84" fmla="*/ 89163 h 955271"/>
              <a:gd name="connsiteX85" fmla="*/ 5482354 w 5741575"/>
              <a:gd name="connsiteY85" fmla="*/ 69470 h 955271"/>
              <a:gd name="connsiteX86" fmla="*/ 5583280 w 5741575"/>
              <a:gd name="connsiteY86" fmla="*/ 49787 h 955271"/>
              <a:gd name="connsiteX87" fmla="*/ 5613766 w 5741575"/>
              <a:gd name="connsiteY87" fmla="*/ 41855 h 955271"/>
              <a:gd name="connsiteX88" fmla="*/ 5684952 w 5741575"/>
              <a:gd name="connsiteY88" fmla="*/ 26088 h 955271"/>
              <a:gd name="connsiteX89" fmla="*/ 5741575 w 5741575"/>
              <a:gd name="connsiteY89" fmla="*/ 0 h 955271"/>
              <a:gd name="connsiteX0" fmla="*/ 5741575 w 5741575"/>
              <a:gd name="connsiteY0" fmla="*/ 0 h 955271"/>
              <a:gd name="connsiteX1" fmla="*/ 5741575 w 5741575"/>
              <a:gd name="connsiteY1" fmla="*/ 955271 h 955271"/>
              <a:gd name="connsiteX2" fmla="*/ 0 w 5741575"/>
              <a:gd name="connsiteY2" fmla="*/ 955271 h 955271"/>
              <a:gd name="connsiteX3" fmla="*/ 8558 w 5741575"/>
              <a:gd name="connsiteY3" fmla="*/ 953971 h 955271"/>
              <a:gd name="connsiteX4" fmla="*/ 16894 w 5741575"/>
              <a:gd name="connsiteY4" fmla="*/ 953847 h 955271"/>
              <a:gd name="connsiteX5" fmla="*/ 28156 w 5741575"/>
              <a:gd name="connsiteY5" fmla="*/ 951374 h 955271"/>
              <a:gd name="connsiteX6" fmla="*/ 28293 w 5741575"/>
              <a:gd name="connsiteY6" fmla="*/ 950971 h 955271"/>
              <a:gd name="connsiteX7" fmla="*/ 39115 w 5741575"/>
              <a:gd name="connsiteY7" fmla="*/ 949326 h 955271"/>
              <a:gd name="connsiteX8" fmla="*/ 148657 w 5741575"/>
              <a:gd name="connsiteY8" fmla="*/ 898134 h 955271"/>
              <a:gd name="connsiteX9" fmla="*/ 174554 w 5741575"/>
              <a:gd name="connsiteY9" fmla="*/ 886351 h 955271"/>
              <a:gd name="connsiteX10" fmla="*/ 187633 w 5741575"/>
              <a:gd name="connsiteY10" fmla="*/ 878226 h 955271"/>
              <a:gd name="connsiteX11" fmla="*/ 187961 w 5741575"/>
              <a:gd name="connsiteY11" fmla="*/ 876538 h 955271"/>
              <a:gd name="connsiteX12" fmla="*/ 240501 w 5741575"/>
              <a:gd name="connsiteY12" fmla="*/ 873150 h 955271"/>
              <a:gd name="connsiteX13" fmla="*/ 246345 w 5741575"/>
              <a:gd name="connsiteY13" fmla="*/ 869942 h 955271"/>
              <a:gd name="connsiteX14" fmla="*/ 306299 w 5741575"/>
              <a:gd name="connsiteY14" fmla="*/ 873609 h 955271"/>
              <a:gd name="connsiteX15" fmla="*/ 331571 w 5741575"/>
              <a:gd name="connsiteY15" fmla="*/ 869866 h 955271"/>
              <a:gd name="connsiteX16" fmla="*/ 384157 w 5741575"/>
              <a:gd name="connsiteY16" fmla="*/ 867971 h 955271"/>
              <a:gd name="connsiteX17" fmla="*/ 477637 w 5741575"/>
              <a:gd name="connsiteY17" fmla="*/ 870334 h 955271"/>
              <a:gd name="connsiteX18" fmla="*/ 570239 w 5741575"/>
              <a:gd name="connsiteY18" fmla="*/ 829596 h 955271"/>
              <a:gd name="connsiteX19" fmla="*/ 787156 w 5741575"/>
              <a:gd name="connsiteY19" fmla="*/ 838447 h 955271"/>
              <a:gd name="connsiteX20" fmla="*/ 948872 w 5741575"/>
              <a:gd name="connsiteY20" fmla="*/ 772201 h 955271"/>
              <a:gd name="connsiteX21" fmla="*/ 1127089 w 5741575"/>
              <a:gd name="connsiteY21" fmla="*/ 746926 h 955271"/>
              <a:gd name="connsiteX22" fmla="*/ 1220426 w 5741575"/>
              <a:gd name="connsiteY22" fmla="*/ 721810 h 955271"/>
              <a:gd name="connsiteX23" fmla="*/ 1306771 w 5741575"/>
              <a:gd name="connsiteY23" fmla="*/ 717936 h 955271"/>
              <a:gd name="connsiteX24" fmla="*/ 1374314 w 5741575"/>
              <a:gd name="connsiteY24" fmla="*/ 688815 h 955271"/>
              <a:gd name="connsiteX25" fmla="*/ 1378034 w 5741575"/>
              <a:gd name="connsiteY25" fmla="*/ 685842 h 955271"/>
              <a:gd name="connsiteX26" fmla="*/ 1395604 w 5741575"/>
              <a:gd name="connsiteY26" fmla="*/ 680460 h 955271"/>
              <a:gd name="connsiteX27" fmla="*/ 1397206 w 5741575"/>
              <a:gd name="connsiteY27" fmla="*/ 670793 h 955271"/>
              <a:gd name="connsiteX28" fmla="*/ 1421250 w 5741575"/>
              <a:gd name="connsiteY28" fmla="*/ 656855 h 955271"/>
              <a:gd name="connsiteX29" fmla="*/ 1454524 w 5741575"/>
              <a:gd name="connsiteY29" fmla="*/ 649224 h 955271"/>
              <a:gd name="connsiteX30" fmla="*/ 1616217 w 5741575"/>
              <a:gd name="connsiteY30" fmla="*/ 622107 h 955271"/>
              <a:gd name="connsiteX31" fmla="*/ 1710928 w 5741575"/>
              <a:gd name="connsiteY31" fmla="*/ 600666 h 955271"/>
              <a:gd name="connsiteX32" fmla="*/ 1743718 w 5741575"/>
              <a:gd name="connsiteY32" fmla="*/ 584327 h 955271"/>
              <a:gd name="connsiteX33" fmla="*/ 1873778 w 5741575"/>
              <a:gd name="connsiteY33" fmla="*/ 530130 h 955271"/>
              <a:gd name="connsiteX34" fmla="*/ 1988411 w 5741575"/>
              <a:gd name="connsiteY34" fmla="*/ 491599 h 955271"/>
              <a:gd name="connsiteX35" fmla="*/ 2085507 w 5741575"/>
              <a:gd name="connsiteY35" fmla="*/ 498527 h 955271"/>
              <a:gd name="connsiteX36" fmla="*/ 2090767 w 5741575"/>
              <a:gd name="connsiteY36" fmla="*/ 490616 h 955271"/>
              <a:gd name="connsiteX37" fmla="*/ 2151143 w 5741575"/>
              <a:gd name="connsiteY37" fmla="*/ 478332 h 955271"/>
              <a:gd name="connsiteX38" fmla="*/ 2378710 w 5741575"/>
              <a:gd name="connsiteY38" fmla="*/ 477570 h 955271"/>
              <a:gd name="connsiteX39" fmla="*/ 2496256 w 5741575"/>
              <a:gd name="connsiteY39" fmla="*/ 452396 h 955271"/>
              <a:gd name="connsiteX40" fmla="*/ 2535387 w 5741575"/>
              <a:gd name="connsiteY40" fmla="*/ 436645 h 955271"/>
              <a:gd name="connsiteX41" fmla="*/ 2601109 w 5741575"/>
              <a:gd name="connsiteY41" fmla="*/ 410678 h 955271"/>
              <a:gd name="connsiteX42" fmla="*/ 2643855 w 5741575"/>
              <a:gd name="connsiteY42" fmla="*/ 374482 h 955271"/>
              <a:gd name="connsiteX43" fmla="*/ 2657726 w 5741575"/>
              <a:gd name="connsiteY43" fmla="*/ 365841 h 955271"/>
              <a:gd name="connsiteX44" fmla="*/ 2687125 w 5741575"/>
              <a:gd name="connsiteY44" fmla="*/ 366820 h 955271"/>
              <a:gd name="connsiteX45" fmla="*/ 2697479 w 5741575"/>
              <a:gd name="connsiteY45" fmla="*/ 361430 h 955271"/>
              <a:gd name="connsiteX46" fmla="*/ 2701547 w 5741575"/>
              <a:gd name="connsiteY46" fmla="*/ 361545 h 955271"/>
              <a:gd name="connsiteX47" fmla="*/ 2711054 w 5741575"/>
              <a:gd name="connsiteY47" fmla="*/ 360597 h 955271"/>
              <a:gd name="connsiteX48" fmla="*/ 2710438 w 5741575"/>
              <a:gd name="connsiteY48" fmla="*/ 366958 h 955271"/>
              <a:gd name="connsiteX49" fmla="*/ 2722936 w 5741575"/>
              <a:gd name="connsiteY49" fmla="*/ 377633 h 955271"/>
              <a:gd name="connsiteX50" fmla="*/ 2777227 w 5741575"/>
              <a:gd name="connsiteY50" fmla="*/ 368972 h 955271"/>
              <a:gd name="connsiteX51" fmla="*/ 2779510 w 5741575"/>
              <a:gd name="connsiteY51" fmla="*/ 361652 h 955271"/>
              <a:gd name="connsiteX52" fmla="*/ 2786278 w 5741575"/>
              <a:gd name="connsiteY52" fmla="*/ 359869 h 955271"/>
              <a:gd name="connsiteX53" fmla="*/ 2792101 w 5741575"/>
              <a:gd name="connsiteY53" fmla="*/ 365927 h 955271"/>
              <a:gd name="connsiteX54" fmla="*/ 2885545 w 5741575"/>
              <a:gd name="connsiteY54" fmla="*/ 372818 h 955271"/>
              <a:gd name="connsiteX55" fmla="*/ 3009558 w 5741575"/>
              <a:gd name="connsiteY55" fmla="*/ 370573 h 955271"/>
              <a:gd name="connsiteX56" fmla="*/ 3095010 w 5741575"/>
              <a:gd name="connsiteY56" fmla="*/ 332454 h 955271"/>
              <a:gd name="connsiteX57" fmla="*/ 3103742 w 5741575"/>
              <a:gd name="connsiteY57" fmla="*/ 337974 h 955271"/>
              <a:gd name="connsiteX58" fmla="*/ 3165093 w 5741575"/>
              <a:gd name="connsiteY58" fmla="*/ 329459 h 955271"/>
              <a:gd name="connsiteX59" fmla="*/ 3373785 w 5741575"/>
              <a:gd name="connsiteY59" fmla="*/ 255680 h 955271"/>
              <a:gd name="connsiteX60" fmla="*/ 3493851 w 5741575"/>
              <a:gd name="connsiteY60" fmla="*/ 240255 h 955271"/>
              <a:gd name="connsiteX61" fmla="*/ 3537470 w 5741575"/>
              <a:gd name="connsiteY61" fmla="*/ 241867 h 955271"/>
              <a:gd name="connsiteX62" fmla="*/ 3610489 w 5741575"/>
              <a:gd name="connsiteY62" fmla="*/ 244128 h 955271"/>
              <a:gd name="connsiteX63" fmla="*/ 3667539 w 5741575"/>
              <a:gd name="connsiteY63" fmla="*/ 263271 h 955271"/>
              <a:gd name="connsiteX64" fmla="*/ 3727614 w 5741575"/>
              <a:gd name="connsiteY64" fmla="*/ 258245 h 955271"/>
              <a:gd name="connsiteX65" fmla="*/ 3738369 w 5741575"/>
              <a:gd name="connsiteY65" fmla="*/ 234506 h 955271"/>
              <a:gd name="connsiteX66" fmla="*/ 3803670 w 5741575"/>
              <a:gd name="connsiteY66" fmla="*/ 236457 h 955271"/>
              <a:gd name="connsiteX67" fmla="*/ 3903080 w 5741575"/>
              <a:gd name="connsiteY67" fmla="*/ 241890 h 955271"/>
              <a:gd name="connsiteX68" fmla="*/ 4114838 w 5741575"/>
              <a:gd name="connsiteY68" fmla="*/ 238165 h 955271"/>
              <a:gd name="connsiteX69" fmla="*/ 4271023 w 5741575"/>
              <a:gd name="connsiteY69" fmla="*/ 241959 h 955271"/>
              <a:gd name="connsiteX70" fmla="*/ 4367397 w 5741575"/>
              <a:gd name="connsiteY70" fmla="*/ 271442 h 955271"/>
              <a:gd name="connsiteX71" fmla="*/ 4495366 w 5741575"/>
              <a:gd name="connsiteY71" fmla="*/ 271618 h 955271"/>
              <a:gd name="connsiteX72" fmla="*/ 4517347 w 5741575"/>
              <a:gd name="connsiteY72" fmla="*/ 275639 h 955271"/>
              <a:gd name="connsiteX73" fmla="*/ 4546116 w 5741575"/>
              <a:gd name="connsiteY73" fmla="*/ 268568 h 955271"/>
              <a:gd name="connsiteX74" fmla="*/ 4661259 w 5741575"/>
              <a:gd name="connsiteY74" fmla="*/ 238966 h 955271"/>
              <a:gd name="connsiteX75" fmla="*/ 4750403 w 5741575"/>
              <a:gd name="connsiteY75" fmla="*/ 204364 h 955271"/>
              <a:gd name="connsiteX76" fmla="*/ 4867614 w 5741575"/>
              <a:gd name="connsiteY76" fmla="*/ 208668 h 955271"/>
              <a:gd name="connsiteX77" fmla="*/ 4937036 w 5741575"/>
              <a:gd name="connsiteY77" fmla="*/ 195446 h 955271"/>
              <a:gd name="connsiteX78" fmla="*/ 5047626 w 5741575"/>
              <a:gd name="connsiteY78" fmla="*/ 149604 h 955271"/>
              <a:gd name="connsiteX79" fmla="*/ 5200247 w 5741575"/>
              <a:gd name="connsiteY79" fmla="*/ 142695 h 955271"/>
              <a:gd name="connsiteX80" fmla="*/ 5235691 w 5741575"/>
              <a:gd name="connsiteY80" fmla="*/ 173330 h 955271"/>
              <a:gd name="connsiteX81" fmla="*/ 5280133 w 5741575"/>
              <a:gd name="connsiteY81" fmla="*/ 189342 h 955271"/>
              <a:gd name="connsiteX82" fmla="*/ 5291963 w 5741575"/>
              <a:gd name="connsiteY82" fmla="*/ 139446 h 955271"/>
              <a:gd name="connsiteX83" fmla="*/ 5418472 w 5741575"/>
              <a:gd name="connsiteY83" fmla="*/ 89163 h 955271"/>
              <a:gd name="connsiteX84" fmla="*/ 5482354 w 5741575"/>
              <a:gd name="connsiteY84" fmla="*/ 69470 h 955271"/>
              <a:gd name="connsiteX85" fmla="*/ 5583280 w 5741575"/>
              <a:gd name="connsiteY85" fmla="*/ 49787 h 955271"/>
              <a:gd name="connsiteX86" fmla="*/ 5613766 w 5741575"/>
              <a:gd name="connsiteY86" fmla="*/ 41855 h 955271"/>
              <a:gd name="connsiteX87" fmla="*/ 5684952 w 5741575"/>
              <a:gd name="connsiteY87" fmla="*/ 26088 h 955271"/>
              <a:gd name="connsiteX88" fmla="*/ 5741575 w 5741575"/>
              <a:gd name="connsiteY88" fmla="*/ 0 h 955271"/>
              <a:gd name="connsiteX0" fmla="*/ 5741575 w 5741575"/>
              <a:gd name="connsiteY0" fmla="*/ 0 h 955271"/>
              <a:gd name="connsiteX1" fmla="*/ 5741575 w 5741575"/>
              <a:gd name="connsiteY1" fmla="*/ 955271 h 955271"/>
              <a:gd name="connsiteX2" fmla="*/ 0 w 5741575"/>
              <a:gd name="connsiteY2" fmla="*/ 955271 h 955271"/>
              <a:gd name="connsiteX3" fmla="*/ 8558 w 5741575"/>
              <a:gd name="connsiteY3" fmla="*/ 953971 h 955271"/>
              <a:gd name="connsiteX4" fmla="*/ 16894 w 5741575"/>
              <a:gd name="connsiteY4" fmla="*/ 953847 h 955271"/>
              <a:gd name="connsiteX5" fmla="*/ 28156 w 5741575"/>
              <a:gd name="connsiteY5" fmla="*/ 951374 h 955271"/>
              <a:gd name="connsiteX6" fmla="*/ 28293 w 5741575"/>
              <a:gd name="connsiteY6" fmla="*/ 950971 h 955271"/>
              <a:gd name="connsiteX7" fmla="*/ 59229 w 5741575"/>
              <a:gd name="connsiteY7" fmla="*/ 903950 h 955271"/>
              <a:gd name="connsiteX8" fmla="*/ 148657 w 5741575"/>
              <a:gd name="connsiteY8" fmla="*/ 898134 h 955271"/>
              <a:gd name="connsiteX9" fmla="*/ 174554 w 5741575"/>
              <a:gd name="connsiteY9" fmla="*/ 886351 h 955271"/>
              <a:gd name="connsiteX10" fmla="*/ 187633 w 5741575"/>
              <a:gd name="connsiteY10" fmla="*/ 878226 h 955271"/>
              <a:gd name="connsiteX11" fmla="*/ 187961 w 5741575"/>
              <a:gd name="connsiteY11" fmla="*/ 876538 h 955271"/>
              <a:gd name="connsiteX12" fmla="*/ 240501 w 5741575"/>
              <a:gd name="connsiteY12" fmla="*/ 873150 h 955271"/>
              <a:gd name="connsiteX13" fmla="*/ 246345 w 5741575"/>
              <a:gd name="connsiteY13" fmla="*/ 869942 h 955271"/>
              <a:gd name="connsiteX14" fmla="*/ 306299 w 5741575"/>
              <a:gd name="connsiteY14" fmla="*/ 873609 h 955271"/>
              <a:gd name="connsiteX15" fmla="*/ 331571 w 5741575"/>
              <a:gd name="connsiteY15" fmla="*/ 869866 h 955271"/>
              <a:gd name="connsiteX16" fmla="*/ 384157 w 5741575"/>
              <a:gd name="connsiteY16" fmla="*/ 867971 h 955271"/>
              <a:gd name="connsiteX17" fmla="*/ 477637 w 5741575"/>
              <a:gd name="connsiteY17" fmla="*/ 870334 h 955271"/>
              <a:gd name="connsiteX18" fmla="*/ 570239 w 5741575"/>
              <a:gd name="connsiteY18" fmla="*/ 829596 h 955271"/>
              <a:gd name="connsiteX19" fmla="*/ 787156 w 5741575"/>
              <a:gd name="connsiteY19" fmla="*/ 838447 h 955271"/>
              <a:gd name="connsiteX20" fmla="*/ 948872 w 5741575"/>
              <a:gd name="connsiteY20" fmla="*/ 772201 h 955271"/>
              <a:gd name="connsiteX21" fmla="*/ 1127089 w 5741575"/>
              <a:gd name="connsiteY21" fmla="*/ 746926 h 955271"/>
              <a:gd name="connsiteX22" fmla="*/ 1220426 w 5741575"/>
              <a:gd name="connsiteY22" fmla="*/ 721810 h 955271"/>
              <a:gd name="connsiteX23" fmla="*/ 1306771 w 5741575"/>
              <a:gd name="connsiteY23" fmla="*/ 717936 h 955271"/>
              <a:gd name="connsiteX24" fmla="*/ 1374314 w 5741575"/>
              <a:gd name="connsiteY24" fmla="*/ 688815 h 955271"/>
              <a:gd name="connsiteX25" fmla="*/ 1378034 w 5741575"/>
              <a:gd name="connsiteY25" fmla="*/ 685842 h 955271"/>
              <a:gd name="connsiteX26" fmla="*/ 1395604 w 5741575"/>
              <a:gd name="connsiteY26" fmla="*/ 680460 h 955271"/>
              <a:gd name="connsiteX27" fmla="*/ 1397206 w 5741575"/>
              <a:gd name="connsiteY27" fmla="*/ 670793 h 955271"/>
              <a:gd name="connsiteX28" fmla="*/ 1421250 w 5741575"/>
              <a:gd name="connsiteY28" fmla="*/ 656855 h 955271"/>
              <a:gd name="connsiteX29" fmla="*/ 1454524 w 5741575"/>
              <a:gd name="connsiteY29" fmla="*/ 649224 h 955271"/>
              <a:gd name="connsiteX30" fmla="*/ 1616217 w 5741575"/>
              <a:gd name="connsiteY30" fmla="*/ 622107 h 955271"/>
              <a:gd name="connsiteX31" fmla="*/ 1710928 w 5741575"/>
              <a:gd name="connsiteY31" fmla="*/ 600666 h 955271"/>
              <a:gd name="connsiteX32" fmla="*/ 1743718 w 5741575"/>
              <a:gd name="connsiteY32" fmla="*/ 584327 h 955271"/>
              <a:gd name="connsiteX33" fmla="*/ 1873778 w 5741575"/>
              <a:gd name="connsiteY33" fmla="*/ 530130 h 955271"/>
              <a:gd name="connsiteX34" fmla="*/ 1988411 w 5741575"/>
              <a:gd name="connsiteY34" fmla="*/ 491599 h 955271"/>
              <a:gd name="connsiteX35" fmla="*/ 2085507 w 5741575"/>
              <a:gd name="connsiteY35" fmla="*/ 498527 h 955271"/>
              <a:gd name="connsiteX36" fmla="*/ 2090767 w 5741575"/>
              <a:gd name="connsiteY36" fmla="*/ 490616 h 955271"/>
              <a:gd name="connsiteX37" fmla="*/ 2151143 w 5741575"/>
              <a:gd name="connsiteY37" fmla="*/ 478332 h 955271"/>
              <a:gd name="connsiteX38" fmla="*/ 2378710 w 5741575"/>
              <a:gd name="connsiteY38" fmla="*/ 477570 h 955271"/>
              <a:gd name="connsiteX39" fmla="*/ 2496256 w 5741575"/>
              <a:gd name="connsiteY39" fmla="*/ 452396 h 955271"/>
              <a:gd name="connsiteX40" fmla="*/ 2535387 w 5741575"/>
              <a:gd name="connsiteY40" fmla="*/ 436645 h 955271"/>
              <a:gd name="connsiteX41" fmla="*/ 2601109 w 5741575"/>
              <a:gd name="connsiteY41" fmla="*/ 410678 h 955271"/>
              <a:gd name="connsiteX42" fmla="*/ 2643855 w 5741575"/>
              <a:gd name="connsiteY42" fmla="*/ 374482 h 955271"/>
              <a:gd name="connsiteX43" fmla="*/ 2657726 w 5741575"/>
              <a:gd name="connsiteY43" fmla="*/ 365841 h 955271"/>
              <a:gd name="connsiteX44" fmla="*/ 2687125 w 5741575"/>
              <a:gd name="connsiteY44" fmla="*/ 366820 h 955271"/>
              <a:gd name="connsiteX45" fmla="*/ 2697479 w 5741575"/>
              <a:gd name="connsiteY45" fmla="*/ 361430 h 955271"/>
              <a:gd name="connsiteX46" fmla="*/ 2701547 w 5741575"/>
              <a:gd name="connsiteY46" fmla="*/ 361545 h 955271"/>
              <a:gd name="connsiteX47" fmla="*/ 2711054 w 5741575"/>
              <a:gd name="connsiteY47" fmla="*/ 360597 h 955271"/>
              <a:gd name="connsiteX48" fmla="*/ 2710438 w 5741575"/>
              <a:gd name="connsiteY48" fmla="*/ 366958 h 955271"/>
              <a:gd name="connsiteX49" fmla="*/ 2722936 w 5741575"/>
              <a:gd name="connsiteY49" fmla="*/ 377633 h 955271"/>
              <a:gd name="connsiteX50" fmla="*/ 2777227 w 5741575"/>
              <a:gd name="connsiteY50" fmla="*/ 368972 h 955271"/>
              <a:gd name="connsiteX51" fmla="*/ 2779510 w 5741575"/>
              <a:gd name="connsiteY51" fmla="*/ 361652 h 955271"/>
              <a:gd name="connsiteX52" fmla="*/ 2786278 w 5741575"/>
              <a:gd name="connsiteY52" fmla="*/ 359869 h 955271"/>
              <a:gd name="connsiteX53" fmla="*/ 2792101 w 5741575"/>
              <a:gd name="connsiteY53" fmla="*/ 365927 h 955271"/>
              <a:gd name="connsiteX54" fmla="*/ 2885545 w 5741575"/>
              <a:gd name="connsiteY54" fmla="*/ 372818 h 955271"/>
              <a:gd name="connsiteX55" fmla="*/ 3009558 w 5741575"/>
              <a:gd name="connsiteY55" fmla="*/ 370573 h 955271"/>
              <a:gd name="connsiteX56" fmla="*/ 3095010 w 5741575"/>
              <a:gd name="connsiteY56" fmla="*/ 332454 h 955271"/>
              <a:gd name="connsiteX57" fmla="*/ 3103742 w 5741575"/>
              <a:gd name="connsiteY57" fmla="*/ 337974 h 955271"/>
              <a:gd name="connsiteX58" fmla="*/ 3165093 w 5741575"/>
              <a:gd name="connsiteY58" fmla="*/ 329459 h 955271"/>
              <a:gd name="connsiteX59" fmla="*/ 3373785 w 5741575"/>
              <a:gd name="connsiteY59" fmla="*/ 255680 h 955271"/>
              <a:gd name="connsiteX60" fmla="*/ 3493851 w 5741575"/>
              <a:gd name="connsiteY60" fmla="*/ 240255 h 955271"/>
              <a:gd name="connsiteX61" fmla="*/ 3537470 w 5741575"/>
              <a:gd name="connsiteY61" fmla="*/ 241867 h 955271"/>
              <a:gd name="connsiteX62" fmla="*/ 3610489 w 5741575"/>
              <a:gd name="connsiteY62" fmla="*/ 244128 h 955271"/>
              <a:gd name="connsiteX63" fmla="*/ 3667539 w 5741575"/>
              <a:gd name="connsiteY63" fmla="*/ 263271 h 955271"/>
              <a:gd name="connsiteX64" fmla="*/ 3727614 w 5741575"/>
              <a:gd name="connsiteY64" fmla="*/ 258245 h 955271"/>
              <a:gd name="connsiteX65" fmla="*/ 3738369 w 5741575"/>
              <a:gd name="connsiteY65" fmla="*/ 234506 h 955271"/>
              <a:gd name="connsiteX66" fmla="*/ 3803670 w 5741575"/>
              <a:gd name="connsiteY66" fmla="*/ 236457 h 955271"/>
              <a:gd name="connsiteX67" fmla="*/ 3903080 w 5741575"/>
              <a:gd name="connsiteY67" fmla="*/ 241890 h 955271"/>
              <a:gd name="connsiteX68" fmla="*/ 4114838 w 5741575"/>
              <a:gd name="connsiteY68" fmla="*/ 238165 h 955271"/>
              <a:gd name="connsiteX69" fmla="*/ 4271023 w 5741575"/>
              <a:gd name="connsiteY69" fmla="*/ 241959 h 955271"/>
              <a:gd name="connsiteX70" fmla="*/ 4367397 w 5741575"/>
              <a:gd name="connsiteY70" fmla="*/ 271442 h 955271"/>
              <a:gd name="connsiteX71" fmla="*/ 4495366 w 5741575"/>
              <a:gd name="connsiteY71" fmla="*/ 271618 h 955271"/>
              <a:gd name="connsiteX72" fmla="*/ 4517347 w 5741575"/>
              <a:gd name="connsiteY72" fmla="*/ 275639 h 955271"/>
              <a:gd name="connsiteX73" fmla="*/ 4546116 w 5741575"/>
              <a:gd name="connsiteY73" fmla="*/ 268568 h 955271"/>
              <a:gd name="connsiteX74" fmla="*/ 4661259 w 5741575"/>
              <a:gd name="connsiteY74" fmla="*/ 238966 h 955271"/>
              <a:gd name="connsiteX75" fmla="*/ 4750403 w 5741575"/>
              <a:gd name="connsiteY75" fmla="*/ 204364 h 955271"/>
              <a:gd name="connsiteX76" fmla="*/ 4867614 w 5741575"/>
              <a:gd name="connsiteY76" fmla="*/ 208668 h 955271"/>
              <a:gd name="connsiteX77" fmla="*/ 4937036 w 5741575"/>
              <a:gd name="connsiteY77" fmla="*/ 195446 h 955271"/>
              <a:gd name="connsiteX78" fmla="*/ 5047626 w 5741575"/>
              <a:gd name="connsiteY78" fmla="*/ 149604 h 955271"/>
              <a:gd name="connsiteX79" fmla="*/ 5200247 w 5741575"/>
              <a:gd name="connsiteY79" fmla="*/ 142695 h 955271"/>
              <a:gd name="connsiteX80" fmla="*/ 5235691 w 5741575"/>
              <a:gd name="connsiteY80" fmla="*/ 173330 h 955271"/>
              <a:gd name="connsiteX81" fmla="*/ 5280133 w 5741575"/>
              <a:gd name="connsiteY81" fmla="*/ 189342 h 955271"/>
              <a:gd name="connsiteX82" fmla="*/ 5291963 w 5741575"/>
              <a:gd name="connsiteY82" fmla="*/ 139446 h 955271"/>
              <a:gd name="connsiteX83" fmla="*/ 5418472 w 5741575"/>
              <a:gd name="connsiteY83" fmla="*/ 89163 h 955271"/>
              <a:gd name="connsiteX84" fmla="*/ 5482354 w 5741575"/>
              <a:gd name="connsiteY84" fmla="*/ 69470 h 955271"/>
              <a:gd name="connsiteX85" fmla="*/ 5583280 w 5741575"/>
              <a:gd name="connsiteY85" fmla="*/ 49787 h 955271"/>
              <a:gd name="connsiteX86" fmla="*/ 5613766 w 5741575"/>
              <a:gd name="connsiteY86" fmla="*/ 41855 h 955271"/>
              <a:gd name="connsiteX87" fmla="*/ 5684952 w 5741575"/>
              <a:gd name="connsiteY87" fmla="*/ 26088 h 955271"/>
              <a:gd name="connsiteX88" fmla="*/ 5741575 w 5741575"/>
              <a:gd name="connsiteY88" fmla="*/ 0 h 955271"/>
              <a:gd name="connsiteX0" fmla="*/ 5741575 w 5741575"/>
              <a:gd name="connsiteY0" fmla="*/ 0 h 955271"/>
              <a:gd name="connsiteX1" fmla="*/ 5741575 w 5741575"/>
              <a:gd name="connsiteY1" fmla="*/ 955271 h 955271"/>
              <a:gd name="connsiteX2" fmla="*/ 0 w 5741575"/>
              <a:gd name="connsiteY2" fmla="*/ 955271 h 955271"/>
              <a:gd name="connsiteX3" fmla="*/ 8558 w 5741575"/>
              <a:gd name="connsiteY3" fmla="*/ 953971 h 955271"/>
              <a:gd name="connsiteX4" fmla="*/ 16894 w 5741575"/>
              <a:gd name="connsiteY4" fmla="*/ 953847 h 955271"/>
              <a:gd name="connsiteX5" fmla="*/ 28156 w 5741575"/>
              <a:gd name="connsiteY5" fmla="*/ 951374 h 955271"/>
              <a:gd name="connsiteX6" fmla="*/ 28293 w 5741575"/>
              <a:gd name="connsiteY6" fmla="*/ 950971 h 955271"/>
              <a:gd name="connsiteX7" fmla="*/ 59229 w 5741575"/>
              <a:gd name="connsiteY7" fmla="*/ 903950 h 955271"/>
              <a:gd name="connsiteX8" fmla="*/ 148657 w 5741575"/>
              <a:gd name="connsiteY8" fmla="*/ 898134 h 955271"/>
              <a:gd name="connsiteX9" fmla="*/ 174554 w 5741575"/>
              <a:gd name="connsiteY9" fmla="*/ 886351 h 955271"/>
              <a:gd name="connsiteX10" fmla="*/ 187633 w 5741575"/>
              <a:gd name="connsiteY10" fmla="*/ 878226 h 955271"/>
              <a:gd name="connsiteX11" fmla="*/ 187961 w 5741575"/>
              <a:gd name="connsiteY11" fmla="*/ 876538 h 955271"/>
              <a:gd name="connsiteX12" fmla="*/ 240501 w 5741575"/>
              <a:gd name="connsiteY12" fmla="*/ 873150 h 955271"/>
              <a:gd name="connsiteX13" fmla="*/ 246345 w 5741575"/>
              <a:gd name="connsiteY13" fmla="*/ 869942 h 955271"/>
              <a:gd name="connsiteX14" fmla="*/ 306299 w 5741575"/>
              <a:gd name="connsiteY14" fmla="*/ 873609 h 955271"/>
              <a:gd name="connsiteX15" fmla="*/ 331571 w 5741575"/>
              <a:gd name="connsiteY15" fmla="*/ 869866 h 955271"/>
              <a:gd name="connsiteX16" fmla="*/ 384157 w 5741575"/>
              <a:gd name="connsiteY16" fmla="*/ 867971 h 955271"/>
              <a:gd name="connsiteX17" fmla="*/ 477637 w 5741575"/>
              <a:gd name="connsiteY17" fmla="*/ 870334 h 955271"/>
              <a:gd name="connsiteX18" fmla="*/ 570239 w 5741575"/>
              <a:gd name="connsiteY18" fmla="*/ 829596 h 955271"/>
              <a:gd name="connsiteX19" fmla="*/ 772070 w 5741575"/>
              <a:gd name="connsiteY19" fmla="*/ 820296 h 955271"/>
              <a:gd name="connsiteX20" fmla="*/ 948872 w 5741575"/>
              <a:gd name="connsiteY20" fmla="*/ 772201 h 955271"/>
              <a:gd name="connsiteX21" fmla="*/ 1127089 w 5741575"/>
              <a:gd name="connsiteY21" fmla="*/ 746926 h 955271"/>
              <a:gd name="connsiteX22" fmla="*/ 1220426 w 5741575"/>
              <a:gd name="connsiteY22" fmla="*/ 721810 h 955271"/>
              <a:gd name="connsiteX23" fmla="*/ 1306771 w 5741575"/>
              <a:gd name="connsiteY23" fmla="*/ 717936 h 955271"/>
              <a:gd name="connsiteX24" fmla="*/ 1374314 w 5741575"/>
              <a:gd name="connsiteY24" fmla="*/ 688815 h 955271"/>
              <a:gd name="connsiteX25" fmla="*/ 1378034 w 5741575"/>
              <a:gd name="connsiteY25" fmla="*/ 685842 h 955271"/>
              <a:gd name="connsiteX26" fmla="*/ 1395604 w 5741575"/>
              <a:gd name="connsiteY26" fmla="*/ 680460 h 955271"/>
              <a:gd name="connsiteX27" fmla="*/ 1397206 w 5741575"/>
              <a:gd name="connsiteY27" fmla="*/ 670793 h 955271"/>
              <a:gd name="connsiteX28" fmla="*/ 1421250 w 5741575"/>
              <a:gd name="connsiteY28" fmla="*/ 656855 h 955271"/>
              <a:gd name="connsiteX29" fmla="*/ 1454524 w 5741575"/>
              <a:gd name="connsiteY29" fmla="*/ 649224 h 955271"/>
              <a:gd name="connsiteX30" fmla="*/ 1616217 w 5741575"/>
              <a:gd name="connsiteY30" fmla="*/ 622107 h 955271"/>
              <a:gd name="connsiteX31" fmla="*/ 1710928 w 5741575"/>
              <a:gd name="connsiteY31" fmla="*/ 600666 h 955271"/>
              <a:gd name="connsiteX32" fmla="*/ 1743718 w 5741575"/>
              <a:gd name="connsiteY32" fmla="*/ 584327 h 955271"/>
              <a:gd name="connsiteX33" fmla="*/ 1873778 w 5741575"/>
              <a:gd name="connsiteY33" fmla="*/ 530130 h 955271"/>
              <a:gd name="connsiteX34" fmla="*/ 1988411 w 5741575"/>
              <a:gd name="connsiteY34" fmla="*/ 491599 h 955271"/>
              <a:gd name="connsiteX35" fmla="*/ 2085507 w 5741575"/>
              <a:gd name="connsiteY35" fmla="*/ 498527 h 955271"/>
              <a:gd name="connsiteX36" fmla="*/ 2090767 w 5741575"/>
              <a:gd name="connsiteY36" fmla="*/ 490616 h 955271"/>
              <a:gd name="connsiteX37" fmla="*/ 2151143 w 5741575"/>
              <a:gd name="connsiteY37" fmla="*/ 478332 h 955271"/>
              <a:gd name="connsiteX38" fmla="*/ 2378710 w 5741575"/>
              <a:gd name="connsiteY38" fmla="*/ 477570 h 955271"/>
              <a:gd name="connsiteX39" fmla="*/ 2496256 w 5741575"/>
              <a:gd name="connsiteY39" fmla="*/ 452396 h 955271"/>
              <a:gd name="connsiteX40" fmla="*/ 2535387 w 5741575"/>
              <a:gd name="connsiteY40" fmla="*/ 436645 h 955271"/>
              <a:gd name="connsiteX41" fmla="*/ 2601109 w 5741575"/>
              <a:gd name="connsiteY41" fmla="*/ 410678 h 955271"/>
              <a:gd name="connsiteX42" fmla="*/ 2643855 w 5741575"/>
              <a:gd name="connsiteY42" fmla="*/ 374482 h 955271"/>
              <a:gd name="connsiteX43" fmla="*/ 2657726 w 5741575"/>
              <a:gd name="connsiteY43" fmla="*/ 365841 h 955271"/>
              <a:gd name="connsiteX44" fmla="*/ 2687125 w 5741575"/>
              <a:gd name="connsiteY44" fmla="*/ 366820 h 955271"/>
              <a:gd name="connsiteX45" fmla="*/ 2697479 w 5741575"/>
              <a:gd name="connsiteY45" fmla="*/ 361430 h 955271"/>
              <a:gd name="connsiteX46" fmla="*/ 2701547 w 5741575"/>
              <a:gd name="connsiteY46" fmla="*/ 361545 h 955271"/>
              <a:gd name="connsiteX47" fmla="*/ 2711054 w 5741575"/>
              <a:gd name="connsiteY47" fmla="*/ 360597 h 955271"/>
              <a:gd name="connsiteX48" fmla="*/ 2710438 w 5741575"/>
              <a:gd name="connsiteY48" fmla="*/ 366958 h 955271"/>
              <a:gd name="connsiteX49" fmla="*/ 2722936 w 5741575"/>
              <a:gd name="connsiteY49" fmla="*/ 377633 h 955271"/>
              <a:gd name="connsiteX50" fmla="*/ 2777227 w 5741575"/>
              <a:gd name="connsiteY50" fmla="*/ 368972 h 955271"/>
              <a:gd name="connsiteX51" fmla="*/ 2779510 w 5741575"/>
              <a:gd name="connsiteY51" fmla="*/ 361652 h 955271"/>
              <a:gd name="connsiteX52" fmla="*/ 2786278 w 5741575"/>
              <a:gd name="connsiteY52" fmla="*/ 359869 h 955271"/>
              <a:gd name="connsiteX53" fmla="*/ 2792101 w 5741575"/>
              <a:gd name="connsiteY53" fmla="*/ 365927 h 955271"/>
              <a:gd name="connsiteX54" fmla="*/ 2885545 w 5741575"/>
              <a:gd name="connsiteY54" fmla="*/ 372818 h 955271"/>
              <a:gd name="connsiteX55" fmla="*/ 3009558 w 5741575"/>
              <a:gd name="connsiteY55" fmla="*/ 370573 h 955271"/>
              <a:gd name="connsiteX56" fmla="*/ 3095010 w 5741575"/>
              <a:gd name="connsiteY56" fmla="*/ 332454 h 955271"/>
              <a:gd name="connsiteX57" fmla="*/ 3103742 w 5741575"/>
              <a:gd name="connsiteY57" fmla="*/ 337974 h 955271"/>
              <a:gd name="connsiteX58" fmla="*/ 3165093 w 5741575"/>
              <a:gd name="connsiteY58" fmla="*/ 329459 h 955271"/>
              <a:gd name="connsiteX59" fmla="*/ 3373785 w 5741575"/>
              <a:gd name="connsiteY59" fmla="*/ 255680 h 955271"/>
              <a:gd name="connsiteX60" fmla="*/ 3493851 w 5741575"/>
              <a:gd name="connsiteY60" fmla="*/ 240255 h 955271"/>
              <a:gd name="connsiteX61" fmla="*/ 3537470 w 5741575"/>
              <a:gd name="connsiteY61" fmla="*/ 241867 h 955271"/>
              <a:gd name="connsiteX62" fmla="*/ 3610489 w 5741575"/>
              <a:gd name="connsiteY62" fmla="*/ 244128 h 955271"/>
              <a:gd name="connsiteX63" fmla="*/ 3667539 w 5741575"/>
              <a:gd name="connsiteY63" fmla="*/ 263271 h 955271"/>
              <a:gd name="connsiteX64" fmla="*/ 3727614 w 5741575"/>
              <a:gd name="connsiteY64" fmla="*/ 258245 h 955271"/>
              <a:gd name="connsiteX65" fmla="*/ 3738369 w 5741575"/>
              <a:gd name="connsiteY65" fmla="*/ 234506 h 955271"/>
              <a:gd name="connsiteX66" fmla="*/ 3803670 w 5741575"/>
              <a:gd name="connsiteY66" fmla="*/ 236457 h 955271"/>
              <a:gd name="connsiteX67" fmla="*/ 3903080 w 5741575"/>
              <a:gd name="connsiteY67" fmla="*/ 241890 h 955271"/>
              <a:gd name="connsiteX68" fmla="*/ 4114838 w 5741575"/>
              <a:gd name="connsiteY68" fmla="*/ 238165 h 955271"/>
              <a:gd name="connsiteX69" fmla="*/ 4271023 w 5741575"/>
              <a:gd name="connsiteY69" fmla="*/ 241959 h 955271"/>
              <a:gd name="connsiteX70" fmla="*/ 4367397 w 5741575"/>
              <a:gd name="connsiteY70" fmla="*/ 271442 h 955271"/>
              <a:gd name="connsiteX71" fmla="*/ 4495366 w 5741575"/>
              <a:gd name="connsiteY71" fmla="*/ 271618 h 955271"/>
              <a:gd name="connsiteX72" fmla="*/ 4517347 w 5741575"/>
              <a:gd name="connsiteY72" fmla="*/ 275639 h 955271"/>
              <a:gd name="connsiteX73" fmla="*/ 4546116 w 5741575"/>
              <a:gd name="connsiteY73" fmla="*/ 268568 h 955271"/>
              <a:gd name="connsiteX74" fmla="*/ 4661259 w 5741575"/>
              <a:gd name="connsiteY74" fmla="*/ 238966 h 955271"/>
              <a:gd name="connsiteX75" fmla="*/ 4750403 w 5741575"/>
              <a:gd name="connsiteY75" fmla="*/ 204364 h 955271"/>
              <a:gd name="connsiteX76" fmla="*/ 4867614 w 5741575"/>
              <a:gd name="connsiteY76" fmla="*/ 208668 h 955271"/>
              <a:gd name="connsiteX77" fmla="*/ 4937036 w 5741575"/>
              <a:gd name="connsiteY77" fmla="*/ 195446 h 955271"/>
              <a:gd name="connsiteX78" fmla="*/ 5047626 w 5741575"/>
              <a:gd name="connsiteY78" fmla="*/ 149604 h 955271"/>
              <a:gd name="connsiteX79" fmla="*/ 5200247 w 5741575"/>
              <a:gd name="connsiteY79" fmla="*/ 142695 h 955271"/>
              <a:gd name="connsiteX80" fmla="*/ 5235691 w 5741575"/>
              <a:gd name="connsiteY80" fmla="*/ 173330 h 955271"/>
              <a:gd name="connsiteX81" fmla="*/ 5280133 w 5741575"/>
              <a:gd name="connsiteY81" fmla="*/ 189342 h 955271"/>
              <a:gd name="connsiteX82" fmla="*/ 5291963 w 5741575"/>
              <a:gd name="connsiteY82" fmla="*/ 139446 h 955271"/>
              <a:gd name="connsiteX83" fmla="*/ 5418472 w 5741575"/>
              <a:gd name="connsiteY83" fmla="*/ 89163 h 955271"/>
              <a:gd name="connsiteX84" fmla="*/ 5482354 w 5741575"/>
              <a:gd name="connsiteY84" fmla="*/ 69470 h 955271"/>
              <a:gd name="connsiteX85" fmla="*/ 5583280 w 5741575"/>
              <a:gd name="connsiteY85" fmla="*/ 49787 h 955271"/>
              <a:gd name="connsiteX86" fmla="*/ 5613766 w 5741575"/>
              <a:gd name="connsiteY86" fmla="*/ 41855 h 955271"/>
              <a:gd name="connsiteX87" fmla="*/ 5684952 w 5741575"/>
              <a:gd name="connsiteY87" fmla="*/ 26088 h 955271"/>
              <a:gd name="connsiteX88" fmla="*/ 5741575 w 5741575"/>
              <a:gd name="connsiteY88" fmla="*/ 0 h 955271"/>
              <a:gd name="connsiteX0" fmla="*/ 5741575 w 5741575"/>
              <a:gd name="connsiteY0" fmla="*/ 0 h 955271"/>
              <a:gd name="connsiteX1" fmla="*/ 5741575 w 5741575"/>
              <a:gd name="connsiteY1" fmla="*/ 955271 h 955271"/>
              <a:gd name="connsiteX2" fmla="*/ 0 w 5741575"/>
              <a:gd name="connsiteY2" fmla="*/ 955271 h 955271"/>
              <a:gd name="connsiteX3" fmla="*/ 8558 w 5741575"/>
              <a:gd name="connsiteY3" fmla="*/ 953971 h 955271"/>
              <a:gd name="connsiteX4" fmla="*/ 16894 w 5741575"/>
              <a:gd name="connsiteY4" fmla="*/ 953847 h 955271"/>
              <a:gd name="connsiteX5" fmla="*/ 28156 w 5741575"/>
              <a:gd name="connsiteY5" fmla="*/ 951374 h 955271"/>
              <a:gd name="connsiteX6" fmla="*/ 28293 w 5741575"/>
              <a:gd name="connsiteY6" fmla="*/ 950971 h 955271"/>
              <a:gd name="connsiteX7" fmla="*/ 59229 w 5741575"/>
              <a:gd name="connsiteY7" fmla="*/ 903950 h 955271"/>
              <a:gd name="connsiteX8" fmla="*/ 148657 w 5741575"/>
              <a:gd name="connsiteY8" fmla="*/ 898134 h 955271"/>
              <a:gd name="connsiteX9" fmla="*/ 174554 w 5741575"/>
              <a:gd name="connsiteY9" fmla="*/ 886351 h 955271"/>
              <a:gd name="connsiteX10" fmla="*/ 187633 w 5741575"/>
              <a:gd name="connsiteY10" fmla="*/ 878226 h 955271"/>
              <a:gd name="connsiteX11" fmla="*/ 187961 w 5741575"/>
              <a:gd name="connsiteY11" fmla="*/ 876538 h 955271"/>
              <a:gd name="connsiteX12" fmla="*/ 240501 w 5741575"/>
              <a:gd name="connsiteY12" fmla="*/ 873150 h 955271"/>
              <a:gd name="connsiteX13" fmla="*/ 246345 w 5741575"/>
              <a:gd name="connsiteY13" fmla="*/ 869942 h 955271"/>
              <a:gd name="connsiteX14" fmla="*/ 306299 w 5741575"/>
              <a:gd name="connsiteY14" fmla="*/ 873609 h 955271"/>
              <a:gd name="connsiteX15" fmla="*/ 331571 w 5741575"/>
              <a:gd name="connsiteY15" fmla="*/ 869866 h 955271"/>
              <a:gd name="connsiteX16" fmla="*/ 384157 w 5741575"/>
              <a:gd name="connsiteY16" fmla="*/ 867971 h 955271"/>
              <a:gd name="connsiteX17" fmla="*/ 477637 w 5741575"/>
              <a:gd name="connsiteY17" fmla="*/ 870334 h 955271"/>
              <a:gd name="connsiteX18" fmla="*/ 570239 w 5741575"/>
              <a:gd name="connsiteY18" fmla="*/ 829596 h 955271"/>
              <a:gd name="connsiteX19" fmla="*/ 772070 w 5741575"/>
              <a:gd name="connsiteY19" fmla="*/ 820296 h 955271"/>
              <a:gd name="connsiteX20" fmla="*/ 948872 w 5741575"/>
              <a:gd name="connsiteY20" fmla="*/ 772201 h 955271"/>
              <a:gd name="connsiteX21" fmla="*/ 1127089 w 5741575"/>
              <a:gd name="connsiteY21" fmla="*/ 746926 h 955271"/>
              <a:gd name="connsiteX22" fmla="*/ 1220426 w 5741575"/>
              <a:gd name="connsiteY22" fmla="*/ 721810 h 955271"/>
              <a:gd name="connsiteX23" fmla="*/ 1306771 w 5741575"/>
              <a:gd name="connsiteY23" fmla="*/ 717936 h 955271"/>
              <a:gd name="connsiteX24" fmla="*/ 1374314 w 5741575"/>
              <a:gd name="connsiteY24" fmla="*/ 688815 h 955271"/>
              <a:gd name="connsiteX25" fmla="*/ 1378034 w 5741575"/>
              <a:gd name="connsiteY25" fmla="*/ 685842 h 955271"/>
              <a:gd name="connsiteX26" fmla="*/ 1395604 w 5741575"/>
              <a:gd name="connsiteY26" fmla="*/ 680460 h 955271"/>
              <a:gd name="connsiteX27" fmla="*/ 1397206 w 5741575"/>
              <a:gd name="connsiteY27" fmla="*/ 670793 h 955271"/>
              <a:gd name="connsiteX28" fmla="*/ 1421250 w 5741575"/>
              <a:gd name="connsiteY28" fmla="*/ 656855 h 955271"/>
              <a:gd name="connsiteX29" fmla="*/ 1454524 w 5741575"/>
              <a:gd name="connsiteY29" fmla="*/ 649224 h 955271"/>
              <a:gd name="connsiteX30" fmla="*/ 1616217 w 5741575"/>
              <a:gd name="connsiteY30" fmla="*/ 622107 h 955271"/>
              <a:gd name="connsiteX31" fmla="*/ 1710928 w 5741575"/>
              <a:gd name="connsiteY31" fmla="*/ 600666 h 955271"/>
              <a:gd name="connsiteX32" fmla="*/ 1743718 w 5741575"/>
              <a:gd name="connsiteY32" fmla="*/ 584327 h 955271"/>
              <a:gd name="connsiteX33" fmla="*/ 1873778 w 5741575"/>
              <a:gd name="connsiteY33" fmla="*/ 530130 h 955271"/>
              <a:gd name="connsiteX34" fmla="*/ 1988411 w 5741575"/>
              <a:gd name="connsiteY34" fmla="*/ 491599 h 955271"/>
              <a:gd name="connsiteX35" fmla="*/ 2085507 w 5741575"/>
              <a:gd name="connsiteY35" fmla="*/ 498527 h 955271"/>
              <a:gd name="connsiteX36" fmla="*/ 2090767 w 5741575"/>
              <a:gd name="connsiteY36" fmla="*/ 490616 h 955271"/>
              <a:gd name="connsiteX37" fmla="*/ 2151143 w 5741575"/>
              <a:gd name="connsiteY37" fmla="*/ 478332 h 955271"/>
              <a:gd name="connsiteX38" fmla="*/ 2378710 w 5741575"/>
              <a:gd name="connsiteY38" fmla="*/ 477570 h 955271"/>
              <a:gd name="connsiteX39" fmla="*/ 2496256 w 5741575"/>
              <a:gd name="connsiteY39" fmla="*/ 452396 h 955271"/>
              <a:gd name="connsiteX40" fmla="*/ 2535387 w 5741575"/>
              <a:gd name="connsiteY40" fmla="*/ 436645 h 955271"/>
              <a:gd name="connsiteX41" fmla="*/ 2601109 w 5741575"/>
              <a:gd name="connsiteY41" fmla="*/ 410678 h 955271"/>
              <a:gd name="connsiteX42" fmla="*/ 2643855 w 5741575"/>
              <a:gd name="connsiteY42" fmla="*/ 374482 h 955271"/>
              <a:gd name="connsiteX43" fmla="*/ 2657726 w 5741575"/>
              <a:gd name="connsiteY43" fmla="*/ 365841 h 955271"/>
              <a:gd name="connsiteX44" fmla="*/ 2687125 w 5741575"/>
              <a:gd name="connsiteY44" fmla="*/ 366820 h 955271"/>
              <a:gd name="connsiteX45" fmla="*/ 2697479 w 5741575"/>
              <a:gd name="connsiteY45" fmla="*/ 361430 h 955271"/>
              <a:gd name="connsiteX46" fmla="*/ 2701547 w 5741575"/>
              <a:gd name="connsiteY46" fmla="*/ 361545 h 955271"/>
              <a:gd name="connsiteX47" fmla="*/ 2711054 w 5741575"/>
              <a:gd name="connsiteY47" fmla="*/ 360597 h 955271"/>
              <a:gd name="connsiteX48" fmla="*/ 2710438 w 5741575"/>
              <a:gd name="connsiteY48" fmla="*/ 366958 h 955271"/>
              <a:gd name="connsiteX49" fmla="*/ 2722936 w 5741575"/>
              <a:gd name="connsiteY49" fmla="*/ 377633 h 955271"/>
              <a:gd name="connsiteX50" fmla="*/ 2777227 w 5741575"/>
              <a:gd name="connsiteY50" fmla="*/ 368972 h 955271"/>
              <a:gd name="connsiteX51" fmla="*/ 2779510 w 5741575"/>
              <a:gd name="connsiteY51" fmla="*/ 361652 h 955271"/>
              <a:gd name="connsiteX52" fmla="*/ 2786278 w 5741575"/>
              <a:gd name="connsiteY52" fmla="*/ 359869 h 955271"/>
              <a:gd name="connsiteX53" fmla="*/ 2792101 w 5741575"/>
              <a:gd name="connsiteY53" fmla="*/ 365927 h 955271"/>
              <a:gd name="connsiteX54" fmla="*/ 2885545 w 5741575"/>
              <a:gd name="connsiteY54" fmla="*/ 372818 h 955271"/>
              <a:gd name="connsiteX55" fmla="*/ 3009558 w 5741575"/>
              <a:gd name="connsiteY55" fmla="*/ 370573 h 955271"/>
              <a:gd name="connsiteX56" fmla="*/ 3095010 w 5741575"/>
              <a:gd name="connsiteY56" fmla="*/ 332454 h 955271"/>
              <a:gd name="connsiteX57" fmla="*/ 3103742 w 5741575"/>
              <a:gd name="connsiteY57" fmla="*/ 337974 h 955271"/>
              <a:gd name="connsiteX58" fmla="*/ 3165093 w 5741575"/>
              <a:gd name="connsiteY58" fmla="*/ 329459 h 955271"/>
              <a:gd name="connsiteX59" fmla="*/ 3373785 w 5741575"/>
              <a:gd name="connsiteY59" fmla="*/ 255680 h 955271"/>
              <a:gd name="connsiteX60" fmla="*/ 3493851 w 5741575"/>
              <a:gd name="connsiteY60" fmla="*/ 240255 h 955271"/>
              <a:gd name="connsiteX61" fmla="*/ 3537470 w 5741575"/>
              <a:gd name="connsiteY61" fmla="*/ 241867 h 955271"/>
              <a:gd name="connsiteX62" fmla="*/ 3610489 w 5741575"/>
              <a:gd name="connsiteY62" fmla="*/ 244128 h 955271"/>
              <a:gd name="connsiteX63" fmla="*/ 3667539 w 5741575"/>
              <a:gd name="connsiteY63" fmla="*/ 263271 h 955271"/>
              <a:gd name="connsiteX64" fmla="*/ 3727614 w 5741575"/>
              <a:gd name="connsiteY64" fmla="*/ 258245 h 955271"/>
              <a:gd name="connsiteX65" fmla="*/ 3738369 w 5741575"/>
              <a:gd name="connsiteY65" fmla="*/ 234506 h 955271"/>
              <a:gd name="connsiteX66" fmla="*/ 3803670 w 5741575"/>
              <a:gd name="connsiteY66" fmla="*/ 236457 h 955271"/>
              <a:gd name="connsiteX67" fmla="*/ 3903080 w 5741575"/>
              <a:gd name="connsiteY67" fmla="*/ 241890 h 955271"/>
              <a:gd name="connsiteX68" fmla="*/ 4114838 w 5741575"/>
              <a:gd name="connsiteY68" fmla="*/ 238165 h 955271"/>
              <a:gd name="connsiteX69" fmla="*/ 4271023 w 5741575"/>
              <a:gd name="connsiteY69" fmla="*/ 241959 h 955271"/>
              <a:gd name="connsiteX70" fmla="*/ 4367397 w 5741575"/>
              <a:gd name="connsiteY70" fmla="*/ 271442 h 955271"/>
              <a:gd name="connsiteX71" fmla="*/ 4495366 w 5741575"/>
              <a:gd name="connsiteY71" fmla="*/ 271618 h 955271"/>
              <a:gd name="connsiteX72" fmla="*/ 4517347 w 5741575"/>
              <a:gd name="connsiteY72" fmla="*/ 275639 h 955271"/>
              <a:gd name="connsiteX73" fmla="*/ 4546116 w 5741575"/>
              <a:gd name="connsiteY73" fmla="*/ 268568 h 955271"/>
              <a:gd name="connsiteX74" fmla="*/ 4661259 w 5741575"/>
              <a:gd name="connsiteY74" fmla="*/ 238966 h 955271"/>
              <a:gd name="connsiteX75" fmla="*/ 4750403 w 5741575"/>
              <a:gd name="connsiteY75" fmla="*/ 204364 h 955271"/>
              <a:gd name="connsiteX76" fmla="*/ 4867614 w 5741575"/>
              <a:gd name="connsiteY76" fmla="*/ 208668 h 955271"/>
              <a:gd name="connsiteX77" fmla="*/ 4937036 w 5741575"/>
              <a:gd name="connsiteY77" fmla="*/ 195446 h 955271"/>
              <a:gd name="connsiteX78" fmla="*/ 5047626 w 5741575"/>
              <a:gd name="connsiteY78" fmla="*/ 149604 h 955271"/>
              <a:gd name="connsiteX79" fmla="*/ 5200247 w 5741575"/>
              <a:gd name="connsiteY79" fmla="*/ 142695 h 955271"/>
              <a:gd name="connsiteX80" fmla="*/ 5235691 w 5741575"/>
              <a:gd name="connsiteY80" fmla="*/ 173330 h 955271"/>
              <a:gd name="connsiteX81" fmla="*/ 5280133 w 5741575"/>
              <a:gd name="connsiteY81" fmla="*/ 189342 h 955271"/>
              <a:gd name="connsiteX82" fmla="*/ 5291963 w 5741575"/>
              <a:gd name="connsiteY82" fmla="*/ 139446 h 955271"/>
              <a:gd name="connsiteX83" fmla="*/ 5418472 w 5741575"/>
              <a:gd name="connsiteY83" fmla="*/ 89163 h 955271"/>
              <a:gd name="connsiteX84" fmla="*/ 5482354 w 5741575"/>
              <a:gd name="connsiteY84" fmla="*/ 69470 h 955271"/>
              <a:gd name="connsiteX85" fmla="*/ 5583280 w 5741575"/>
              <a:gd name="connsiteY85" fmla="*/ 49787 h 955271"/>
              <a:gd name="connsiteX86" fmla="*/ 5613766 w 5741575"/>
              <a:gd name="connsiteY86" fmla="*/ 41855 h 955271"/>
              <a:gd name="connsiteX87" fmla="*/ 5684952 w 5741575"/>
              <a:gd name="connsiteY87" fmla="*/ 26088 h 955271"/>
              <a:gd name="connsiteX88" fmla="*/ 5741575 w 5741575"/>
              <a:gd name="connsiteY88" fmla="*/ 0 h 955271"/>
              <a:gd name="connsiteX0" fmla="*/ 5741575 w 5741575"/>
              <a:gd name="connsiteY0" fmla="*/ 0 h 955271"/>
              <a:gd name="connsiteX1" fmla="*/ 5741575 w 5741575"/>
              <a:gd name="connsiteY1" fmla="*/ 955271 h 955271"/>
              <a:gd name="connsiteX2" fmla="*/ 0 w 5741575"/>
              <a:gd name="connsiteY2" fmla="*/ 955271 h 955271"/>
              <a:gd name="connsiteX3" fmla="*/ 8558 w 5741575"/>
              <a:gd name="connsiteY3" fmla="*/ 953971 h 955271"/>
              <a:gd name="connsiteX4" fmla="*/ 16894 w 5741575"/>
              <a:gd name="connsiteY4" fmla="*/ 953847 h 955271"/>
              <a:gd name="connsiteX5" fmla="*/ 28156 w 5741575"/>
              <a:gd name="connsiteY5" fmla="*/ 951374 h 955271"/>
              <a:gd name="connsiteX6" fmla="*/ 28293 w 5741575"/>
              <a:gd name="connsiteY6" fmla="*/ 950971 h 955271"/>
              <a:gd name="connsiteX7" fmla="*/ 59229 w 5741575"/>
              <a:gd name="connsiteY7" fmla="*/ 903950 h 955271"/>
              <a:gd name="connsiteX8" fmla="*/ 148657 w 5741575"/>
              <a:gd name="connsiteY8" fmla="*/ 898134 h 955271"/>
              <a:gd name="connsiteX9" fmla="*/ 174554 w 5741575"/>
              <a:gd name="connsiteY9" fmla="*/ 886351 h 955271"/>
              <a:gd name="connsiteX10" fmla="*/ 187633 w 5741575"/>
              <a:gd name="connsiteY10" fmla="*/ 878226 h 955271"/>
              <a:gd name="connsiteX11" fmla="*/ 187961 w 5741575"/>
              <a:gd name="connsiteY11" fmla="*/ 876538 h 955271"/>
              <a:gd name="connsiteX12" fmla="*/ 240501 w 5741575"/>
              <a:gd name="connsiteY12" fmla="*/ 873150 h 955271"/>
              <a:gd name="connsiteX13" fmla="*/ 246345 w 5741575"/>
              <a:gd name="connsiteY13" fmla="*/ 869942 h 955271"/>
              <a:gd name="connsiteX14" fmla="*/ 306299 w 5741575"/>
              <a:gd name="connsiteY14" fmla="*/ 873609 h 955271"/>
              <a:gd name="connsiteX15" fmla="*/ 331571 w 5741575"/>
              <a:gd name="connsiteY15" fmla="*/ 869866 h 955271"/>
              <a:gd name="connsiteX16" fmla="*/ 384157 w 5741575"/>
              <a:gd name="connsiteY16" fmla="*/ 867971 h 955271"/>
              <a:gd name="connsiteX17" fmla="*/ 477637 w 5741575"/>
              <a:gd name="connsiteY17" fmla="*/ 870334 h 955271"/>
              <a:gd name="connsiteX18" fmla="*/ 570239 w 5741575"/>
              <a:gd name="connsiteY18" fmla="*/ 829596 h 955271"/>
              <a:gd name="connsiteX19" fmla="*/ 772070 w 5741575"/>
              <a:gd name="connsiteY19" fmla="*/ 820296 h 955271"/>
              <a:gd name="connsiteX20" fmla="*/ 948872 w 5741575"/>
              <a:gd name="connsiteY20" fmla="*/ 772201 h 955271"/>
              <a:gd name="connsiteX21" fmla="*/ 1127089 w 5741575"/>
              <a:gd name="connsiteY21" fmla="*/ 746926 h 955271"/>
              <a:gd name="connsiteX22" fmla="*/ 1220426 w 5741575"/>
              <a:gd name="connsiteY22" fmla="*/ 721810 h 955271"/>
              <a:gd name="connsiteX23" fmla="*/ 1306771 w 5741575"/>
              <a:gd name="connsiteY23" fmla="*/ 717936 h 955271"/>
              <a:gd name="connsiteX24" fmla="*/ 1374314 w 5741575"/>
              <a:gd name="connsiteY24" fmla="*/ 688815 h 955271"/>
              <a:gd name="connsiteX25" fmla="*/ 1378034 w 5741575"/>
              <a:gd name="connsiteY25" fmla="*/ 685842 h 955271"/>
              <a:gd name="connsiteX26" fmla="*/ 1395604 w 5741575"/>
              <a:gd name="connsiteY26" fmla="*/ 680460 h 955271"/>
              <a:gd name="connsiteX27" fmla="*/ 1397206 w 5741575"/>
              <a:gd name="connsiteY27" fmla="*/ 670793 h 955271"/>
              <a:gd name="connsiteX28" fmla="*/ 1421250 w 5741575"/>
              <a:gd name="connsiteY28" fmla="*/ 656855 h 955271"/>
              <a:gd name="connsiteX29" fmla="*/ 1494753 w 5741575"/>
              <a:gd name="connsiteY29" fmla="*/ 644686 h 955271"/>
              <a:gd name="connsiteX30" fmla="*/ 1616217 w 5741575"/>
              <a:gd name="connsiteY30" fmla="*/ 622107 h 955271"/>
              <a:gd name="connsiteX31" fmla="*/ 1710928 w 5741575"/>
              <a:gd name="connsiteY31" fmla="*/ 600666 h 955271"/>
              <a:gd name="connsiteX32" fmla="*/ 1743718 w 5741575"/>
              <a:gd name="connsiteY32" fmla="*/ 584327 h 955271"/>
              <a:gd name="connsiteX33" fmla="*/ 1873778 w 5741575"/>
              <a:gd name="connsiteY33" fmla="*/ 530130 h 955271"/>
              <a:gd name="connsiteX34" fmla="*/ 1988411 w 5741575"/>
              <a:gd name="connsiteY34" fmla="*/ 491599 h 955271"/>
              <a:gd name="connsiteX35" fmla="*/ 2085507 w 5741575"/>
              <a:gd name="connsiteY35" fmla="*/ 498527 h 955271"/>
              <a:gd name="connsiteX36" fmla="*/ 2090767 w 5741575"/>
              <a:gd name="connsiteY36" fmla="*/ 490616 h 955271"/>
              <a:gd name="connsiteX37" fmla="*/ 2151143 w 5741575"/>
              <a:gd name="connsiteY37" fmla="*/ 478332 h 955271"/>
              <a:gd name="connsiteX38" fmla="*/ 2378710 w 5741575"/>
              <a:gd name="connsiteY38" fmla="*/ 477570 h 955271"/>
              <a:gd name="connsiteX39" fmla="*/ 2496256 w 5741575"/>
              <a:gd name="connsiteY39" fmla="*/ 452396 h 955271"/>
              <a:gd name="connsiteX40" fmla="*/ 2535387 w 5741575"/>
              <a:gd name="connsiteY40" fmla="*/ 436645 h 955271"/>
              <a:gd name="connsiteX41" fmla="*/ 2601109 w 5741575"/>
              <a:gd name="connsiteY41" fmla="*/ 410678 h 955271"/>
              <a:gd name="connsiteX42" fmla="*/ 2643855 w 5741575"/>
              <a:gd name="connsiteY42" fmla="*/ 374482 h 955271"/>
              <a:gd name="connsiteX43" fmla="*/ 2657726 w 5741575"/>
              <a:gd name="connsiteY43" fmla="*/ 365841 h 955271"/>
              <a:gd name="connsiteX44" fmla="*/ 2687125 w 5741575"/>
              <a:gd name="connsiteY44" fmla="*/ 366820 h 955271"/>
              <a:gd name="connsiteX45" fmla="*/ 2697479 w 5741575"/>
              <a:gd name="connsiteY45" fmla="*/ 361430 h 955271"/>
              <a:gd name="connsiteX46" fmla="*/ 2701547 w 5741575"/>
              <a:gd name="connsiteY46" fmla="*/ 361545 h 955271"/>
              <a:gd name="connsiteX47" fmla="*/ 2711054 w 5741575"/>
              <a:gd name="connsiteY47" fmla="*/ 360597 h 955271"/>
              <a:gd name="connsiteX48" fmla="*/ 2710438 w 5741575"/>
              <a:gd name="connsiteY48" fmla="*/ 366958 h 955271"/>
              <a:gd name="connsiteX49" fmla="*/ 2722936 w 5741575"/>
              <a:gd name="connsiteY49" fmla="*/ 377633 h 955271"/>
              <a:gd name="connsiteX50" fmla="*/ 2777227 w 5741575"/>
              <a:gd name="connsiteY50" fmla="*/ 368972 h 955271"/>
              <a:gd name="connsiteX51" fmla="*/ 2779510 w 5741575"/>
              <a:gd name="connsiteY51" fmla="*/ 361652 h 955271"/>
              <a:gd name="connsiteX52" fmla="*/ 2786278 w 5741575"/>
              <a:gd name="connsiteY52" fmla="*/ 359869 h 955271"/>
              <a:gd name="connsiteX53" fmla="*/ 2792101 w 5741575"/>
              <a:gd name="connsiteY53" fmla="*/ 365927 h 955271"/>
              <a:gd name="connsiteX54" fmla="*/ 2885545 w 5741575"/>
              <a:gd name="connsiteY54" fmla="*/ 372818 h 955271"/>
              <a:gd name="connsiteX55" fmla="*/ 3009558 w 5741575"/>
              <a:gd name="connsiteY55" fmla="*/ 370573 h 955271"/>
              <a:gd name="connsiteX56" fmla="*/ 3095010 w 5741575"/>
              <a:gd name="connsiteY56" fmla="*/ 332454 h 955271"/>
              <a:gd name="connsiteX57" fmla="*/ 3103742 w 5741575"/>
              <a:gd name="connsiteY57" fmla="*/ 337974 h 955271"/>
              <a:gd name="connsiteX58" fmla="*/ 3165093 w 5741575"/>
              <a:gd name="connsiteY58" fmla="*/ 329459 h 955271"/>
              <a:gd name="connsiteX59" fmla="*/ 3373785 w 5741575"/>
              <a:gd name="connsiteY59" fmla="*/ 255680 h 955271"/>
              <a:gd name="connsiteX60" fmla="*/ 3493851 w 5741575"/>
              <a:gd name="connsiteY60" fmla="*/ 240255 h 955271"/>
              <a:gd name="connsiteX61" fmla="*/ 3537470 w 5741575"/>
              <a:gd name="connsiteY61" fmla="*/ 241867 h 955271"/>
              <a:gd name="connsiteX62" fmla="*/ 3610489 w 5741575"/>
              <a:gd name="connsiteY62" fmla="*/ 244128 h 955271"/>
              <a:gd name="connsiteX63" fmla="*/ 3667539 w 5741575"/>
              <a:gd name="connsiteY63" fmla="*/ 263271 h 955271"/>
              <a:gd name="connsiteX64" fmla="*/ 3727614 w 5741575"/>
              <a:gd name="connsiteY64" fmla="*/ 258245 h 955271"/>
              <a:gd name="connsiteX65" fmla="*/ 3738369 w 5741575"/>
              <a:gd name="connsiteY65" fmla="*/ 234506 h 955271"/>
              <a:gd name="connsiteX66" fmla="*/ 3803670 w 5741575"/>
              <a:gd name="connsiteY66" fmla="*/ 236457 h 955271"/>
              <a:gd name="connsiteX67" fmla="*/ 3903080 w 5741575"/>
              <a:gd name="connsiteY67" fmla="*/ 241890 h 955271"/>
              <a:gd name="connsiteX68" fmla="*/ 4114838 w 5741575"/>
              <a:gd name="connsiteY68" fmla="*/ 238165 h 955271"/>
              <a:gd name="connsiteX69" fmla="*/ 4271023 w 5741575"/>
              <a:gd name="connsiteY69" fmla="*/ 241959 h 955271"/>
              <a:gd name="connsiteX70" fmla="*/ 4367397 w 5741575"/>
              <a:gd name="connsiteY70" fmla="*/ 271442 h 955271"/>
              <a:gd name="connsiteX71" fmla="*/ 4495366 w 5741575"/>
              <a:gd name="connsiteY71" fmla="*/ 271618 h 955271"/>
              <a:gd name="connsiteX72" fmla="*/ 4517347 w 5741575"/>
              <a:gd name="connsiteY72" fmla="*/ 275639 h 955271"/>
              <a:gd name="connsiteX73" fmla="*/ 4546116 w 5741575"/>
              <a:gd name="connsiteY73" fmla="*/ 268568 h 955271"/>
              <a:gd name="connsiteX74" fmla="*/ 4661259 w 5741575"/>
              <a:gd name="connsiteY74" fmla="*/ 238966 h 955271"/>
              <a:gd name="connsiteX75" fmla="*/ 4750403 w 5741575"/>
              <a:gd name="connsiteY75" fmla="*/ 204364 h 955271"/>
              <a:gd name="connsiteX76" fmla="*/ 4867614 w 5741575"/>
              <a:gd name="connsiteY76" fmla="*/ 208668 h 955271"/>
              <a:gd name="connsiteX77" fmla="*/ 4937036 w 5741575"/>
              <a:gd name="connsiteY77" fmla="*/ 195446 h 955271"/>
              <a:gd name="connsiteX78" fmla="*/ 5047626 w 5741575"/>
              <a:gd name="connsiteY78" fmla="*/ 149604 h 955271"/>
              <a:gd name="connsiteX79" fmla="*/ 5200247 w 5741575"/>
              <a:gd name="connsiteY79" fmla="*/ 142695 h 955271"/>
              <a:gd name="connsiteX80" fmla="*/ 5235691 w 5741575"/>
              <a:gd name="connsiteY80" fmla="*/ 173330 h 955271"/>
              <a:gd name="connsiteX81" fmla="*/ 5280133 w 5741575"/>
              <a:gd name="connsiteY81" fmla="*/ 189342 h 955271"/>
              <a:gd name="connsiteX82" fmla="*/ 5291963 w 5741575"/>
              <a:gd name="connsiteY82" fmla="*/ 139446 h 955271"/>
              <a:gd name="connsiteX83" fmla="*/ 5418472 w 5741575"/>
              <a:gd name="connsiteY83" fmla="*/ 89163 h 955271"/>
              <a:gd name="connsiteX84" fmla="*/ 5482354 w 5741575"/>
              <a:gd name="connsiteY84" fmla="*/ 69470 h 955271"/>
              <a:gd name="connsiteX85" fmla="*/ 5583280 w 5741575"/>
              <a:gd name="connsiteY85" fmla="*/ 49787 h 955271"/>
              <a:gd name="connsiteX86" fmla="*/ 5613766 w 5741575"/>
              <a:gd name="connsiteY86" fmla="*/ 41855 h 955271"/>
              <a:gd name="connsiteX87" fmla="*/ 5684952 w 5741575"/>
              <a:gd name="connsiteY87" fmla="*/ 26088 h 955271"/>
              <a:gd name="connsiteX88" fmla="*/ 5741575 w 5741575"/>
              <a:gd name="connsiteY88" fmla="*/ 0 h 955271"/>
              <a:gd name="connsiteX0" fmla="*/ 5741575 w 5741575"/>
              <a:gd name="connsiteY0" fmla="*/ 0 h 955271"/>
              <a:gd name="connsiteX1" fmla="*/ 5741575 w 5741575"/>
              <a:gd name="connsiteY1" fmla="*/ 955271 h 955271"/>
              <a:gd name="connsiteX2" fmla="*/ 0 w 5741575"/>
              <a:gd name="connsiteY2" fmla="*/ 955271 h 955271"/>
              <a:gd name="connsiteX3" fmla="*/ 8558 w 5741575"/>
              <a:gd name="connsiteY3" fmla="*/ 953971 h 955271"/>
              <a:gd name="connsiteX4" fmla="*/ 16894 w 5741575"/>
              <a:gd name="connsiteY4" fmla="*/ 953847 h 955271"/>
              <a:gd name="connsiteX5" fmla="*/ 28156 w 5741575"/>
              <a:gd name="connsiteY5" fmla="*/ 951374 h 955271"/>
              <a:gd name="connsiteX6" fmla="*/ 28293 w 5741575"/>
              <a:gd name="connsiteY6" fmla="*/ 950971 h 955271"/>
              <a:gd name="connsiteX7" fmla="*/ 59229 w 5741575"/>
              <a:gd name="connsiteY7" fmla="*/ 903950 h 955271"/>
              <a:gd name="connsiteX8" fmla="*/ 148657 w 5741575"/>
              <a:gd name="connsiteY8" fmla="*/ 898134 h 955271"/>
              <a:gd name="connsiteX9" fmla="*/ 174554 w 5741575"/>
              <a:gd name="connsiteY9" fmla="*/ 886351 h 955271"/>
              <a:gd name="connsiteX10" fmla="*/ 187633 w 5741575"/>
              <a:gd name="connsiteY10" fmla="*/ 878226 h 955271"/>
              <a:gd name="connsiteX11" fmla="*/ 187961 w 5741575"/>
              <a:gd name="connsiteY11" fmla="*/ 876538 h 955271"/>
              <a:gd name="connsiteX12" fmla="*/ 240501 w 5741575"/>
              <a:gd name="connsiteY12" fmla="*/ 873150 h 955271"/>
              <a:gd name="connsiteX13" fmla="*/ 246345 w 5741575"/>
              <a:gd name="connsiteY13" fmla="*/ 869942 h 955271"/>
              <a:gd name="connsiteX14" fmla="*/ 306299 w 5741575"/>
              <a:gd name="connsiteY14" fmla="*/ 873609 h 955271"/>
              <a:gd name="connsiteX15" fmla="*/ 331571 w 5741575"/>
              <a:gd name="connsiteY15" fmla="*/ 869866 h 955271"/>
              <a:gd name="connsiteX16" fmla="*/ 384157 w 5741575"/>
              <a:gd name="connsiteY16" fmla="*/ 867971 h 955271"/>
              <a:gd name="connsiteX17" fmla="*/ 477637 w 5741575"/>
              <a:gd name="connsiteY17" fmla="*/ 870334 h 955271"/>
              <a:gd name="connsiteX18" fmla="*/ 570239 w 5741575"/>
              <a:gd name="connsiteY18" fmla="*/ 829596 h 955271"/>
              <a:gd name="connsiteX19" fmla="*/ 772070 w 5741575"/>
              <a:gd name="connsiteY19" fmla="*/ 820296 h 955271"/>
              <a:gd name="connsiteX20" fmla="*/ 948872 w 5741575"/>
              <a:gd name="connsiteY20" fmla="*/ 772201 h 955271"/>
              <a:gd name="connsiteX21" fmla="*/ 1127089 w 5741575"/>
              <a:gd name="connsiteY21" fmla="*/ 746926 h 955271"/>
              <a:gd name="connsiteX22" fmla="*/ 1220426 w 5741575"/>
              <a:gd name="connsiteY22" fmla="*/ 721810 h 955271"/>
              <a:gd name="connsiteX23" fmla="*/ 1306771 w 5741575"/>
              <a:gd name="connsiteY23" fmla="*/ 717936 h 955271"/>
              <a:gd name="connsiteX24" fmla="*/ 1374314 w 5741575"/>
              <a:gd name="connsiteY24" fmla="*/ 688815 h 955271"/>
              <a:gd name="connsiteX25" fmla="*/ 1378034 w 5741575"/>
              <a:gd name="connsiteY25" fmla="*/ 685842 h 955271"/>
              <a:gd name="connsiteX26" fmla="*/ 1395604 w 5741575"/>
              <a:gd name="connsiteY26" fmla="*/ 680460 h 955271"/>
              <a:gd name="connsiteX27" fmla="*/ 1397206 w 5741575"/>
              <a:gd name="connsiteY27" fmla="*/ 670793 h 955271"/>
              <a:gd name="connsiteX28" fmla="*/ 1441364 w 5741575"/>
              <a:gd name="connsiteY28" fmla="*/ 661393 h 955271"/>
              <a:gd name="connsiteX29" fmla="*/ 1494753 w 5741575"/>
              <a:gd name="connsiteY29" fmla="*/ 644686 h 955271"/>
              <a:gd name="connsiteX30" fmla="*/ 1616217 w 5741575"/>
              <a:gd name="connsiteY30" fmla="*/ 622107 h 955271"/>
              <a:gd name="connsiteX31" fmla="*/ 1710928 w 5741575"/>
              <a:gd name="connsiteY31" fmla="*/ 600666 h 955271"/>
              <a:gd name="connsiteX32" fmla="*/ 1743718 w 5741575"/>
              <a:gd name="connsiteY32" fmla="*/ 584327 h 955271"/>
              <a:gd name="connsiteX33" fmla="*/ 1873778 w 5741575"/>
              <a:gd name="connsiteY33" fmla="*/ 530130 h 955271"/>
              <a:gd name="connsiteX34" fmla="*/ 1988411 w 5741575"/>
              <a:gd name="connsiteY34" fmla="*/ 491599 h 955271"/>
              <a:gd name="connsiteX35" fmla="*/ 2085507 w 5741575"/>
              <a:gd name="connsiteY35" fmla="*/ 498527 h 955271"/>
              <a:gd name="connsiteX36" fmla="*/ 2090767 w 5741575"/>
              <a:gd name="connsiteY36" fmla="*/ 490616 h 955271"/>
              <a:gd name="connsiteX37" fmla="*/ 2151143 w 5741575"/>
              <a:gd name="connsiteY37" fmla="*/ 478332 h 955271"/>
              <a:gd name="connsiteX38" fmla="*/ 2378710 w 5741575"/>
              <a:gd name="connsiteY38" fmla="*/ 477570 h 955271"/>
              <a:gd name="connsiteX39" fmla="*/ 2496256 w 5741575"/>
              <a:gd name="connsiteY39" fmla="*/ 452396 h 955271"/>
              <a:gd name="connsiteX40" fmla="*/ 2535387 w 5741575"/>
              <a:gd name="connsiteY40" fmla="*/ 436645 h 955271"/>
              <a:gd name="connsiteX41" fmla="*/ 2601109 w 5741575"/>
              <a:gd name="connsiteY41" fmla="*/ 410678 h 955271"/>
              <a:gd name="connsiteX42" fmla="*/ 2643855 w 5741575"/>
              <a:gd name="connsiteY42" fmla="*/ 374482 h 955271"/>
              <a:gd name="connsiteX43" fmla="*/ 2657726 w 5741575"/>
              <a:gd name="connsiteY43" fmla="*/ 365841 h 955271"/>
              <a:gd name="connsiteX44" fmla="*/ 2687125 w 5741575"/>
              <a:gd name="connsiteY44" fmla="*/ 366820 h 955271"/>
              <a:gd name="connsiteX45" fmla="*/ 2697479 w 5741575"/>
              <a:gd name="connsiteY45" fmla="*/ 361430 h 955271"/>
              <a:gd name="connsiteX46" fmla="*/ 2701547 w 5741575"/>
              <a:gd name="connsiteY46" fmla="*/ 361545 h 955271"/>
              <a:gd name="connsiteX47" fmla="*/ 2711054 w 5741575"/>
              <a:gd name="connsiteY47" fmla="*/ 360597 h 955271"/>
              <a:gd name="connsiteX48" fmla="*/ 2710438 w 5741575"/>
              <a:gd name="connsiteY48" fmla="*/ 366958 h 955271"/>
              <a:gd name="connsiteX49" fmla="*/ 2722936 w 5741575"/>
              <a:gd name="connsiteY49" fmla="*/ 377633 h 955271"/>
              <a:gd name="connsiteX50" fmla="*/ 2777227 w 5741575"/>
              <a:gd name="connsiteY50" fmla="*/ 368972 h 955271"/>
              <a:gd name="connsiteX51" fmla="*/ 2779510 w 5741575"/>
              <a:gd name="connsiteY51" fmla="*/ 361652 h 955271"/>
              <a:gd name="connsiteX52" fmla="*/ 2786278 w 5741575"/>
              <a:gd name="connsiteY52" fmla="*/ 359869 h 955271"/>
              <a:gd name="connsiteX53" fmla="*/ 2792101 w 5741575"/>
              <a:gd name="connsiteY53" fmla="*/ 365927 h 955271"/>
              <a:gd name="connsiteX54" fmla="*/ 2885545 w 5741575"/>
              <a:gd name="connsiteY54" fmla="*/ 372818 h 955271"/>
              <a:gd name="connsiteX55" fmla="*/ 3009558 w 5741575"/>
              <a:gd name="connsiteY55" fmla="*/ 370573 h 955271"/>
              <a:gd name="connsiteX56" fmla="*/ 3095010 w 5741575"/>
              <a:gd name="connsiteY56" fmla="*/ 332454 h 955271"/>
              <a:gd name="connsiteX57" fmla="*/ 3103742 w 5741575"/>
              <a:gd name="connsiteY57" fmla="*/ 337974 h 955271"/>
              <a:gd name="connsiteX58" fmla="*/ 3165093 w 5741575"/>
              <a:gd name="connsiteY58" fmla="*/ 329459 h 955271"/>
              <a:gd name="connsiteX59" fmla="*/ 3373785 w 5741575"/>
              <a:gd name="connsiteY59" fmla="*/ 255680 h 955271"/>
              <a:gd name="connsiteX60" fmla="*/ 3493851 w 5741575"/>
              <a:gd name="connsiteY60" fmla="*/ 240255 h 955271"/>
              <a:gd name="connsiteX61" fmla="*/ 3537470 w 5741575"/>
              <a:gd name="connsiteY61" fmla="*/ 241867 h 955271"/>
              <a:gd name="connsiteX62" fmla="*/ 3610489 w 5741575"/>
              <a:gd name="connsiteY62" fmla="*/ 244128 h 955271"/>
              <a:gd name="connsiteX63" fmla="*/ 3667539 w 5741575"/>
              <a:gd name="connsiteY63" fmla="*/ 263271 h 955271"/>
              <a:gd name="connsiteX64" fmla="*/ 3727614 w 5741575"/>
              <a:gd name="connsiteY64" fmla="*/ 258245 h 955271"/>
              <a:gd name="connsiteX65" fmla="*/ 3738369 w 5741575"/>
              <a:gd name="connsiteY65" fmla="*/ 234506 h 955271"/>
              <a:gd name="connsiteX66" fmla="*/ 3803670 w 5741575"/>
              <a:gd name="connsiteY66" fmla="*/ 236457 h 955271"/>
              <a:gd name="connsiteX67" fmla="*/ 3903080 w 5741575"/>
              <a:gd name="connsiteY67" fmla="*/ 241890 h 955271"/>
              <a:gd name="connsiteX68" fmla="*/ 4114838 w 5741575"/>
              <a:gd name="connsiteY68" fmla="*/ 238165 h 955271"/>
              <a:gd name="connsiteX69" fmla="*/ 4271023 w 5741575"/>
              <a:gd name="connsiteY69" fmla="*/ 241959 h 955271"/>
              <a:gd name="connsiteX70" fmla="*/ 4367397 w 5741575"/>
              <a:gd name="connsiteY70" fmla="*/ 271442 h 955271"/>
              <a:gd name="connsiteX71" fmla="*/ 4495366 w 5741575"/>
              <a:gd name="connsiteY71" fmla="*/ 271618 h 955271"/>
              <a:gd name="connsiteX72" fmla="*/ 4517347 w 5741575"/>
              <a:gd name="connsiteY72" fmla="*/ 275639 h 955271"/>
              <a:gd name="connsiteX73" fmla="*/ 4546116 w 5741575"/>
              <a:gd name="connsiteY73" fmla="*/ 268568 h 955271"/>
              <a:gd name="connsiteX74" fmla="*/ 4661259 w 5741575"/>
              <a:gd name="connsiteY74" fmla="*/ 238966 h 955271"/>
              <a:gd name="connsiteX75" fmla="*/ 4750403 w 5741575"/>
              <a:gd name="connsiteY75" fmla="*/ 204364 h 955271"/>
              <a:gd name="connsiteX76" fmla="*/ 4867614 w 5741575"/>
              <a:gd name="connsiteY76" fmla="*/ 208668 h 955271"/>
              <a:gd name="connsiteX77" fmla="*/ 4937036 w 5741575"/>
              <a:gd name="connsiteY77" fmla="*/ 195446 h 955271"/>
              <a:gd name="connsiteX78" fmla="*/ 5047626 w 5741575"/>
              <a:gd name="connsiteY78" fmla="*/ 149604 h 955271"/>
              <a:gd name="connsiteX79" fmla="*/ 5200247 w 5741575"/>
              <a:gd name="connsiteY79" fmla="*/ 142695 h 955271"/>
              <a:gd name="connsiteX80" fmla="*/ 5235691 w 5741575"/>
              <a:gd name="connsiteY80" fmla="*/ 173330 h 955271"/>
              <a:gd name="connsiteX81" fmla="*/ 5280133 w 5741575"/>
              <a:gd name="connsiteY81" fmla="*/ 189342 h 955271"/>
              <a:gd name="connsiteX82" fmla="*/ 5291963 w 5741575"/>
              <a:gd name="connsiteY82" fmla="*/ 139446 h 955271"/>
              <a:gd name="connsiteX83" fmla="*/ 5418472 w 5741575"/>
              <a:gd name="connsiteY83" fmla="*/ 89163 h 955271"/>
              <a:gd name="connsiteX84" fmla="*/ 5482354 w 5741575"/>
              <a:gd name="connsiteY84" fmla="*/ 69470 h 955271"/>
              <a:gd name="connsiteX85" fmla="*/ 5583280 w 5741575"/>
              <a:gd name="connsiteY85" fmla="*/ 49787 h 955271"/>
              <a:gd name="connsiteX86" fmla="*/ 5613766 w 5741575"/>
              <a:gd name="connsiteY86" fmla="*/ 41855 h 955271"/>
              <a:gd name="connsiteX87" fmla="*/ 5684952 w 5741575"/>
              <a:gd name="connsiteY87" fmla="*/ 26088 h 955271"/>
              <a:gd name="connsiteX88" fmla="*/ 5741575 w 5741575"/>
              <a:gd name="connsiteY88" fmla="*/ 0 h 955271"/>
              <a:gd name="connsiteX0" fmla="*/ 5741575 w 5741575"/>
              <a:gd name="connsiteY0" fmla="*/ 0 h 955271"/>
              <a:gd name="connsiteX1" fmla="*/ 5741575 w 5741575"/>
              <a:gd name="connsiteY1" fmla="*/ 955271 h 955271"/>
              <a:gd name="connsiteX2" fmla="*/ 0 w 5741575"/>
              <a:gd name="connsiteY2" fmla="*/ 955271 h 955271"/>
              <a:gd name="connsiteX3" fmla="*/ 8558 w 5741575"/>
              <a:gd name="connsiteY3" fmla="*/ 953971 h 955271"/>
              <a:gd name="connsiteX4" fmla="*/ 16894 w 5741575"/>
              <a:gd name="connsiteY4" fmla="*/ 953847 h 955271"/>
              <a:gd name="connsiteX5" fmla="*/ 28156 w 5741575"/>
              <a:gd name="connsiteY5" fmla="*/ 951374 h 955271"/>
              <a:gd name="connsiteX6" fmla="*/ 28293 w 5741575"/>
              <a:gd name="connsiteY6" fmla="*/ 950971 h 955271"/>
              <a:gd name="connsiteX7" fmla="*/ 59229 w 5741575"/>
              <a:gd name="connsiteY7" fmla="*/ 903950 h 955271"/>
              <a:gd name="connsiteX8" fmla="*/ 148657 w 5741575"/>
              <a:gd name="connsiteY8" fmla="*/ 898134 h 955271"/>
              <a:gd name="connsiteX9" fmla="*/ 174554 w 5741575"/>
              <a:gd name="connsiteY9" fmla="*/ 886351 h 955271"/>
              <a:gd name="connsiteX10" fmla="*/ 187633 w 5741575"/>
              <a:gd name="connsiteY10" fmla="*/ 878226 h 955271"/>
              <a:gd name="connsiteX11" fmla="*/ 187961 w 5741575"/>
              <a:gd name="connsiteY11" fmla="*/ 876538 h 955271"/>
              <a:gd name="connsiteX12" fmla="*/ 240501 w 5741575"/>
              <a:gd name="connsiteY12" fmla="*/ 873150 h 955271"/>
              <a:gd name="connsiteX13" fmla="*/ 246345 w 5741575"/>
              <a:gd name="connsiteY13" fmla="*/ 869942 h 955271"/>
              <a:gd name="connsiteX14" fmla="*/ 306299 w 5741575"/>
              <a:gd name="connsiteY14" fmla="*/ 873609 h 955271"/>
              <a:gd name="connsiteX15" fmla="*/ 331571 w 5741575"/>
              <a:gd name="connsiteY15" fmla="*/ 869866 h 955271"/>
              <a:gd name="connsiteX16" fmla="*/ 384157 w 5741575"/>
              <a:gd name="connsiteY16" fmla="*/ 867971 h 955271"/>
              <a:gd name="connsiteX17" fmla="*/ 477637 w 5741575"/>
              <a:gd name="connsiteY17" fmla="*/ 870334 h 955271"/>
              <a:gd name="connsiteX18" fmla="*/ 570239 w 5741575"/>
              <a:gd name="connsiteY18" fmla="*/ 829596 h 955271"/>
              <a:gd name="connsiteX19" fmla="*/ 772070 w 5741575"/>
              <a:gd name="connsiteY19" fmla="*/ 820296 h 955271"/>
              <a:gd name="connsiteX20" fmla="*/ 948872 w 5741575"/>
              <a:gd name="connsiteY20" fmla="*/ 772201 h 955271"/>
              <a:gd name="connsiteX21" fmla="*/ 1127089 w 5741575"/>
              <a:gd name="connsiteY21" fmla="*/ 746926 h 955271"/>
              <a:gd name="connsiteX22" fmla="*/ 1220426 w 5741575"/>
              <a:gd name="connsiteY22" fmla="*/ 721810 h 955271"/>
              <a:gd name="connsiteX23" fmla="*/ 1306771 w 5741575"/>
              <a:gd name="connsiteY23" fmla="*/ 717936 h 955271"/>
              <a:gd name="connsiteX24" fmla="*/ 1374314 w 5741575"/>
              <a:gd name="connsiteY24" fmla="*/ 688815 h 955271"/>
              <a:gd name="connsiteX25" fmla="*/ 1378034 w 5741575"/>
              <a:gd name="connsiteY25" fmla="*/ 685842 h 955271"/>
              <a:gd name="connsiteX26" fmla="*/ 1395604 w 5741575"/>
              <a:gd name="connsiteY26" fmla="*/ 680460 h 955271"/>
              <a:gd name="connsiteX27" fmla="*/ 1397206 w 5741575"/>
              <a:gd name="connsiteY27" fmla="*/ 670793 h 955271"/>
              <a:gd name="connsiteX28" fmla="*/ 1494753 w 5741575"/>
              <a:gd name="connsiteY28" fmla="*/ 644686 h 955271"/>
              <a:gd name="connsiteX29" fmla="*/ 1616217 w 5741575"/>
              <a:gd name="connsiteY29" fmla="*/ 622107 h 955271"/>
              <a:gd name="connsiteX30" fmla="*/ 1710928 w 5741575"/>
              <a:gd name="connsiteY30" fmla="*/ 600666 h 955271"/>
              <a:gd name="connsiteX31" fmla="*/ 1743718 w 5741575"/>
              <a:gd name="connsiteY31" fmla="*/ 584327 h 955271"/>
              <a:gd name="connsiteX32" fmla="*/ 1873778 w 5741575"/>
              <a:gd name="connsiteY32" fmla="*/ 530130 h 955271"/>
              <a:gd name="connsiteX33" fmla="*/ 1988411 w 5741575"/>
              <a:gd name="connsiteY33" fmla="*/ 491599 h 955271"/>
              <a:gd name="connsiteX34" fmla="*/ 2085507 w 5741575"/>
              <a:gd name="connsiteY34" fmla="*/ 498527 h 955271"/>
              <a:gd name="connsiteX35" fmla="*/ 2090767 w 5741575"/>
              <a:gd name="connsiteY35" fmla="*/ 490616 h 955271"/>
              <a:gd name="connsiteX36" fmla="*/ 2151143 w 5741575"/>
              <a:gd name="connsiteY36" fmla="*/ 478332 h 955271"/>
              <a:gd name="connsiteX37" fmla="*/ 2378710 w 5741575"/>
              <a:gd name="connsiteY37" fmla="*/ 477570 h 955271"/>
              <a:gd name="connsiteX38" fmla="*/ 2496256 w 5741575"/>
              <a:gd name="connsiteY38" fmla="*/ 452396 h 955271"/>
              <a:gd name="connsiteX39" fmla="*/ 2535387 w 5741575"/>
              <a:gd name="connsiteY39" fmla="*/ 436645 h 955271"/>
              <a:gd name="connsiteX40" fmla="*/ 2601109 w 5741575"/>
              <a:gd name="connsiteY40" fmla="*/ 410678 h 955271"/>
              <a:gd name="connsiteX41" fmla="*/ 2643855 w 5741575"/>
              <a:gd name="connsiteY41" fmla="*/ 374482 h 955271"/>
              <a:gd name="connsiteX42" fmla="*/ 2657726 w 5741575"/>
              <a:gd name="connsiteY42" fmla="*/ 365841 h 955271"/>
              <a:gd name="connsiteX43" fmla="*/ 2687125 w 5741575"/>
              <a:gd name="connsiteY43" fmla="*/ 366820 h 955271"/>
              <a:gd name="connsiteX44" fmla="*/ 2697479 w 5741575"/>
              <a:gd name="connsiteY44" fmla="*/ 361430 h 955271"/>
              <a:gd name="connsiteX45" fmla="*/ 2701547 w 5741575"/>
              <a:gd name="connsiteY45" fmla="*/ 361545 h 955271"/>
              <a:gd name="connsiteX46" fmla="*/ 2711054 w 5741575"/>
              <a:gd name="connsiteY46" fmla="*/ 360597 h 955271"/>
              <a:gd name="connsiteX47" fmla="*/ 2710438 w 5741575"/>
              <a:gd name="connsiteY47" fmla="*/ 366958 h 955271"/>
              <a:gd name="connsiteX48" fmla="*/ 2722936 w 5741575"/>
              <a:gd name="connsiteY48" fmla="*/ 377633 h 955271"/>
              <a:gd name="connsiteX49" fmla="*/ 2777227 w 5741575"/>
              <a:gd name="connsiteY49" fmla="*/ 368972 h 955271"/>
              <a:gd name="connsiteX50" fmla="*/ 2779510 w 5741575"/>
              <a:gd name="connsiteY50" fmla="*/ 361652 h 955271"/>
              <a:gd name="connsiteX51" fmla="*/ 2786278 w 5741575"/>
              <a:gd name="connsiteY51" fmla="*/ 359869 h 955271"/>
              <a:gd name="connsiteX52" fmla="*/ 2792101 w 5741575"/>
              <a:gd name="connsiteY52" fmla="*/ 365927 h 955271"/>
              <a:gd name="connsiteX53" fmla="*/ 2885545 w 5741575"/>
              <a:gd name="connsiteY53" fmla="*/ 372818 h 955271"/>
              <a:gd name="connsiteX54" fmla="*/ 3009558 w 5741575"/>
              <a:gd name="connsiteY54" fmla="*/ 370573 h 955271"/>
              <a:gd name="connsiteX55" fmla="*/ 3095010 w 5741575"/>
              <a:gd name="connsiteY55" fmla="*/ 332454 h 955271"/>
              <a:gd name="connsiteX56" fmla="*/ 3103742 w 5741575"/>
              <a:gd name="connsiteY56" fmla="*/ 337974 h 955271"/>
              <a:gd name="connsiteX57" fmla="*/ 3165093 w 5741575"/>
              <a:gd name="connsiteY57" fmla="*/ 329459 h 955271"/>
              <a:gd name="connsiteX58" fmla="*/ 3373785 w 5741575"/>
              <a:gd name="connsiteY58" fmla="*/ 255680 h 955271"/>
              <a:gd name="connsiteX59" fmla="*/ 3493851 w 5741575"/>
              <a:gd name="connsiteY59" fmla="*/ 240255 h 955271"/>
              <a:gd name="connsiteX60" fmla="*/ 3537470 w 5741575"/>
              <a:gd name="connsiteY60" fmla="*/ 241867 h 955271"/>
              <a:gd name="connsiteX61" fmla="*/ 3610489 w 5741575"/>
              <a:gd name="connsiteY61" fmla="*/ 244128 h 955271"/>
              <a:gd name="connsiteX62" fmla="*/ 3667539 w 5741575"/>
              <a:gd name="connsiteY62" fmla="*/ 263271 h 955271"/>
              <a:gd name="connsiteX63" fmla="*/ 3727614 w 5741575"/>
              <a:gd name="connsiteY63" fmla="*/ 258245 h 955271"/>
              <a:gd name="connsiteX64" fmla="*/ 3738369 w 5741575"/>
              <a:gd name="connsiteY64" fmla="*/ 234506 h 955271"/>
              <a:gd name="connsiteX65" fmla="*/ 3803670 w 5741575"/>
              <a:gd name="connsiteY65" fmla="*/ 236457 h 955271"/>
              <a:gd name="connsiteX66" fmla="*/ 3903080 w 5741575"/>
              <a:gd name="connsiteY66" fmla="*/ 241890 h 955271"/>
              <a:gd name="connsiteX67" fmla="*/ 4114838 w 5741575"/>
              <a:gd name="connsiteY67" fmla="*/ 238165 h 955271"/>
              <a:gd name="connsiteX68" fmla="*/ 4271023 w 5741575"/>
              <a:gd name="connsiteY68" fmla="*/ 241959 h 955271"/>
              <a:gd name="connsiteX69" fmla="*/ 4367397 w 5741575"/>
              <a:gd name="connsiteY69" fmla="*/ 271442 h 955271"/>
              <a:gd name="connsiteX70" fmla="*/ 4495366 w 5741575"/>
              <a:gd name="connsiteY70" fmla="*/ 271618 h 955271"/>
              <a:gd name="connsiteX71" fmla="*/ 4517347 w 5741575"/>
              <a:gd name="connsiteY71" fmla="*/ 275639 h 955271"/>
              <a:gd name="connsiteX72" fmla="*/ 4546116 w 5741575"/>
              <a:gd name="connsiteY72" fmla="*/ 268568 h 955271"/>
              <a:gd name="connsiteX73" fmla="*/ 4661259 w 5741575"/>
              <a:gd name="connsiteY73" fmla="*/ 238966 h 955271"/>
              <a:gd name="connsiteX74" fmla="*/ 4750403 w 5741575"/>
              <a:gd name="connsiteY74" fmla="*/ 204364 h 955271"/>
              <a:gd name="connsiteX75" fmla="*/ 4867614 w 5741575"/>
              <a:gd name="connsiteY75" fmla="*/ 208668 h 955271"/>
              <a:gd name="connsiteX76" fmla="*/ 4937036 w 5741575"/>
              <a:gd name="connsiteY76" fmla="*/ 195446 h 955271"/>
              <a:gd name="connsiteX77" fmla="*/ 5047626 w 5741575"/>
              <a:gd name="connsiteY77" fmla="*/ 149604 h 955271"/>
              <a:gd name="connsiteX78" fmla="*/ 5200247 w 5741575"/>
              <a:gd name="connsiteY78" fmla="*/ 142695 h 955271"/>
              <a:gd name="connsiteX79" fmla="*/ 5235691 w 5741575"/>
              <a:gd name="connsiteY79" fmla="*/ 173330 h 955271"/>
              <a:gd name="connsiteX80" fmla="*/ 5280133 w 5741575"/>
              <a:gd name="connsiteY80" fmla="*/ 189342 h 955271"/>
              <a:gd name="connsiteX81" fmla="*/ 5291963 w 5741575"/>
              <a:gd name="connsiteY81" fmla="*/ 139446 h 955271"/>
              <a:gd name="connsiteX82" fmla="*/ 5418472 w 5741575"/>
              <a:gd name="connsiteY82" fmla="*/ 89163 h 955271"/>
              <a:gd name="connsiteX83" fmla="*/ 5482354 w 5741575"/>
              <a:gd name="connsiteY83" fmla="*/ 69470 h 955271"/>
              <a:gd name="connsiteX84" fmla="*/ 5583280 w 5741575"/>
              <a:gd name="connsiteY84" fmla="*/ 49787 h 955271"/>
              <a:gd name="connsiteX85" fmla="*/ 5613766 w 5741575"/>
              <a:gd name="connsiteY85" fmla="*/ 41855 h 955271"/>
              <a:gd name="connsiteX86" fmla="*/ 5684952 w 5741575"/>
              <a:gd name="connsiteY86" fmla="*/ 26088 h 955271"/>
              <a:gd name="connsiteX87" fmla="*/ 5741575 w 5741575"/>
              <a:gd name="connsiteY87" fmla="*/ 0 h 955271"/>
              <a:gd name="connsiteX0" fmla="*/ 5741575 w 5741575"/>
              <a:gd name="connsiteY0" fmla="*/ 0 h 955271"/>
              <a:gd name="connsiteX1" fmla="*/ 5741575 w 5741575"/>
              <a:gd name="connsiteY1" fmla="*/ 955271 h 955271"/>
              <a:gd name="connsiteX2" fmla="*/ 0 w 5741575"/>
              <a:gd name="connsiteY2" fmla="*/ 955271 h 955271"/>
              <a:gd name="connsiteX3" fmla="*/ 8558 w 5741575"/>
              <a:gd name="connsiteY3" fmla="*/ 953971 h 955271"/>
              <a:gd name="connsiteX4" fmla="*/ 16894 w 5741575"/>
              <a:gd name="connsiteY4" fmla="*/ 953847 h 955271"/>
              <a:gd name="connsiteX5" fmla="*/ 28156 w 5741575"/>
              <a:gd name="connsiteY5" fmla="*/ 951374 h 955271"/>
              <a:gd name="connsiteX6" fmla="*/ 28293 w 5741575"/>
              <a:gd name="connsiteY6" fmla="*/ 950971 h 955271"/>
              <a:gd name="connsiteX7" fmla="*/ 59229 w 5741575"/>
              <a:gd name="connsiteY7" fmla="*/ 903950 h 955271"/>
              <a:gd name="connsiteX8" fmla="*/ 148657 w 5741575"/>
              <a:gd name="connsiteY8" fmla="*/ 898134 h 955271"/>
              <a:gd name="connsiteX9" fmla="*/ 174554 w 5741575"/>
              <a:gd name="connsiteY9" fmla="*/ 886351 h 955271"/>
              <a:gd name="connsiteX10" fmla="*/ 187633 w 5741575"/>
              <a:gd name="connsiteY10" fmla="*/ 878226 h 955271"/>
              <a:gd name="connsiteX11" fmla="*/ 187961 w 5741575"/>
              <a:gd name="connsiteY11" fmla="*/ 876538 h 955271"/>
              <a:gd name="connsiteX12" fmla="*/ 240501 w 5741575"/>
              <a:gd name="connsiteY12" fmla="*/ 873150 h 955271"/>
              <a:gd name="connsiteX13" fmla="*/ 246345 w 5741575"/>
              <a:gd name="connsiteY13" fmla="*/ 869942 h 955271"/>
              <a:gd name="connsiteX14" fmla="*/ 306299 w 5741575"/>
              <a:gd name="connsiteY14" fmla="*/ 873609 h 955271"/>
              <a:gd name="connsiteX15" fmla="*/ 331571 w 5741575"/>
              <a:gd name="connsiteY15" fmla="*/ 869866 h 955271"/>
              <a:gd name="connsiteX16" fmla="*/ 384157 w 5741575"/>
              <a:gd name="connsiteY16" fmla="*/ 867971 h 955271"/>
              <a:gd name="connsiteX17" fmla="*/ 477637 w 5741575"/>
              <a:gd name="connsiteY17" fmla="*/ 870334 h 955271"/>
              <a:gd name="connsiteX18" fmla="*/ 570239 w 5741575"/>
              <a:gd name="connsiteY18" fmla="*/ 829596 h 955271"/>
              <a:gd name="connsiteX19" fmla="*/ 772070 w 5741575"/>
              <a:gd name="connsiteY19" fmla="*/ 820296 h 955271"/>
              <a:gd name="connsiteX20" fmla="*/ 948872 w 5741575"/>
              <a:gd name="connsiteY20" fmla="*/ 772201 h 955271"/>
              <a:gd name="connsiteX21" fmla="*/ 1127089 w 5741575"/>
              <a:gd name="connsiteY21" fmla="*/ 746926 h 955271"/>
              <a:gd name="connsiteX22" fmla="*/ 1306771 w 5741575"/>
              <a:gd name="connsiteY22" fmla="*/ 717936 h 955271"/>
              <a:gd name="connsiteX23" fmla="*/ 1374314 w 5741575"/>
              <a:gd name="connsiteY23" fmla="*/ 688815 h 955271"/>
              <a:gd name="connsiteX24" fmla="*/ 1378034 w 5741575"/>
              <a:gd name="connsiteY24" fmla="*/ 685842 h 955271"/>
              <a:gd name="connsiteX25" fmla="*/ 1395604 w 5741575"/>
              <a:gd name="connsiteY25" fmla="*/ 680460 h 955271"/>
              <a:gd name="connsiteX26" fmla="*/ 1397206 w 5741575"/>
              <a:gd name="connsiteY26" fmla="*/ 670793 h 955271"/>
              <a:gd name="connsiteX27" fmla="*/ 1494753 w 5741575"/>
              <a:gd name="connsiteY27" fmla="*/ 644686 h 955271"/>
              <a:gd name="connsiteX28" fmla="*/ 1616217 w 5741575"/>
              <a:gd name="connsiteY28" fmla="*/ 622107 h 955271"/>
              <a:gd name="connsiteX29" fmla="*/ 1710928 w 5741575"/>
              <a:gd name="connsiteY29" fmla="*/ 600666 h 955271"/>
              <a:gd name="connsiteX30" fmla="*/ 1743718 w 5741575"/>
              <a:gd name="connsiteY30" fmla="*/ 584327 h 955271"/>
              <a:gd name="connsiteX31" fmla="*/ 1873778 w 5741575"/>
              <a:gd name="connsiteY31" fmla="*/ 530130 h 955271"/>
              <a:gd name="connsiteX32" fmla="*/ 1988411 w 5741575"/>
              <a:gd name="connsiteY32" fmla="*/ 491599 h 955271"/>
              <a:gd name="connsiteX33" fmla="*/ 2085507 w 5741575"/>
              <a:gd name="connsiteY33" fmla="*/ 498527 h 955271"/>
              <a:gd name="connsiteX34" fmla="*/ 2090767 w 5741575"/>
              <a:gd name="connsiteY34" fmla="*/ 490616 h 955271"/>
              <a:gd name="connsiteX35" fmla="*/ 2151143 w 5741575"/>
              <a:gd name="connsiteY35" fmla="*/ 478332 h 955271"/>
              <a:gd name="connsiteX36" fmla="*/ 2378710 w 5741575"/>
              <a:gd name="connsiteY36" fmla="*/ 477570 h 955271"/>
              <a:gd name="connsiteX37" fmla="*/ 2496256 w 5741575"/>
              <a:gd name="connsiteY37" fmla="*/ 452396 h 955271"/>
              <a:gd name="connsiteX38" fmla="*/ 2535387 w 5741575"/>
              <a:gd name="connsiteY38" fmla="*/ 436645 h 955271"/>
              <a:gd name="connsiteX39" fmla="*/ 2601109 w 5741575"/>
              <a:gd name="connsiteY39" fmla="*/ 410678 h 955271"/>
              <a:gd name="connsiteX40" fmla="*/ 2643855 w 5741575"/>
              <a:gd name="connsiteY40" fmla="*/ 374482 h 955271"/>
              <a:gd name="connsiteX41" fmla="*/ 2657726 w 5741575"/>
              <a:gd name="connsiteY41" fmla="*/ 365841 h 955271"/>
              <a:gd name="connsiteX42" fmla="*/ 2687125 w 5741575"/>
              <a:gd name="connsiteY42" fmla="*/ 366820 h 955271"/>
              <a:gd name="connsiteX43" fmla="*/ 2697479 w 5741575"/>
              <a:gd name="connsiteY43" fmla="*/ 361430 h 955271"/>
              <a:gd name="connsiteX44" fmla="*/ 2701547 w 5741575"/>
              <a:gd name="connsiteY44" fmla="*/ 361545 h 955271"/>
              <a:gd name="connsiteX45" fmla="*/ 2711054 w 5741575"/>
              <a:gd name="connsiteY45" fmla="*/ 360597 h 955271"/>
              <a:gd name="connsiteX46" fmla="*/ 2710438 w 5741575"/>
              <a:gd name="connsiteY46" fmla="*/ 366958 h 955271"/>
              <a:gd name="connsiteX47" fmla="*/ 2722936 w 5741575"/>
              <a:gd name="connsiteY47" fmla="*/ 377633 h 955271"/>
              <a:gd name="connsiteX48" fmla="*/ 2777227 w 5741575"/>
              <a:gd name="connsiteY48" fmla="*/ 368972 h 955271"/>
              <a:gd name="connsiteX49" fmla="*/ 2779510 w 5741575"/>
              <a:gd name="connsiteY49" fmla="*/ 361652 h 955271"/>
              <a:gd name="connsiteX50" fmla="*/ 2786278 w 5741575"/>
              <a:gd name="connsiteY50" fmla="*/ 359869 h 955271"/>
              <a:gd name="connsiteX51" fmla="*/ 2792101 w 5741575"/>
              <a:gd name="connsiteY51" fmla="*/ 365927 h 955271"/>
              <a:gd name="connsiteX52" fmla="*/ 2885545 w 5741575"/>
              <a:gd name="connsiteY52" fmla="*/ 372818 h 955271"/>
              <a:gd name="connsiteX53" fmla="*/ 3009558 w 5741575"/>
              <a:gd name="connsiteY53" fmla="*/ 370573 h 955271"/>
              <a:gd name="connsiteX54" fmla="*/ 3095010 w 5741575"/>
              <a:gd name="connsiteY54" fmla="*/ 332454 h 955271"/>
              <a:gd name="connsiteX55" fmla="*/ 3103742 w 5741575"/>
              <a:gd name="connsiteY55" fmla="*/ 337974 h 955271"/>
              <a:gd name="connsiteX56" fmla="*/ 3165093 w 5741575"/>
              <a:gd name="connsiteY56" fmla="*/ 329459 h 955271"/>
              <a:gd name="connsiteX57" fmla="*/ 3373785 w 5741575"/>
              <a:gd name="connsiteY57" fmla="*/ 255680 h 955271"/>
              <a:gd name="connsiteX58" fmla="*/ 3493851 w 5741575"/>
              <a:gd name="connsiteY58" fmla="*/ 240255 h 955271"/>
              <a:gd name="connsiteX59" fmla="*/ 3537470 w 5741575"/>
              <a:gd name="connsiteY59" fmla="*/ 241867 h 955271"/>
              <a:gd name="connsiteX60" fmla="*/ 3610489 w 5741575"/>
              <a:gd name="connsiteY60" fmla="*/ 244128 h 955271"/>
              <a:gd name="connsiteX61" fmla="*/ 3667539 w 5741575"/>
              <a:gd name="connsiteY61" fmla="*/ 263271 h 955271"/>
              <a:gd name="connsiteX62" fmla="*/ 3727614 w 5741575"/>
              <a:gd name="connsiteY62" fmla="*/ 258245 h 955271"/>
              <a:gd name="connsiteX63" fmla="*/ 3738369 w 5741575"/>
              <a:gd name="connsiteY63" fmla="*/ 234506 h 955271"/>
              <a:gd name="connsiteX64" fmla="*/ 3803670 w 5741575"/>
              <a:gd name="connsiteY64" fmla="*/ 236457 h 955271"/>
              <a:gd name="connsiteX65" fmla="*/ 3903080 w 5741575"/>
              <a:gd name="connsiteY65" fmla="*/ 241890 h 955271"/>
              <a:gd name="connsiteX66" fmla="*/ 4114838 w 5741575"/>
              <a:gd name="connsiteY66" fmla="*/ 238165 h 955271"/>
              <a:gd name="connsiteX67" fmla="*/ 4271023 w 5741575"/>
              <a:gd name="connsiteY67" fmla="*/ 241959 h 955271"/>
              <a:gd name="connsiteX68" fmla="*/ 4367397 w 5741575"/>
              <a:gd name="connsiteY68" fmla="*/ 271442 h 955271"/>
              <a:gd name="connsiteX69" fmla="*/ 4495366 w 5741575"/>
              <a:gd name="connsiteY69" fmla="*/ 271618 h 955271"/>
              <a:gd name="connsiteX70" fmla="*/ 4517347 w 5741575"/>
              <a:gd name="connsiteY70" fmla="*/ 275639 h 955271"/>
              <a:gd name="connsiteX71" fmla="*/ 4546116 w 5741575"/>
              <a:gd name="connsiteY71" fmla="*/ 268568 h 955271"/>
              <a:gd name="connsiteX72" fmla="*/ 4661259 w 5741575"/>
              <a:gd name="connsiteY72" fmla="*/ 238966 h 955271"/>
              <a:gd name="connsiteX73" fmla="*/ 4750403 w 5741575"/>
              <a:gd name="connsiteY73" fmla="*/ 204364 h 955271"/>
              <a:gd name="connsiteX74" fmla="*/ 4867614 w 5741575"/>
              <a:gd name="connsiteY74" fmla="*/ 208668 h 955271"/>
              <a:gd name="connsiteX75" fmla="*/ 4937036 w 5741575"/>
              <a:gd name="connsiteY75" fmla="*/ 195446 h 955271"/>
              <a:gd name="connsiteX76" fmla="*/ 5047626 w 5741575"/>
              <a:gd name="connsiteY76" fmla="*/ 149604 h 955271"/>
              <a:gd name="connsiteX77" fmla="*/ 5200247 w 5741575"/>
              <a:gd name="connsiteY77" fmla="*/ 142695 h 955271"/>
              <a:gd name="connsiteX78" fmla="*/ 5235691 w 5741575"/>
              <a:gd name="connsiteY78" fmla="*/ 173330 h 955271"/>
              <a:gd name="connsiteX79" fmla="*/ 5280133 w 5741575"/>
              <a:gd name="connsiteY79" fmla="*/ 189342 h 955271"/>
              <a:gd name="connsiteX80" fmla="*/ 5291963 w 5741575"/>
              <a:gd name="connsiteY80" fmla="*/ 139446 h 955271"/>
              <a:gd name="connsiteX81" fmla="*/ 5418472 w 5741575"/>
              <a:gd name="connsiteY81" fmla="*/ 89163 h 955271"/>
              <a:gd name="connsiteX82" fmla="*/ 5482354 w 5741575"/>
              <a:gd name="connsiteY82" fmla="*/ 69470 h 955271"/>
              <a:gd name="connsiteX83" fmla="*/ 5583280 w 5741575"/>
              <a:gd name="connsiteY83" fmla="*/ 49787 h 955271"/>
              <a:gd name="connsiteX84" fmla="*/ 5613766 w 5741575"/>
              <a:gd name="connsiteY84" fmla="*/ 41855 h 955271"/>
              <a:gd name="connsiteX85" fmla="*/ 5684952 w 5741575"/>
              <a:gd name="connsiteY85" fmla="*/ 26088 h 955271"/>
              <a:gd name="connsiteX86" fmla="*/ 5741575 w 5741575"/>
              <a:gd name="connsiteY86" fmla="*/ 0 h 955271"/>
              <a:gd name="connsiteX0" fmla="*/ 5741575 w 5741575"/>
              <a:gd name="connsiteY0" fmla="*/ 0 h 955271"/>
              <a:gd name="connsiteX1" fmla="*/ 5741575 w 5741575"/>
              <a:gd name="connsiteY1" fmla="*/ 955271 h 955271"/>
              <a:gd name="connsiteX2" fmla="*/ 0 w 5741575"/>
              <a:gd name="connsiteY2" fmla="*/ 955271 h 955271"/>
              <a:gd name="connsiteX3" fmla="*/ 8558 w 5741575"/>
              <a:gd name="connsiteY3" fmla="*/ 953971 h 955271"/>
              <a:gd name="connsiteX4" fmla="*/ 16894 w 5741575"/>
              <a:gd name="connsiteY4" fmla="*/ 953847 h 955271"/>
              <a:gd name="connsiteX5" fmla="*/ 28156 w 5741575"/>
              <a:gd name="connsiteY5" fmla="*/ 951374 h 955271"/>
              <a:gd name="connsiteX6" fmla="*/ 28293 w 5741575"/>
              <a:gd name="connsiteY6" fmla="*/ 950971 h 955271"/>
              <a:gd name="connsiteX7" fmla="*/ 59229 w 5741575"/>
              <a:gd name="connsiteY7" fmla="*/ 903950 h 955271"/>
              <a:gd name="connsiteX8" fmla="*/ 148657 w 5741575"/>
              <a:gd name="connsiteY8" fmla="*/ 898134 h 955271"/>
              <a:gd name="connsiteX9" fmla="*/ 174554 w 5741575"/>
              <a:gd name="connsiteY9" fmla="*/ 886351 h 955271"/>
              <a:gd name="connsiteX10" fmla="*/ 187633 w 5741575"/>
              <a:gd name="connsiteY10" fmla="*/ 878226 h 955271"/>
              <a:gd name="connsiteX11" fmla="*/ 187961 w 5741575"/>
              <a:gd name="connsiteY11" fmla="*/ 876538 h 955271"/>
              <a:gd name="connsiteX12" fmla="*/ 240501 w 5741575"/>
              <a:gd name="connsiteY12" fmla="*/ 873150 h 955271"/>
              <a:gd name="connsiteX13" fmla="*/ 246345 w 5741575"/>
              <a:gd name="connsiteY13" fmla="*/ 869942 h 955271"/>
              <a:gd name="connsiteX14" fmla="*/ 306299 w 5741575"/>
              <a:gd name="connsiteY14" fmla="*/ 873609 h 955271"/>
              <a:gd name="connsiteX15" fmla="*/ 331571 w 5741575"/>
              <a:gd name="connsiteY15" fmla="*/ 869866 h 955271"/>
              <a:gd name="connsiteX16" fmla="*/ 384157 w 5741575"/>
              <a:gd name="connsiteY16" fmla="*/ 867971 h 955271"/>
              <a:gd name="connsiteX17" fmla="*/ 477637 w 5741575"/>
              <a:gd name="connsiteY17" fmla="*/ 870334 h 955271"/>
              <a:gd name="connsiteX18" fmla="*/ 570239 w 5741575"/>
              <a:gd name="connsiteY18" fmla="*/ 829596 h 955271"/>
              <a:gd name="connsiteX19" fmla="*/ 772070 w 5741575"/>
              <a:gd name="connsiteY19" fmla="*/ 820296 h 955271"/>
              <a:gd name="connsiteX20" fmla="*/ 948872 w 5741575"/>
              <a:gd name="connsiteY20" fmla="*/ 772201 h 955271"/>
              <a:gd name="connsiteX21" fmla="*/ 1127089 w 5741575"/>
              <a:gd name="connsiteY21" fmla="*/ 746926 h 955271"/>
              <a:gd name="connsiteX22" fmla="*/ 1226314 w 5741575"/>
              <a:gd name="connsiteY22" fmla="*/ 722473 h 955271"/>
              <a:gd name="connsiteX23" fmla="*/ 1374314 w 5741575"/>
              <a:gd name="connsiteY23" fmla="*/ 688815 h 955271"/>
              <a:gd name="connsiteX24" fmla="*/ 1378034 w 5741575"/>
              <a:gd name="connsiteY24" fmla="*/ 685842 h 955271"/>
              <a:gd name="connsiteX25" fmla="*/ 1395604 w 5741575"/>
              <a:gd name="connsiteY25" fmla="*/ 680460 h 955271"/>
              <a:gd name="connsiteX26" fmla="*/ 1397206 w 5741575"/>
              <a:gd name="connsiteY26" fmla="*/ 670793 h 955271"/>
              <a:gd name="connsiteX27" fmla="*/ 1494753 w 5741575"/>
              <a:gd name="connsiteY27" fmla="*/ 644686 h 955271"/>
              <a:gd name="connsiteX28" fmla="*/ 1616217 w 5741575"/>
              <a:gd name="connsiteY28" fmla="*/ 622107 h 955271"/>
              <a:gd name="connsiteX29" fmla="*/ 1710928 w 5741575"/>
              <a:gd name="connsiteY29" fmla="*/ 600666 h 955271"/>
              <a:gd name="connsiteX30" fmla="*/ 1743718 w 5741575"/>
              <a:gd name="connsiteY30" fmla="*/ 584327 h 955271"/>
              <a:gd name="connsiteX31" fmla="*/ 1873778 w 5741575"/>
              <a:gd name="connsiteY31" fmla="*/ 530130 h 955271"/>
              <a:gd name="connsiteX32" fmla="*/ 1988411 w 5741575"/>
              <a:gd name="connsiteY32" fmla="*/ 491599 h 955271"/>
              <a:gd name="connsiteX33" fmla="*/ 2085507 w 5741575"/>
              <a:gd name="connsiteY33" fmla="*/ 498527 h 955271"/>
              <a:gd name="connsiteX34" fmla="*/ 2090767 w 5741575"/>
              <a:gd name="connsiteY34" fmla="*/ 490616 h 955271"/>
              <a:gd name="connsiteX35" fmla="*/ 2151143 w 5741575"/>
              <a:gd name="connsiteY35" fmla="*/ 478332 h 955271"/>
              <a:gd name="connsiteX36" fmla="*/ 2378710 w 5741575"/>
              <a:gd name="connsiteY36" fmla="*/ 477570 h 955271"/>
              <a:gd name="connsiteX37" fmla="*/ 2496256 w 5741575"/>
              <a:gd name="connsiteY37" fmla="*/ 452396 h 955271"/>
              <a:gd name="connsiteX38" fmla="*/ 2535387 w 5741575"/>
              <a:gd name="connsiteY38" fmla="*/ 436645 h 955271"/>
              <a:gd name="connsiteX39" fmla="*/ 2601109 w 5741575"/>
              <a:gd name="connsiteY39" fmla="*/ 410678 h 955271"/>
              <a:gd name="connsiteX40" fmla="*/ 2643855 w 5741575"/>
              <a:gd name="connsiteY40" fmla="*/ 374482 h 955271"/>
              <a:gd name="connsiteX41" fmla="*/ 2657726 w 5741575"/>
              <a:gd name="connsiteY41" fmla="*/ 365841 h 955271"/>
              <a:gd name="connsiteX42" fmla="*/ 2687125 w 5741575"/>
              <a:gd name="connsiteY42" fmla="*/ 366820 h 955271"/>
              <a:gd name="connsiteX43" fmla="*/ 2697479 w 5741575"/>
              <a:gd name="connsiteY43" fmla="*/ 361430 h 955271"/>
              <a:gd name="connsiteX44" fmla="*/ 2701547 w 5741575"/>
              <a:gd name="connsiteY44" fmla="*/ 361545 h 955271"/>
              <a:gd name="connsiteX45" fmla="*/ 2711054 w 5741575"/>
              <a:gd name="connsiteY45" fmla="*/ 360597 h 955271"/>
              <a:gd name="connsiteX46" fmla="*/ 2710438 w 5741575"/>
              <a:gd name="connsiteY46" fmla="*/ 366958 h 955271"/>
              <a:gd name="connsiteX47" fmla="*/ 2722936 w 5741575"/>
              <a:gd name="connsiteY47" fmla="*/ 377633 h 955271"/>
              <a:gd name="connsiteX48" fmla="*/ 2777227 w 5741575"/>
              <a:gd name="connsiteY48" fmla="*/ 368972 h 955271"/>
              <a:gd name="connsiteX49" fmla="*/ 2779510 w 5741575"/>
              <a:gd name="connsiteY49" fmla="*/ 361652 h 955271"/>
              <a:gd name="connsiteX50" fmla="*/ 2786278 w 5741575"/>
              <a:gd name="connsiteY50" fmla="*/ 359869 h 955271"/>
              <a:gd name="connsiteX51" fmla="*/ 2792101 w 5741575"/>
              <a:gd name="connsiteY51" fmla="*/ 365927 h 955271"/>
              <a:gd name="connsiteX52" fmla="*/ 2885545 w 5741575"/>
              <a:gd name="connsiteY52" fmla="*/ 372818 h 955271"/>
              <a:gd name="connsiteX53" fmla="*/ 3009558 w 5741575"/>
              <a:gd name="connsiteY53" fmla="*/ 370573 h 955271"/>
              <a:gd name="connsiteX54" fmla="*/ 3095010 w 5741575"/>
              <a:gd name="connsiteY54" fmla="*/ 332454 h 955271"/>
              <a:gd name="connsiteX55" fmla="*/ 3103742 w 5741575"/>
              <a:gd name="connsiteY55" fmla="*/ 337974 h 955271"/>
              <a:gd name="connsiteX56" fmla="*/ 3165093 w 5741575"/>
              <a:gd name="connsiteY56" fmla="*/ 329459 h 955271"/>
              <a:gd name="connsiteX57" fmla="*/ 3373785 w 5741575"/>
              <a:gd name="connsiteY57" fmla="*/ 255680 h 955271"/>
              <a:gd name="connsiteX58" fmla="*/ 3493851 w 5741575"/>
              <a:gd name="connsiteY58" fmla="*/ 240255 h 955271"/>
              <a:gd name="connsiteX59" fmla="*/ 3537470 w 5741575"/>
              <a:gd name="connsiteY59" fmla="*/ 241867 h 955271"/>
              <a:gd name="connsiteX60" fmla="*/ 3610489 w 5741575"/>
              <a:gd name="connsiteY60" fmla="*/ 244128 h 955271"/>
              <a:gd name="connsiteX61" fmla="*/ 3667539 w 5741575"/>
              <a:gd name="connsiteY61" fmla="*/ 263271 h 955271"/>
              <a:gd name="connsiteX62" fmla="*/ 3727614 w 5741575"/>
              <a:gd name="connsiteY62" fmla="*/ 258245 h 955271"/>
              <a:gd name="connsiteX63" fmla="*/ 3738369 w 5741575"/>
              <a:gd name="connsiteY63" fmla="*/ 234506 h 955271"/>
              <a:gd name="connsiteX64" fmla="*/ 3803670 w 5741575"/>
              <a:gd name="connsiteY64" fmla="*/ 236457 h 955271"/>
              <a:gd name="connsiteX65" fmla="*/ 3903080 w 5741575"/>
              <a:gd name="connsiteY65" fmla="*/ 241890 h 955271"/>
              <a:gd name="connsiteX66" fmla="*/ 4114838 w 5741575"/>
              <a:gd name="connsiteY66" fmla="*/ 238165 h 955271"/>
              <a:gd name="connsiteX67" fmla="*/ 4271023 w 5741575"/>
              <a:gd name="connsiteY67" fmla="*/ 241959 h 955271"/>
              <a:gd name="connsiteX68" fmla="*/ 4367397 w 5741575"/>
              <a:gd name="connsiteY68" fmla="*/ 271442 h 955271"/>
              <a:gd name="connsiteX69" fmla="*/ 4495366 w 5741575"/>
              <a:gd name="connsiteY69" fmla="*/ 271618 h 955271"/>
              <a:gd name="connsiteX70" fmla="*/ 4517347 w 5741575"/>
              <a:gd name="connsiteY70" fmla="*/ 275639 h 955271"/>
              <a:gd name="connsiteX71" fmla="*/ 4546116 w 5741575"/>
              <a:gd name="connsiteY71" fmla="*/ 268568 h 955271"/>
              <a:gd name="connsiteX72" fmla="*/ 4661259 w 5741575"/>
              <a:gd name="connsiteY72" fmla="*/ 238966 h 955271"/>
              <a:gd name="connsiteX73" fmla="*/ 4750403 w 5741575"/>
              <a:gd name="connsiteY73" fmla="*/ 204364 h 955271"/>
              <a:gd name="connsiteX74" fmla="*/ 4867614 w 5741575"/>
              <a:gd name="connsiteY74" fmla="*/ 208668 h 955271"/>
              <a:gd name="connsiteX75" fmla="*/ 4937036 w 5741575"/>
              <a:gd name="connsiteY75" fmla="*/ 195446 h 955271"/>
              <a:gd name="connsiteX76" fmla="*/ 5047626 w 5741575"/>
              <a:gd name="connsiteY76" fmla="*/ 149604 h 955271"/>
              <a:gd name="connsiteX77" fmla="*/ 5200247 w 5741575"/>
              <a:gd name="connsiteY77" fmla="*/ 142695 h 955271"/>
              <a:gd name="connsiteX78" fmla="*/ 5235691 w 5741575"/>
              <a:gd name="connsiteY78" fmla="*/ 173330 h 955271"/>
              <a:gd name="connsiteX79" fmla="*/ 5280133 w 5741575"/>
              <a:gd name="connsiteY79" fmla="*/ 189342 h 955271"/>
              <a:gd name="connsiteX80" fmla="*/ 5291963 w 5741575"/>
              <a:gd name="connsiteY80" fmla="*/ 139446 h 955271"/>
              <a:gd name="connsiteX81" fmla="*/ 5418472 w 5741575"/>
              <a:gd name="connsiteY81" fmla="*/ 89163 h 955271"/>
              <a:gd name="connsiteX82" fmla="*/ 5482354 w 5741575"/>
              <a:gd name="connsiteY82" fmla="*/ 69470 h 955271"/>
              <a:gd name="connsiteX83" fmla="*/ 5583280 w 5741575"/>
              <a:gd name="connsiteY83" fmla="*/ 49787 h 955271"/>
              <a:gd name="connsiteX84" fmla="*/ 5613766 w 5741575"/>
              <a:gd name="connsiteY84" fmla="*/ 41855 h 955271"/>
              <a:gd name="connsiteX85" fmla="*/ 5684952 w 5741575"/>
              <a:gd name="connsiteY85" fmla="*/ 26088 h 955271"/>
              <a:gd name="connsiteX86" fmla="*/ 5741575 w 5741575"/>
              <a:gd name="connsiteY86" fmla="*/ 0 h 955271"/>
              <a:gd name="connsiteX0" fmla="*/ 5741575 w 5741575"/>
              <a:gd name="connsiteY0" fmla="*/ 0 h 955271"/>
              <a:gd name="connsiteX1" fmla="*/ 5741575 w 5741575"/>
              <a:gd name="connsiteY1" fmla="*/ 955271 h 955271"/>
              <a:gd name="connsiteX2" fmla="*/ 0 w 5741575"/>
              <a:gd name="connsiteY2" fmla="*/ 955271 h 955271"/>
              <a:gd name="connsiteX3" fmla="*/ 8558 w 5741575"/>
              <a:gd name="connsiteY3" fmla="*/ 953971 h 955271"/>
              <a:gd name="connsiteX4" fmla="*/ 16894 w 5741575"/>
              <a:gd name="connsiteY4" fmla="*/ 953847 h 955271"/>
              <a:gd name="connsiteX5" fmla="*/ 28156 w 5741575"/>
              <a:gd name="connsiteY5" fmla="*/ 951374 h 955271"/>
              <a:gd name="connsiteX6" fmla="*/ 28293 w 5741575"/>
              <a:gd name="connsiteY6" fmla="*/ 950971 h 955271"/>
              <a:gd name="connsiteX7" fmla="*/ 59229 w 5741575"/>
              <a:gd name="connsiteY7" fmla="*/ 903950 h 955271"/>
              <a:gd name="connsiteX8" fmla="*/ 148657 w 5741575"/>
              <a:gd name="connsiteY8" fmla="*/ 898134 h 955271"/>
              <a:gd name="connsiteX9" fmla="*/ 174554 w 5741575"/>
              <a:gd name="connsiteY9" fmla="*/ 886351 h 955271"/>
              <a:gd name="connsiteX10" fmla="*/ 187633 w 5741575"/>
              <a:gd name="connsiteY10" fmla="*/ 878226 h 955271"/>
              <a:gd name="connsiteX11" fmla="*/ 187961 w 5741575"/>
              <a:gd name="connsiteY11" fmla="*/ 876538 h 955271"/>
              <a:gd name="connsiteX12" fmla="*/ 240501 w 5741575"/>
              <a:gd name="connsiteY12" fmla="*/ 873150 h 955271"/>
              <a:gd name="connsiteX13" fmla="*/ 246345 w 5741575"/>
              <a:gd name="connsiteY13" fmla="*/ 869942 h 955271"/>
              <a:gd name="connsiteX14" fmla="*/ 306299 w 5741575"/>
              <a:gd name="connsiteY14" fmla="*/ 873609 h 955271"/>
              <a:gd name="connsiteX15" fmla="*/ 331571 w 5741575"/>
              <a:gd name="connsiteY15" fmla="*/ 869866 h 955271"/>
              <a:gd name="connsiteX16" fmla="*/ 384157 w 5741575"/>
              <a:gd name="connsiteY16" fmla="*/ 867971 h 955271"/>
              <a:gd name="connsiteX17" fmla="*/ 477637 w 5741575"/>
              <a:gd name="connsiteY17" fmla="*/ 870334 h 955271"/>
              <a:gd name="connsiteX18" fmla="*/ 570239 w 5741575"/>
              <a:gd name="connsiteY18" fmla="*/ 829596 h 955271"/>
              <a:gd name="connsiteX19" fmla="*/ 772070 w 5741575"/>
              <a:gd name="connsiteY19" fmla="*/ 820296 h 955271"/>
              <a:gd name="connsiteX20" fmla="*/ 948872 w 5741575"/>
              <a:gd name="connsiteY20" fmla="*/ 772201 h 955271"/>
              <a:gd name="connsiteX21" fmla="*/ 1127089 w 5741575"/>
              <a:gd name="connsiteY21" fmla="*/ 746926 h 955271"/>
              <a:gd name="connsiteX22" fmla="*/ 1226314 w 5741575"/>
              <a:gd name="connsiteY22" fmla="*/ 722473 h 955271"/>
              <a:gd name="connsiteX23" fmla="*/ 1374314 w 5741575"/>
              <a:gd name="connsiteY23" fmla="*/ 688815 h 955271"/>
              <a:gd name="connsiteX24" fmla="*/ 1378034 w 5741575"/>
              <a:gd name="connsiteY24" fmla="*/ 685842 h 955271"/>
              <a:gd name="connsiteX25" fmla="*/ 1395604 w 5741575"/>
              <a:gd name="connsiteY25" fmla="*/ 680460 h 955271"/>
              <a:gd name="connsiteX26" fmla="*/ 1412292 w 5741575"/>
              <a:gd name="connsiteY26" fmla="*/ 670793 h 955271"/>
              <a:gd name="connsiteX27" fmla="*/ 1494753 w 5741575"/>
              <a:gd name="connsiteY27" fmla="*/ 644686 h 955271"/>
              <a:gd name="connsiteX28" fmla="*/ 1616217 w 5741575"/>
              <a:gd name="connsiteY28" fmla="*/ 622107 h 955271"/>
              <a:gd name="connsiteX29" fmla="*/ 1710928 w 5741575"/>
              <a:gd name="connsiteY29" fmla="*/ 600666 h 955271"/>
              <a:gd name="connsiteX30" fmla="*/ 1743718 w 5741575"/>
              <a:gd name="connsiteY30" fmla="*/ 584327 h 955271"/>
              <a:gd name="connsiteX31" fmla="*/ 1873778 w 5741575"/>
              <a:gd name="connsiteY31" fmla="*/ 530130 h 955271"/>
              <a:gd name="connsiteX32" fmla="*/ 1988411 w 5741575"/>
              <a:gd name="connsiteY32" fmla="*/ 491599 h 955271"/>
              <a:gd name="connsiteX33" fmla="*/ 2085507 w 5741575"/>
              <a:gd name="connsiteY33" fmla="*/ 498527 h 955271"/>
              <a:gd name="connsiteX34" fmla="*/ 2090767 w 5741575"/>
              <a:gd name="connsiteY34" fmla="*/ 490616 h 955271"/>
              <a:gd name="connsiteX35" fmla="*/ 2151143 w 5741575"/>
              <a:gd name="connsiteY35" fmla="*/ 478332 h 955271"/>
              <a:gd name="connsiteX36" fmla="*/ 2378710 w 5741575"/>
              <a:gd name="connsiteY36" fmla="*/ 477570 h 955271"/>
              <a:gd name="connsiteX37" fmla="*/ 2496256 w 5741575"/>
              <a:gd name="connsiteY37" fmla="*/ 452396 h 955271"/>
              <a:gd name="connsiteX38" fmla="*/ 2535387 w 5741575"/>
              <a:gd name="connsiteY38" fmla="*/ 436645 h 955271"/>
              <a:gd name="connsiteX39" fmla="*/ 2601109 w 5741575"/>
              <a:gd name="connsiteY39" fmla="*/ 410678 h 955271"/>
              <a:gd name="connsiteX40" fmla="*/ 2643855 w 5741575"/>
              <a:gd name="connsiteY40" fmla="*/ 374482 h 955271"/>
              <a:gd name="connsiteX41" fmla="*/ 2657726 w 5741575"/>
              <a:gd name="connsiteY41" fmla="*/ 365841 h 955271"/>
              <a:gd name="connsiteX42" fmla="*/ 2687125 w 5741575"/>
              <a:gd name="connsiteY42" fmla="*/ 366820 h 955271"/>
              <a:gd name="connsiteX43" fmla="*/ 2697479 w 5741575"/>
              <a:gd name="connsiteY43" fmla="*/ 361430 h 955271"/>
              <a:gd name="connsiteX44" fmla="*/ 2701547 w 5741575"/>
              <a:gd name="connsiteY44" fmla="*/ 361545 h 955271"/>
              <a:gd name="connsiteX45" fmla="*/ 2711054 w 5741575"/>
              <a:gd name="connsiteY45" fmla="*/ 360597 h 955271"/>
              <a:gd name="connsiteX46" fmla="*/ 2710438 w 5741575"/>
              <a:gd name="connsiteY46" fmla="*/ 366958 h 955271"/>
              <a:gd name="connsiteX47" fmla="*/ 2722936 w 5741575"/>
              <a:gd name="connsiteY47" fmla="*/ 377633 h 955271"/>
              <a:gd name="connsiteX48" fmla="*/ 2777227 w 5741575"/>
              <a:gd name="connsiteY48" fmla="*/ 368972 h 955271"/>
              <a:gd name="connsiteX49" fmla="*/ 2779510 w 5741575"/>
              <a:gd name="connsiteY49" fmla="*/ 361652 h 955271"/>
              <a:gd name="connsiteX50" fmla="*/ 2786278 w 5741575"/>
              <a:gd name="connsiteY50" fmla="*/ 359869 h 955271"/>
              <a:gd name="connsiteX51" fmla="*/ 2792101 w 5741575"/>
              <a:gd name="connsiteY51" fmla="*/ 365927 h 955271"/>
              <a:gd name="connsiteX52" fmla="*/ 2885545 w 5741575"/>
              <a:gd name="connsiteY52" fmla="*/ 372818 h 955271"/>
              <a:gd name="connsiteX53" fmla="*/ 3009558 w 5741575"/>
              <a:gd name="connsiteY53" fmla="*/ 370573 h 955271"/>
              <a:gd name="connsiteX54" fmla="*/ 3095010 w 5741575"/>
              <a:gd name="connsiteY54" fmla="*/ 332454 h 955271"/>
              <a:gd name="connsiteX55" fmla="*/ 3103742 w 5741575"/>
              <a:gd name="connsiteY55" fmla="*/ 337974 h 955271"/>
              <a:gd name="connsiteX56" fmla="*/ 3165093 w 5741575"/>
              <a:gd name="connsiteY56" fmla="*/ 329459 h 955271"/>
              <a:gd name="connsiteX57" fmla="*/ 3373785 w 5741575"/>
              <a:gd name="connsiteY57" fmla="*/ 255680 h 955271"/>
              <a:gd name="connsiteX58" fmla="*/ 3493851 w 5741575"/>
              <a:gd name="connsiteY58" fmla="*/ 240255 h 955271"/>
              <a:gd name="connsiteX59" fmla="*/ 3537470 w 5741575"/>
              <a:gd name="connsiteY59" fmla="*/ 241867 h 955271"/>
              <a:gd name="connsiteX60" fmla="*/ 3610489 w 5741575"/>
              <a:gd name="connsiteY60" fmla="*/ 244128 h 955271"/>
              <a:gd name="connsiteX61" fmla="*/ 3667539 w 5741575"/>
              <a:gd name="connsiteY61" fmla="*/ 263271 h 955271"/>
              <a:gd name="connsiteX62" fmla="*/ 3727614 w 5741575"/>
              <a:gd name="connsiteY62" fmla="*/ 258245 h 955271"/>
              <a:gd name="connsiteX63" fmla="*/ 3738369 w 5741575"/>
              <a:gd name="connsiteY63" fmla="*/ 234506 h 955271"/>
              <a:gd name="connsiteX64" fmla="*/ 3803670 w 5741575"/>
              <a:gd name="connsiteY64" fmla="*/ 236457 h 955271"/>
              <a:gd name="connsiteX65" fmla="*/ 3903080 w 5741575"/>
              <a:gd name="connsiteY65" fmla="*/ 241890 h 955271"/>
              <a:gd name="connsiteX66" fmla="*/ 4114838 w 5741575"/>
              <a:gd name="connsiteY66" fmla="*/ 238165 h 955271"/>
              <a:gd name="connsiteX67" fmla="*/ 4271023 w 5741575"/>
              <a:gd name="connsiteY67" fmla="*/ 241959 h 955271"/>
              <a:gd name="connsiteX68" fmla="*/ 4367397 w 5741575"/>
              <a:gd name="connsiteY68" fmla="*/ 271442 h 955271"/>
              <a:gd name="connsiteX69" fmla="*/ 4495366 w 5741575"/>
              <a:gd name="connsiteY69" fmla="*/ 271618 h 955271"/>
              <a:gd name="connsiteX70" fmla="*/ 4517347 w 5741575"/>
              <a:gd name="connsiteY70" fmla="*/ 275639 h 955271"/>
              <a:gd name="connsiteX71" fmla="*/ 4546116 w 5741575"/>
              <a:gd name="connsiteY71" fmla="*/ 268568 h 955271"/>
              <a:gd name="connsiteX72" fmla="*/ 4661259 w 5741575"/>
              <a:gd name="connsiteY72" fmla="*/ 238966 h 955271"/>
              <a:gd name="connsiteX73" fmla="*/ 4750403 w 5741575"/>
              <a:gd name="connsiteY73" fmla="*/ 204364 h 955271"/>
              <a:gd name="connsiteX74" fmla="*/ 4867614 w 5741575"/>
              <a:gd name="connsiteY74" fmla="*/ 208668 h 955271"/>
              <a:gd name="connsiteX75" fmla="*/ 4937036 w 5741575"/>
              <a:gd name="connsiteY75" fmla="*/ 195446 h 955271"/>
              <a:gd name="connsiteX76" fmla="*/ 5047626 w 5741575"/>
              <a:gd name="connsiteY76" fmla="*/ 149604 h 955271"/>
              <a:gd name="connsiteX77" fmla="*/ 5200247 w 5741575"/>
              <a:gd name="connsiteY77" fmla="*/ 142695 h 955271"/>
              <a:gd name="connsiteX78" fmla="*/ 5235691 w 5741575"/>
              <a:gd name="connsiteY78" fmla="*/ 173330 h 955271"/>
              <a:gd name="connsiteX79" fmla="*/ 5280133 w 5741575"/>
              <a:gd name="connsiteY79" fmla="*/ 189342 h 955271"/>
              <a:gd name="connsiteX80" fmla="*/ 5291963 w 5741575"/>
              <a:gd name="connsiteY80" fmla="*/ 139446 h 955271"/>
              <a:gd name="connsiteX81" fmla="*/ 5418472 w 5741575"/>
              <a:gd name="connsiteY81" fmla="*/ 89163 h 955271"/>
              <a:gd name="connsiteX82" fmla="*/ 5482354 w 5741575"/>
              <a:gd name="connsiteY82" fmla="*/ 69470 h 955271"/>
              <a:gd name="connsiteX83" fmla="*/ 5583280 w 5741575"/>
              <a:gd name="connsiteY83" fmla="*/ 49787 h 955271"/>
              <a:gd name="connsiteX84" fmla="*/ 5613766 w 5741575"/>
              <a:gd name="connsiteY84" fmla="*/ 41855 h 955271"/>
              <a:gd name="connsiteX85" fmla="*/ 5684952 w 5741575"/>
              <a:gd name="connsiteY85" fmla="*/ 26088 h 955271"/>
              <a:gd name="connsiteX86" fmla="*/ 5741575 w 5741575"/>
              <a:gd name="connsiteY86" fmla="*/ 0 h 955271"/>
              <a:gd name="connsiteX0" fmla="*/ 5741575 w 5741575"/>
              <a:gd name="connsiteY0" fmla="*/ 0 h 955271"/>
              <a:gd name="connsiteX1" fmla="*/ 5741575 w 5741575"/>
              <a:gd name="connsiteY1" fmla="*/ 955271 h 955271"/>
              <a:gd name="connsiteX2" fmla="*/ 0 w 5741575"/>
              <a:gd name="connsiteY2" fmla="*/ 955271 h 955271"/>
              <a:gd name="connsiteX3" fmla="*/ 8558 w 5741575"/>
              <a:gd name="connsiteY3" fmla="*/ 953971 h 955271"/>
              <a:gd name="connsiteX4" fmla="*/ 16894 w 5741575"/>
              <a:gd name="connsiteY4" fmla="*/ 953847 h 955271"/>
              <a:gd name="connsiteX5" fmla="*/ 28156 w 5741575"/>
              <a:gd name="connsiteY5" fmla="*/ 951374 h 955271"/>
              <a:gd name="connsiteX6" fmla="*/ 28293 w 5741575"/>
              <a:gd name="connsiteY6" fmla="*/ 950971 h 955271"/>
              <a:gd name="connsiteX7" fmla="*/ 59229 w 5741575"/>
              <a:gd name="connsiteY7" fmla="*/ 903950 h 955271"/>
              <a:gd name="connsiteX8" fmla="*/ 148657 w 5741575"/>
              <a:gd name="connsiteY8" fmla="*/ 898134 h 955271"/>
              <a:gd name="connsiteX9" fmla="*/ 174554 w 5741575"/>
              <a:gd name="connsiteY9" fmla="*/ 886351 h 955271"/>
              <a:gd name="connsiteX10" fmla="*/ 187633 w 5741575"/>
              <a:gd name="connsiteY10" fmla="*/ 878226 h 955271"/>
              <a:gd name="connsiteX11" fmla="*/ 187961 w 5741575"/>
              <a:gd name="connsiteY11" fmla="*/ 876538 h 955271"/>
              <a:gd name="connsiteX12" fmla="*/ 240501 w 5741575"/>
              <a:gd name="connsiteY12" fmla="*/ 873150 h 955271"/>
              <a:gd name="connsiteX13" fmla="*/ 246345 w 5741575"/>
              <a:gd name="connsiteY13" fmla="*/ 869942 h 955271"/>
              <a:gd name="connsiteX14" fmla="*/ 306299 w 5741575"/>
              <a:gd name="connsiteY14" fmla="*/ 873609 h 955271"/>
              <a:gd name="connsiteX15" fmla="*/ 331571 w 5741575"/>
              <a:gd name="connsiteY15" fmla="*/ 869866 h 955271"/>
              <a:gd name="connsiteX16" fmla="*/ 384157 w 5741575"/>
              <a:gd name="connsiteY16" fmla="*/ 867971 h 955271"/>
              <a:gd name="connsiteX17" fmla="*/ 477637 w 5741575"/>
              <a:gd name="connsiteY17" fmla="*/ 870334 h 955271"/>
              <a:gd name="connsiteX18" fmla="*/ 570239 w 5741575"/>
              <a:gd name="connsiteY18" fmla="*/ 829596 h 955271"/>
              <a:gd name="connsiteX19" fmla="*/ 772070 w 5741575"/>
              <a:gd name="connsiteY19" fmla="*/ 820296 h 955271"/>
              <a:gd name="connsiteX20" fmla="*/ 948872 w 5741575"/>
              <a:gd name="connsiteY20" fmla="*/ 772201 h 955271"/>
              <a:gd name="connsiteX21" fmla="*/ 1127089 w 5741575"/>
              <a:gd name="connsiteY21" fmla="*/ 746926 h 955271"/>
              <a:gd name="connsiteX22" fmla="*/ 1226314 w 5741575"/>
              <a:gd name="connsiteY22" fmla="*/ 722473 h 955271"/>
              <a:gd name="connsiteX23" fmla="*/ 1374314 w 5741575"/>
              <a:gd name="connsiteY23" fmla="*/ 688815 h 955271"/>
              <a:gd name="connsiteX24" fmla="*/ 1378034 w 5741575"/>
              <a:gd name="connsiteY24" fmla="*/ 685842 h 955271"/>
              <a:gd name="connsiteX25" fmla="*/ 1435833 w 5741575"/>
              <a:gd name="connsiteY25" fmla="*/ 857427 h 955271"/>
              <a:gd name="connsiteX26" fmla="*/ 1412292 w 5741575"/>
              <a:gd name="connsiteY26" fmla="*/ 670793 h 955271"/>
              <a:gd name="connsiteX27" fmla="*/ 1494753 w 5741575"/>
              <a:gd name="connsiteY27" fmla="*/ 644686 h 955271"/>
              <a:gd name="connsiteX28" fmla="*/ 1616217 w 5741575"/>
              <a:gd name="connsiteY28" fmla="*/ 622107 h 955271"/>
              <a:gd name="connsiteX29" fmla="*/ 1710928 w 5741575"/>
              <a:gd name="connsiteY29" fmla="*/ 600666 h 955271"/>
              <a:gd name="connsiteX30" fmla="*/ 1743718 w 5741575"/>
              <a:gd name="connsiteY30" fmla="*/ 584327 h 955271"/>
              <a:gd name="connsiteX31" fmla="*/ 1873778 w 5741575"/>
              <a:gd name="connsiteY31" fmla="*/ 530130 h 955271"/>
              <a:gd name="connsiteX32" fmla="*/ 1988411 w 5741575"/>
              <a:gd name="connsiteY32" fmla="*/ 491599 h 955271"/>
              <a:gd name="connsiteX33" fmla="*/ 2085507 w 5741575"/>
              <a:gd name="connsiteY33" fmla="*/ 498527 h 955271"/>
              <a:gd name="connsiteX34" fmla="*/ 2090767 w 5741575"/>
              <a:gd name="connsiteY34" fmla="*/ 490616 h 955271"/>
              <a:gd name="connsiteX35" fmla="*/ 2151143 w 5741575"/>
              <a:gd name="connsiteY35" fmla="*/ 478332 h 955271"/>
              <a:gd name="connsiteX36" fmla="*/ 2378710 w 5741575"/>
              <a:gd name="connsiteY36" fmla="*/ 477570 h 955271"/>
              <a:gd name="connsiteX37" fmla="*/ 2496256 w 5741575"/>
              <a:gd name="connsiteY37" fmla="*/ 452396 h 955271"/>
              <a:gd name="connsiteX38" fmla="*/ 2535387 w 5741575"/>
              <a:gd name="connsiteY38" fmla="*/ 436645 h 955271"/>
              <a:gd name="connsiteX39" fmla="*/ 2601109 w 5741575"/>
              <a:gd name="connsiteY39" fmla="*/ 410678 h 955271"/>
              <a:gd name="connsiteX40" fmla="*/ 2643855 w 5741575"/>
              <a:gd name="connsiteY40" fmla="*/ 374482 h 955271"/>
              <a:gd name="connsiteX41" fmla="*/ 2657726 w 5741575"/>
              <a:gd name="connsiteY41" fmla="*/ 365841 h 955271"/>
              <a:gd name="connsiteX42" fmla="*/ 2687125 w 5741575"/>
              <a:gd name="connsiteY42" fmla="*/ 366820 h 955271"/>
              <a:gd name="connsiteX43" fmla="*/ 2697479 w 5741575"/>
              <a:gd name="connsiteY43" fmla="*/ 361430 h 955271"/>
              <a:gd name="connsiteX44" fmla="*/ 2701547 w 5741575"/>
              <a:gd name="connsiteY44" fmla="*/ 361545 h 955271"/>
              <a:gd name="connsiteX45" fmla="*/ 2711054 w 5741575"/>
              <a:gd name="connsiteY45" fmla="*/ 360597 h 955271"/>
              <a:gd name="connsiteX46" fmla="*/ 2710438 w 5741575"/>
              <a:gd name="connsiteY46" fmla="*/ 366958 h 955271"/>
              <a:gd name="connsiteX47" fmla="*/ 2722936 w 5741575"/>
              <a:gd name="connsiteY47" fmla="*/ 377633 h 955271"/>
              <a:gd name="connsiteX48" fmla="*/ 2777227 w 5741575"/>
              <a:gd name="connsiteY48" fmla="*/ 368972 h 955271"/>
              <a:gd name="connsiteX49" fmla="*/ 2779510 w 5741575"/>
              <a:gd name="connsiteY49" fmla="*/ 361652 h 955271"/>
              <a:gd name="connsiteX50" fmla="*/ 2786278 w 5741575"/>
              <a:gd name="connsiteY50" fmla="*/ 359869 h 955271"/>
              <a:gd name="connsiteX51" fmla="*/ 2792101 w 5741575"/>
              <a:gd name="connsiteY51" fmla="*/ 365927 h 955271"/>
              <a:gd name="connsiteX52" fmla="*/ 2885545 w 5741575"/>
              <a:gd name="connsiteY52" fmla="*/ 372818 h 955271"/>
              <a:gd name="connsiteX53" fmla="*/ 3009558 w 5741575"/>
              <a:gd name="connsiteY53" fmla="*/ 370573 h 955271"/>
              <a:gd name="connsiteX54" fmla="*/ 3095010 w 5741575"/>
              <a:gd name="connsiteY54" fmla="*/ 332454 h 955271"/>
              <a:gd name="connsiteX55" fmla="*/ 3103742 w 5741575"/>
              <a:gd name="connsiteY55" fmla="*/ 337974 h 955271"/>
              <a:gd name="connsiteX56" fmla="*/ 3165093 w 5741575"/>
              <a:gd name="connsiteY56" fmla="*/ 329459 h 955271"/>
              <a:gd name="connsiteX57" fmla="*/ 3373785 w 5741575"/>
              <a:gd name="connsiteY57" fmla="*/ 255680 h 955271"/>
              <a:gd name="connsiteX58" fmla="*/ 3493851 w 5741575"/>
              <a:gd name="connsiteY58" fmla="*/ 240255 h 955271"/>
              <a:gd name="connsiteX59" fmla="*/ 3537470 w 5741575"/>
              <a:gd name="connsiteY59" fmla="*/ 241867 h 955271"/>
              <a:gd name="connsiteX60" fmla="*/ 3610489 w 5741575"/>
              <a:gd name="connsiteY60" fmla="*/ 244128 h 955271"/>
              <a:gd name="connsiteX61" fmla="*/ 3667539 w 5741575"/>
              <a:gd name="connsiteY61" fmla="*/ 263271 h 955271"/>
              <a:gd name="connsiteX62" fmla="*/ 3727614 w 5741575"/>
              <a:gd name="connsiteY62" fmla="*/ 258245 h 955271"/>
              <a:gd name="connsiteX63" fmla="*/ 3738369 w 5741575"/>
              <a:gd name="connsiteY63" fmla="*/ 234506 h 955271"/>
              <a:gd name="connsiteX64" fmla="*/ 3803670 w 5741575"/>
              <a:gd name="connsiteY64" fmla="*/ 236457 h 955271"/>
              <a:gd name="connsiteX65" fmla="*/ 3903080 w 5741575"/>
              <a:gd name="connsiteY65" fmla="*/ 241890 h 955271"/>
              <a:gd name="connsiteX66" fmla="*/ 4114838 w 5741575"/>
              <a:gd name="connsiteY66" fmla="*/ 238165 h 955271"/>
              <a:gd name="connsiteX67" fmla="*/ 4271023 w 5741575"/>
              <a:gd name="connsiteY67" fmla="*/ 241959 h 955271"/>
              <a:gd name="connsiteX68" fmla="*/ 4367397 w 5741575"/>
              <a:gd name="connsiteY68" fmla="*/ 271442 h 955271"/>
              <a:gd name="connsiteX69" fmla="*/ 4495366 w 5741575"/>
              <a:gd name="connsiteY69" fmla="*/ 271618 h 955271"/>
              <a:gd name="connsiteX70" fmla="*/ 4517347 w 5741575"/>
              <a:gd name="connsiteY70" fmla="*/ 275639 h 955271"/>
              <a:gd name="connsiteX71" fmla="*/ 4546116 w 5741575"/>
              <a:gd name="connsiteY71" fmla="*/ 268568 h 955271"/>
              <a:gd name="connsiteX72" fmla="*/ 4661259 w 5741575"/>
              <a:gd name="connsiteY72" fmla="*/ 238966 h 955271"/>
              <a:gd name="connsiteX73" fmla="*/ 4750403 w 5741575"/>
              <a:gd name="connsiteY73" fmla="*/ 204364 h 955271"/>
              <a:gd name="connsiteX74" fmla="*/ 4867614 w 5741575"/>
              <a:gd name="connsiteY74" fmla="*/ 208668 h 955271"/>
              <a:gd name="connsiteX75" fmla="*/ 4937036 w 5741575"/>
              <a:gd name="connsiteY75" fmla="*/ 195446 h 955271"/>
              <a:gd name="connsiteX76" fmla="*/ 5047626 w 5741575"/>
              <a:gd name="connsiteY76" fmla="*/ 149604 h 955271"/>
              <a:gd name="connsiteX77" fmla="*/ 5200247 w 5741575"/>
              <a:gd name="connsiteY77" fmla="*/ 142695 h 955271"/>
              <a:gd name="connsiteX78" fmla="*/ 5235691 w 5741575"/>
              <a:gd name="connsiteY78" fmla="*/ 173330 h 955271"/>
              <a:gd name="connsiteX79" fmla="*/ 5280133 w 5741575"/>
              <a:gd name="connsiteY79" fmla="*/ 189342 h 955271"/>
              <a:gd name="connsiteX80" fmla="*/ 5291963 w 5741575"/>
              <a:gd name="connsiteY80" fmla="*/ 139446 h 955271"/>
              <a:gd name="connsiteX81" fmla="*/ 5418472 w 5741575"/>
              <a:gd name="connsiteY81" fmla="*/ 89163 h 955271"/>
              <a:gd name="connsiteX82" fmla="*/ 5482354 w 5741575"/>
              <a:gd name="connsiteY82" fmla="*/ 69470 h 955271"/>
              <a:gd name="connsiteX83" fmla="*/ 5583280 w 5741575"/>
              <a:gd name="connsiteY83" fmla="*/ 49787 h 955271"/>
              <a:gd name="connsiteX84" fmla="*/ 5613766 w 5741575"/>
              <a:gd name="connsiteY84" fmla="*/ 41855 h 955271"/>
              <a:gd name="connsiteX85" fmla="*/ 5684952 w 5741575"/>
              <a:gd name="connsiteY85" fmla="*/ 26088 h 955271"/>
              <a:gd name="connsiteX86" fmla="*/ 5741575 w 5741575"/>
              <a:gd name="connsiteY86" fmla="*/ 0 h 955271"/>
              <a:gd name="connsiteX0" fmla="*/ 5741575 w 5741575"/>
              <a:gd name="connsiteY0" fmla="*/ 0 h 955271"/>
              <a:gd name="connsiteX1" fmla="*/ 5741575 w 5741575"/>
              <a:gd name="connsiteY1" fmla="*/ 955271 h 955271"/>
              <a:gd name="connsiteX2" fmla="*/ 0 w 5741575"/>
              <a:gd name="connsiteY2" fmla="*/ 955271 h 955271"/>
              <a:gd name="connsiteX3" fmla="*/ 8558 w 5741575"/>
              <a:gd name="connsiteY3" fmla="*/ 953971 h 955271"/>
              <a:gd name="connsiteX4" fmla="*/ 16894 w 5741575"/>
              <a:gd name="connsiteY4" fmla="*/ 953847 h 955271"/>
              <a:gd name="connsiteX5" fmla="*/ 28156 w 5741575"/>
              <a:gd name="connsiteY5" fmla="*/ 951374 h 955271"/>
              <a:gd name="connsiteX6" fmla="*/ 28293 w 5741575"/>
              <a:gd name="connsiteY6" fmla="*/ 950971 h 955271"/>
              <a:gd name="connsiteX7" fmla="*/ 59229 w 5741575"/>
              <a:gd name="connsiteY7" fmla="*/ 903950 h 955271"/>
              <a:gd name="connsiteX8" fmla="*/ 148657 w 5741575"/>
              <a:gd name="connsiteY8" fmla="*/ 898134 h 955271"/>
              <a:gd name="connsiteX9" fmla="*/ 174554 w 5741575"/>
              <a:gd name="connsiteY9" fmla="*/ 886351 h 955271"/>
              <a:gd name="connsiteX10" fmla="*/ 187633 w 5741575"/>
              <a:gd name="connsiteY10" fmla="*/ 878226 h 955271"/>
              <a:gd name="connsiteX11" fmla="*/ 187961 w 5741575"/>
              <a:gd name="connsiteY11" fmla="*/ 876538 h 955271"/>
              <a:gd name="connsiteX12" fmla="*/ 240501 w 5741575"/>
              <a:gd name="connsiteY12" fmla="*/ 873150 h 955271"/>
              <a:gd name="connsiteX13" fmla="*/ 246345 w 5741575"/>
              <a:gd name="connsiteY13" fmla="*/ 869942 h 955271"/>
              <a:gd name="connsiteX14" fmla="*/ 306299 w 5741575"/>
              <a:gd name="connsiteY14" fmla="*/ 873609 h 955271"/>
              <a:gd name="connsiteX15" fmla="*/ 331571 w 5741575"/>
              <a:gd name="connsiteY15" fmla="*/ 869866 h 955271"/>
              <a:gd name="connsiteX16" fmla="*/ 384157 w 5741575"/>
              <a:gd name="connsiteY16" fmla="*/ 867971 h 955271"/>
              <a:gd name="connsiteX17" fmla="*/ 477637 w 5741575"/>
              <a:gd name="connsiteY17" fmla="*/ 870334 h 955271"/>
              <a:gd name="connsiteX18" fmla="*/ 570239 w 5741575"/>
              <a:gd name="connsiteY18" fmla="*/ 829596 h 955271"/>
              <a:gd name="connsiteX19" fmla="*/ 772070 w 5741575"/>
              <a:gd name="connsiteY19" fmla="*/ 820296 h 955271"/>
              <a:gd name="connsiteX20" fmla="*/ 948872 w 5741575"/>
              <a:gd name="connsiteY20" fmla="*/ 772201 h 955271"/>
              <a:gd name="connsiteX21" fmla="*/ 1127089 w 5741575"/>
              <a:gd name="connsiteY21" fmla="*/ 746926 h 955271"/>
              <a:gd name="connsiteX22" fmla="*/ 1226314 w 5741575"/>
              <a:gd name="connsiteY22" fmla="*/ 722473 h 955271"/>
              <a:gd name="connsiteX23" fmla="*/ 1374314 w 5741575"/>
              <a:gd name="connsiteY23" fmla="*/ 688815 h 955271"/>
              <a:gd name="connsiteX24" fmla="*/ 1342834 w 5741575"/>
              <a:gd name="connsiteY24" fmla="*/ 753906 h 955271"/>
              <a:gd name="connsiteX25" fmla="*/ 1435833 w 5741575"/>
              <a:gd name="connsiteY25" fmla="*/ 857427 h 955271"/>
              <a:gd name="connsiteX26" fmla="*/ 1412292 w 5741575"/>
              <a:gd name="connsiteY26" fmla="*/ 670793 h 955271"/>
              <a:gd name="connsiteX27" fmla="*/ 1494753 w 5741575"/>
              <a:gd name="connsiteY27" fmla="*/ 644686 h 955271"/>
              <a:gd name="connsiteX28" fmla="*/ 1616217 w 5741575"/>
              <a:gd name="connsiteY28" fmla="*/ 622107 h 955271"/>
              <a:gd name="connsiteX29" fmla="*/ 1710928 w 5741575"/>
              <a:gd name="connsiteY29" fmla="*/ 600666 h 955271"/>
              <a:gd name="connsiteX30" fmla="*/ 1743718 w 5741575"/>
              <a:gd name="connsiteY30" fmla="*/ 584327 h 955271"/>
              <a:gd name="connsiteX31" fmla="*/ 1873778 w 5741575"/>
              <a:gd name="connsiteY31" fmla="*/ 530130 h 955271"/>
              <a:gd name="connsiteX32" fmla="*/ 1988411 w 5741575"/>
              <a:gd name="connsiteY32" fmla="*/ 491599 h 955271"/>
              <a:gd name="connsiteX33" fmla="*/ 2085507 w 5741575"/>
              <a:gd name="connsiteY33" fmla="*/ 498527 h 955271"/>
              <a:gd name="connsiteX34" fmla="*/ 2090767 w 5741575"/>
              <a:gd name="connsiteY34" fmla="*/ 490616 h 955271"/>
              <a:gd name="connsiteX35" fmla="*/ 2151143 w 5741575"/>
              <a:gd name="connsiteY35" fmla="*/ 478332 h 955271"/>
              <a:gd name="connsiteX36" fmla="*/ 2378710 w 5741575"/>
              <a:gd name="connsiteY36" fmla="*/ 477570 h 955271"/>
              <a:gd name="connsiteX37" fmla="*/ 2496256 w 5741575"/>
              <a:gd name="connsiteY37" fmla="*/ 452396 h 955271"/>
              <a:gd name="connsiteX38" fmla="*/ 2535387 w 5741575"/>
              <a:gd name="connsiteY38" fmla="*/ 436645 h 955271"/>
              <a:gd name="connsiteX39" fmla="*/ 2601109 w 5741575"/>
              <a:gd name="connsiteY39" fmla="*/ 410678 h 955271"/>
              <a:gd name="connsiteX40" fmla="*/ 2643855 w 5741575"/>
              <a:gd name="connsiteY40" fmla="*/ 374482 h 955271"/>
              <a:gd name="connsiteX41" fmla="*/ 2657726 w 5741575"/>
              <a:gd name="connsiteY41" fmla="*/ 365841 h 955271"/>
              <a:gd name="connsiteX42" fmla="*/ 2687125 w 5741575"/>
              <a:gd name="connsiteY42" fmla="*/ 366820 h 955271"/>
              <a:gd name="connsiteX43" fmla="*/ 2697479 w 5741575"/>
              <a:gd name="connsiteY43" fmla="*/ 361430 h 955271"/>
              <a:gd name="connsiteX44" fmla="*/ 2701547 w 5741575"/>
              <a:gd name="connsiteY44" fmla="*/ 361545 h 955271"/>
              <a:gd name="connsiteX45" fmla="*/ 2711054 w 5741575"/>
              <a:gd name="connsiteY45" fmla="*/ 360597 h 955271"/>
              <a:gd name="connsiteX46" fmla="*/ 2710438 w 5741575"/>
              <a:gd name="connsiteY46" fmla="*/ 366958 h 955271"/>
              <a:gd name="connsiteX47" fmla="*/ 2722936 w 5741575"/>
              <a:gd name="connsiteY47" fmla="*/ 377633 h 955271"/>
              <a:gd name="connsiteX48" fmla="*/ 2777227 w 5741575"/>
              <a:gd name="connsiteY48" fmla="*/ 368972 h 955271"/>
              <a:gd name="connsiteX49" fmla="*/ 2779510 w 5741575"/>
              <a:gd name="connsiteY49" fmla="*/ 361652 h 955271"/>
              <a:gd name="connsiteX50" fmla="*/ 2786278 w 5741575"/>
              <a:gd name="connsiteY50" fmla="*/ 359869 h 955271"/>
              <a:gd name="connsiteX51" fmla="*/ 2792101 w 5741575"/>
              <a:gd name="connsiteY51" fmla="*/ 365927 h 955271"/>
              <a:gd name="connsiteX52" fmla="*/ 2885545 w 5741575"/>
              <a:gd name="connsiteY52" fmla="*/ 372818 h 955271"/>
              <a:gd name="connsiteX53" fmla="*/ 3009558 w 5741575"/>
              <a:gd name="connsiteY53" fmla="*/ 370573 h 955271"/>
              <a:gd name="connsiteX54" fmla="*/ 3095010 w 5741575"/>
              <a:gd name="connsiteY54" fmla="*/ 332454 h 955271"/>
              <a:gd name="connsiteX55" fmla="*/ 3103742 w 5741575"/>
              <a:gd name="connsiteY55" fmla="*/ 337974 h 955271"/>
              <a:gd name="connsiteX56" fmla="*/ 3165093 w 5741575"/>
              <a:gd name="connsiteY56" fmla="*/ 329459 h 955271"/>
              <a:gd name="connsiteX57" fmla="*/ 3373785 w 5741575"/>
              <a:gd name="connsiteY57" fmla="*/ 255680 h 955271"/>
              <a:gd name="connsiteX58" fmla="*/ 3493851 w 5741575"/>
              <a:gd name="connsiteY58" fmla="*/ 240255 h 955271"/>
              <a:gd name="connsiteX59" fmla="*/ 3537470 w 5741575"/>
              <a:gd name="connsiteY59" fmla="*/ 241867 h 955271"/>
              <a:gd name="connsiteX60" fmla="*/ 3610489 w 5741575"/>
              <a:gd name="connsiteY60" fmla="*/ 244128 h 955271"/>
              <a:gd name="connsiteX61" fmla="*/ 3667539 w 5741575"/>
              <a:gd name="connsiteY61" fmla="*/ 263271 h 955271"/>
              <a:gd name="connsiteX62" fmla="*/ 3727614 w 5741575"/>
              <a:gd name="connsiteY62" fmla="*/ 258245 h 955271"/>
              <a:gd name="connsiteX63" fmla="*/ 3738369 w 5741575"/>
              <a:gd name="connsiteY63" fmla="*/ 234506 h 955271"/>
              <a:gd name="connsiteX64" fmla="*/ 3803670 w 5741575"/>
              <a:gd name="connsiteY64" fmla="*/ 236457 h 955271"/>
              <a:gd name="connsiteX65" fmla="*/ 3903080 w 5741575"/>
              <a:gd name="connsiteY65" fmla="*/ 241890 h 955271"/>
              <a:gd name="connsiteX66" fmla="*/ 4114838 w 5741575"/>
              <a:gd name="connsiteY66" fmla="*/ 238165 h 955271"/>
              <a:gd name="connsiteX67" fmla="*/ 4271023 w 5741575"/>
              <a:gd name="connsiteY67" fmla="*/ 241959 h 955271"/>
              <a:gd name="connsiteX68" fmla="*/ 4367397 w 5741575"/>
              <a:gd name="connsiteY68" fmla="*/ 271442 h 955271"/>
              <a:gd name="connsiteX69" fmla="*/ 4495366 w 5741575"/>
              <a:gd name="connsiteY69" fmla="*/ 271618 h 955271"/>
              <a:gd name="connsiteX70" fmla="*/ 4517347 w 5741575"/>
              <a:gd name="connsiteY70" fmla="*/ 275639 h 955271"/>
              <a:gd name="connsiteX71" fmla="*/ 4546116 w 5741575"/>
              <a:gd name="connsiteY71" fmla="*/ 268568 h 955271"/>
              <a:gd name="connsiteX72" fmla="*/ 4661259 w 5741575"/>
              <a:gd name="connsiteY72" fmla="*/ 238966 h 955271"/>
              <a:gd name="connsiteX73" fmla="*/ 4750403 w 5741575"/>
              <a:gd name="connsiteY73" fmla="*/ 204364 h 955271"/>
              <a:gd name="connsiteX74" fmla="*/ 4867614 w 5741575"/>
              <a:gd name="connsiteY74" fmla="*/ 208668 h 955271"/>
              <a:gd name="connsiteX75" fmla="*/ 4937036 w 5741575"/>
              <a:gd name="connsiteY75" fmla="*/ 195446 h 955271"/>
              <a:gd name="connsiteX76" fmla="*/ 5047626 w 5741575"/>
              <a:gd name="connsiteY76" fmla="*/ 149604 h 955271"/>
              <a:gd name="connsiteX77" fmla="*/ 5200247 w 5741575"/>
              <a:gd name="connsiteY77" fmla="*/ 142695 h 955271"/>
              <a:gd name="connsiteX78" fmla="*/ 5235691 w 5741575"/>
              <a:gd name="connsiteY78" fmla="*/ 173330 h 955271"/>
              <a:gd name="connsiteX79" fmla="*/ 5280133 w 5741575"/>
              <a:gd name="connsiteY79" fmla="*/ 189342 h 955271"/>
              <a:gd name="connsiteX80" fmla="*/ 5291963 w 5741575"/>
              <a:gd name="connsiteY80" fmla="*/ 139446 h 955271"/>
              <a:gd name="connsiteX81" fmla="*/ 5418472 w 5741575"/>
              <a:gd name="connsiteY81" fmla="*/ 89163 h 955271"/>
              <a:gd name="connsiteX82" fmla="*/ 5482354 w 5741575"/>
              <a:gd name="connsiteY82" fmla="*/ 69470 h 955271"/>
              <a:gd name="connsiteX83" fmla="*/ 5583280 w 5741575"/>
              <a:gd name="connsiteY83" fmla="*/ 49787 h 955271"/>
              <a:gd name="connsiteX84" fmla="*/ 5613766 w 5741575"/>
              <a:gd name="connsiteY84" fmla="*/ 41855 h 955271"/>
              <a:gd name="connsiteX85" fmla="*/ 5684952 w 5741575"/>
              <a:gd name="connsiteY85" fmla="*/ 26088 h 955271"/>
              <a:gd name="connsiteX86" fmla="*/ 5741575 w 5741575"/>
              <a:gd name="connsiteY86" fmla="*/ 0 h 955271"/>
              <a:gd name="connsiteX0" fmla="*/ 5741575 w 5741575"/>
              <a:gd name="connsiteY0" fmla="*/ 0 h 955271"/>
              <a:gd name="connsiteX1" fmla="*/ 5741575 w 5741575"/>
              <a:gd name="connsiteY1" fmla="*/ 955271 h 955271"/>
              <a:gd name="connsiteX2" fmla="*/ 0 w 5741575"/>
              <a:gd name="connsiteY2" fmla="*/ 955271 h 955271"/>
              <a:gd name="connsiteX3" fmla="*/ 8558 w 5741575"/>
              <a:gd name="connsiteY3" fmla="*/ 953971 h 955271"/>
              <a:gd name="connsiteX4" fmla="*/ 16894 w 5741575"/>
              <a:gd name="connsiteY4" fmla="*/ 953847 h 955271"/>
              <a:gd name="connsiteX5" fmla="*/ 28156 w 5741575"/>
              <a:gd name="connsiteY5" fmla="*/ 951374 h 955271"/>
              <a:gd name="connsiteX6" fmla="*/ 28293 w 5741575"/>
              <a:gd name="connsiteY6" fmla="*/ 950971 h 955271"/>
              <a:gd name="connsiteX7" fmla="*/ 59229 w 5741575"/>
              <a:gd name="connsiteY7" fmla="*/ 903950 h 955271"/>
              <a:gd name="connsiteX8" fmla="*/ 148657 w 5741575"/>
              <a:gd name="connsiteY8" fmla="*/ 898134 h 955271"/>
              <a:gd name="connsiteX9" fmla="*/ 174554 w 5741575"/>
              <a:gd name="connsiteY9" fmla="*/ 886351 h 955271"/>
              <a:gd name="connsiteX10" fmla="*/ 187633 w 5741575"/>
              <a:gd name="connsiteY10" fmla="*/ 878226 h 955271"/>
              <a:gd name="connsiteX11" fmla="*/ 187961 w 5741575"/>
              <a:gd name="connsiteY11" fmla="*/ 876538 h 955271"/>
              <a:gd name="connsiteX12" fmla="*/ 240501 w 5741575"/>
              <a:gd name="connsiteY12" fmla="*/ 873150 h 955271"/>
              <a:gd name="connsiteX13" fmla="*/ 246345 w 5741575"/>
              <a:gd name="connsiteY13" fmla="*/ 869942 h 955271"/>
              <a:gd name="connsiteX14" fmla="*/ 306299 w 5741575"/>
              <a:gd name="connsiteY14" fmla="*/ 873609 h 955271"/>
              <a:gd name="connsiteX15" fmla="*/ 331571 w 5741575"/>
              <a:gd name="connsiteY15" fmla="*/ 869866 h 955271"/>
              <a:gd name="connsiteX16" fmla="*/ 384157 w 5741575"/>
              <a:gd name="connsiteY16" fmla="*/ 867971 h 955271"/>
              <a:gd name="connsiteX17" fmla="*/ 477637 w 5741575"/>
              <a:gd name="connsiteY17" fmla="*/ 870334 h 955271"/>
              <a:gd name="connsiteX18" fmla="*/ 570239 w 5741575"/>
              <a:gd name="connsiteY18" fmla="*/ 829596 h 955271"/>
              <a:gd name="connsiteX19" fmla="*/ 772070 w 5741575"/>
              <a:gd name="connsiteY19" fmla="*/ 820296 h 955271"/>
              <a:gd name="connsiteX20" fmla="*/ 948872 w 5741575"/>
              <a:gd name="connsiteY20" fmla="*/ 772201 h 955271"/>
              <a:gd name="connsiteX21" fmla="*/ 1127089 w 5741575"/>
              <a:gd name="connsiteY21" fmla="*/ 746926 h 955271"/>
              <a:gd name="connsiteX22" fmla="*/ 1226314 w 5741575"/>
              <a:gd name="connsiteY22" fmla="*/ 722473 h 955271"/>
              <a:gd name="connsiteX23" fmla="*/ 1278773 w 5741575"/>
              <a:gd name="connsiteY23" fmla="*/ 711503 h 955271"/>
              <a:gd name="connsiteX24" fmla="*/ 1342834 w 5741575"/>
              <a:gd name="connsiteY24" fmla="*/ 753906 h 955271"/>
              <a:gd name="connsiteX25" fmla="*/ 1435833 w 5741575"/>
              <a:gd name="connsiteY25" fmla="*/ 857427 h 955271"/>
              <a:gd name="connsiteX26" fmla="*/ 1412292 w 5741575"/>
              <a:gd name="connsiteY26" fmla="*/ 670793 h 955271"/>
              <a:gd name="connsiteX27" fmla="*/ 1494753 w 5741575"/>
              <a:gd name="connsiteY27" fmla="*/ 644686 h 955271"/>
              <a:gd name="connsiteX28" fmla="*/ 1616217 w 5741575"/>
              <a:gd name="connsiteY28" fmla="*/ 622107 h 955271"/>
              <a:gd name="connsiteX29" fmla="*/ 1710928 w 5741575"/>
              <a:gd name="connsiteY29" fmla="*/ 600666 h 955271"/>
              <a:gd name="connsiteX30" fmla="*/ 1743718 w 5741575"/>
              <a:gd name="connsiteY30" fmla="*/ 584327 h 955271"/>
              <a:gd name="connsiteX31" fmla="*/ 1873778 w 5741575"/>
              <a:gd name="connsiteY31" fmla="*/ 530130 h 955271"/>
              <a:gd name="connsiteX32" fmla="*/ 1988411 w 5741575"/>
              <a:gd name="connsiteY32" fmla="*/ 491599 h 955271"/>
              <a:gd name="connsiteX33" fmla="*/ 2085507 w 5741575"/>
              <a:gd name="connsiteY33" fmla="*/ 498527 h 955271"/>
              <a:gd name="connsiteX34" fmla="*/ 2090767 w 5741575"/>
              <a:gd name="connsiteY34" fmla="*/ 490616 h 955271"/>
              <a:gd name="connsiteX35" fmla="*/ 2151143 w 5741575"/>
              <a:gd name="connsiteY35" fmla="*/ 478332 h 955271"/>
              <a:gd name="connsiteX36" fmla="*/ 2378710 w 5741575"/>
              <a:gd name="connsiteY36" fmla="*/ 477570 h 955271"/>
              <a:gd name="connsiteX37" fmla="*/ 2496256 w 5741575"/>
              <a:gd name="connsiteY37" fmla="*/ 452396 h 955271"/>
              <a:gd name="connsiteX38" fmla="*/ 2535387 w 5741575"/>
              <a:gd name="connsiteY38" fmla="*/ 436645 h 955271"/>
              <a:gd name="connsiteX39" fmla="*/ 2601109 w 5741575"/>
              <a:gd name="connsiteY39" fmla="*/ 410678 h 955271"/>
              <a:gd name="connsiteX40" fmla="*/ 2643855 w 5741575"/>
              <a:gd name="connsiteY40" fmla="*/ 374482 h 955271"/>
              <a:gd name="connsiteX41" fmla="*/ 2657726 w 5741575"/>
              <a:gd name="connsiteY41" fmla="*/ 365841 h 955271"/>
              <a:gd name="connsiteX42" fmla="*/ 2687125 w 5741575"/>
              <a:gd name="connsiteY42" fmla="*/ 366820 h 955271"/>
              <a:gd name="connsiteX43" fmla="*/ 2697479 w 5741575"/>
              <a:gd name="connsiteY43" fmla="*/ 361430 h 955271"/>
              <a:gd name="connsiteX44" fmla="*/ 2701547 w 5741575"/>
              <a:gd name="connsiteY44" fmla="*/ 361545 h 955271"/>
              <a:gd name="connsiteX45" fmla="*/ 2711054 w 5741575"/>
              <a:gd name="connsiteY45" fmla="*/ 360597 h 955271"/>
              <a:gd name="connsiteX46" fmla="*/ 2710438 w 5741575"/>
              <a:gd name="connsiteY46" fmla="*/ 366958 h 955271"/>
              <a:gd name="connsiteX47" fmla="*/ 2722936 w 5741575"/>
              <a:gd name="connsiteY47" fmla="*/ 377633 h 955271"/>
              <a:gd name="connsiteX48" fmla="*/ 2777227 w 5741575"/>
              <a:gd name="connsiteY48" fmla="*/ 368972 h 955271"/>
              <a:gd name="connsiteX49" fmla="*/ 2779510 w 5741575"/>
              <a:gd name="connsiteY49" fmla="*/ 361652 h 955271"/>
              <a:gd name="connsiteX50" fmla="*/ 2786278 w 5741575"/>
              <a:gd name="connsiteY50" fmla="*/ 359869 h 955271"/>
              <a:gd name="connsiteX51" fmla="*/ 2792101 w 5741575"/>
              <a:gd name="connsiteY51" fmla="*/ 365927 h 955271"/>
              <a:gd name="connsiteX52" fmla="*/ 2885545 w 5741575"/>
              <a:gd name="connsiteY52" fmla="*/ 372818 h 955271"/>
              <a:gd name="connsiteX53" fmla="*/ 3009558 w 5741575"/>
              <a:gd name="connsiteY53" fmla="*/ 370573 h 955271"/>
              <a:gd name="connsiteX54" fmla="*/ 3095010 w 5741575"/>
              <a:gd name="connsiteY54" fmla="*/ 332454 h 955271"/>
              <a:gd name="connsiteX55" fmla="*/ 3103742 w 5741575"/>
              <a:gd name="connsiteY55" fmla="*/ 337974 h 955271"/>
              <a:gd name="connsiteX56" fmla="*/ 3165093 w 5741575"/>
              <a:gd name="connsiteY56" fmla="*/ 329459 h 955271"/>
              <a:gd name="connsiteX57" fmla="*/ 3373785 w 5741575"/>
              <a:gd name="connsiteY57" fmla="*/ 255680 h 955271"/>
              <a:gd name="connsiteX58" fmla="*/ 3493851 w 5741575"/>
              <a:gd name="connsiteY58" fmla="*/ 240255 h 955271"/>
              <a:gd name="connsiteX59" fmla="*/ 3537470 w 5741575"/>
              <a:gd name="connsiteY59" fmla="*/ 241867 h 955271"/>
              <a:gd name="connsiteX60" fmla="*/ 3610489 w 5741575"/>
              <a:gd name="connsiteY60" fmla="*/ 244128 h 955271"/>
              <a:gd name="connsiteX61" fmla="*/ 3667539 w 5741575"/>
              <a:gd name="connsiteY61" fmla="*/ 263271 h 955271"/>
              <a:gd name="connsiteX62" fmla="*/ 3727614 w 5741575"/>
              <a:gd name="connsiteY62" fmla="*/ 258245 h 955271"/>
              <a:gd name="connsiteX63" fmla="*/ 3738369 w 5741575"/>
              <a:gd name="connsiteY63" fmla="*/ 234506 h 955271"/>
              <a:gd name="connsiteX64" fmla="*/ 3803670 w 5741575"/>
              <a:gd name="connsiteY64" fmla="*/ 236457 h 955271"/>
              <a:gd name="connsiteX65" fmla="*/ 3903080 w 5741575"/>
              <a:gd name="connsiteY65" fmla="*/ 241890 h 955271"/>
              <a:gd name="connsiteX66" fmla="*/ 4114838 w 5741575"/>
              <a:gd name="connsiteY66" fmla="*/ 238165 h 955271"/>
              <a:gd name="connsiteX67" fmla="*/ 4271023 w 5741575"/>
              <a:gd name="connsiteY67" fmla="*/ 241959 h 955271"/>
              <a:gd name="connsiteX68" fmla="*/ 4367397 w 5741575"/>
              <a:gd name="connsiteY68" fmla="*/ 271442 h 955271"/>
              <a:gd name="connsiteX69" fmla="*/ 4495366 w 5741575"/>
              <a:gd name="connsiteY69" fmla="*/ 271618 h 955271"/>
              <a:gd name="connsiteX70" fmla="*/ 4517347 w 5741575"/>
              <a:gd name="connsiteY70" fmla="*/ 275639 h 955271"/>
              <a:gd name="connsiteX71" fmla="*/ 4546116 w 5741575"/>
              <a:gd name="connsiteY71" fmla="*/ 268568 h 955271"/>
              <a:gd name="connsiteX72" fmla="*/ 4661259 w 5741575"/>
              <a:gd name="connsiteY72" fmla="*/ 238966 h 955271"/>
              <a:gd name="connsiteX73" fmla="*/ 4750403 w 5741575"/>
              <a:gd name="connsiteY73" fmla="*/ 204364 h 955271"/>
              <a:gd name="connsiteX74" fmla="*/ 4867614 w 5741575"/>
              <a:gd name="connsiteY74" fmla="*/ 208668 h 955271"/>
              <a:gd name="connsiteX75" fmla="*/ 4937036 w 5741575"/>
              <a:gd name="connsiteY75" fmla="*/ 195446 h 955271"/>
              <a:gd name="connsiteX76" fmla="*/ 5047626 w 5741575"/>
              <a:gd name="connsiteY76" fmla="*/ 149604 h 955271"/>
              <a:gd name="connsiteX77" fmla="*/ 5200247 w 5741575"/>
              <a:gd name="connsiteY77" fmla="*/ 142695 h 955271"/>
              <a:gd name="connsiteX78" fmla="*/ 5235691 w 5741575"/>
              <a:gd name="connsiteY78" fmla="*/ 173330 h 955271"/>
              <a:gd name="connsiteX79" fmla="*/ 5280133 w 5741575"/>
              <a:gd name="connsiteY79" fmla="*/ 189342 h 955271"/>
              <a:gd name="connsiteX80" fmla="*/ 5291963 w 5741575"/>
              <a:gd name="connsiteY80" fmla="*/ 139446 h 955271"/>
              <a:gd name="connsiteX81" fmla="*/ 5418472 w 5741575"/>
              <a:gd name="connsiteY81" fmla="*/ 89163 h 955271"/>
              <a:gd name="connsiteX82" fmla="*/ 5482354 w 5741575"/>
              <a:gd name="connsiteY82" fmla="*/ 69470 h 955271"/>
              <a:gd name="connsiteX83" fmla="*/ 5583280 w 5741575"/>
              <a:gd name="connsiteY83" fmla="*/ 49787 h 955271"/>
              <a:gd name="connsiteX84" fmla="*/ 5613766 w 5741575"/>
              <a:gd name="connsiteY84" fmla="*/ 41855 h 955271"/>
              <a:gd name="connsiteX85" fmla="*/ 5684952 w 5741575"/>
              <a:gd name="connsiteY85" fmla="*/ 26088 h 955271"/>
              <a:gd name="connsiteX86" fmla="*/ 5741575 w 5741575"/>
              <a:gd name="connsiteY86" fmla="*/ 0 h 955271"/>
              <a:gd name="connsiteX0" fmla="*/ 5741575 w 5741575"/>
              <a:gd name="connsiteY0" fmla="*/ 0 h 955271"/>
              <a:gd name="connsiteX1" fmla="*/ 5741575 w 5741575"/>
              <a:gd name="connsiteY1" fmla="*/ 955271 h 955271"/>
              <a:gd name="connsiteX2" fmla="*/ 0 w 5741575"/>
              <a:gd name="connsiteY2" fmla="*/ 955271 h 955271"/>
              <a:gd name="connsiteX3" fmla="*/ 8558 w 5741575"/>
              <a:gd name="connsiteY3" fmla="*/ 953971 h 955271"/>
              <a:gd name="connsiteX4" fmla="*/ 16894 w 5741575"/>
              <a:gd name="connsiteY4" fmla="*/ 953847 h 955271"/>
              <a:gd name="connsiteX5" fmla="*/ 28156 w 5741575"/>
              <a:gd name="connsiteY5" fmla="*/ 951374 h 955271"/>
              <a:gd name="connsiteX6" fmla="*/ 28293 w 5741575"/>
              <a:gd name="connsiteY6" fmla="*/ 950971 h 955271"/>
              <a:gd name="connsiteX7" fmla="*/ 59229 w 5741575"/>
              <a:gd name="connsiteY7" fmla="*/ 903950 h 955271"/>
              <a:gd name="connsiteX8" fmla="*/ 148657 w 5741575"/>
              <a:gd name="connsiteY8" fmla="*/ 898134 h 955271"/>
              <a:gd name="connsiteX9" fmla="*/ 174554 w 5741575"/>
              <a:gd name="connsiteY9" fmla="*/ 886351 h 955271"/>
              <a:gd name="connsiteX10" fmla="*/ 187633 w 5741575"/>
              <a:gd name="connsiteY10" fmla="*/ 878226 h 955271"/>
              <a:gd name="connsiteX11" fmla="*/ 187961 w 5741575"/>
              <a:gd name="connsiteY11" fmla="*/ 876538 h 955271"/>
              <a:gd name="connsiteX12" fmla="*/ 240501 w 5741575"/>
              <a:gd name="connsiteY12" fmla="*/ 873150 h 955271"/>
              <a:gd name="connsiteX13" fmla="*/ 246345 w 5741575"/>
              <a:gd name="connsiteY13" fmla="*/ 869942 h 955271"/>
              <a:gd name="connsiteX14" fmla="*/ 306299 w 5741575"/>
              <a:gd name="connsiteY14" fmla="*/ 873609 h 955271"/>
              <a:gd name="connsiteX15" fmla="*/ 331571 w 5741575"/>
              <a:gd name="connsiteY15" fmla="*/ 869866 h 955271"/>
              <a:gd name="connsiteX16" fmla="*/ 384157 w 5741575"/>
              <a:gd name="connsiteY16" fmla="*/ 867971 h 955271"/>
              <a:gd name="connsiteX17" fmla="*/ 477637 w 5741575"/>
              <a:gd name="connsiteY17" fmla="*/ 870334 h 955271"/>
              <a:gd name="connsiteX18" fmla="*/ 570239 w 5741575"/>
              <a:gd name="connsiteY18" fmla="*/ 829596 h 955271"/>
              <a:gd name="connsiteX19" fmla="*/ 772070 w 5741575"/>
              <a:gd name="connsiteY19" fmla="*/ 820296 h 955271"/>
              <a:gd name="connsiteX20" fmla="*/ 948872 w 5741575"/>
              <a:gd name="connsiteY20" fmla="*/ 772201 h 955271"/>
              <a:gd name="connsiteX21" fmla="*/ 1127089 w 5741575"/>
              <a:gd name="connsiteY21" fmla="*/ 746926 h 955271"/>
              <a:gd name="connsiteX22" fmla="*/ 1226314 w 5741575"/>
              <a:gd name="connsiteY22" fmla="*/ 722473 h 955271"/>
              <a:gd name="connsiteX23" fmla="*/ 1278773 w 5741575"/>
              <a:gd name="connsiteY23" fmla="*/ 711503 h 955271"/>
              <a:gd name="connsiteX24" fmla="*/ 1317691 w 5741575"/>
              <a:gd name="connsiteY24" fmla="*/ 708529 h 955271"/>
              <a:gd name="connsiteX25" fmla="*/ 1435833 w 5741575"/>
              <a:gd name="connsiteY25" fmla="*/ 857427 h 955271"/>
              <a:gd name="connsiteX26" fmla="*/ 1412292 w 5741575"/>
              <a:gd name="connsiteY26" fmla="*/ 670793 h 955271"/>
              <a:gd name="connsiteX27" fmla="*/ 1494753 w 5741575"/>
              <a:gd name="connsiteY27" fmla="*/ 644686 h 955271"/>
              <a:gd name="connsiteX28" fmla="*/ 1616217 w 5741575"/>
              <a:gd name="connsiteY28" fmla="*/ 622107 h 955271"/>
              <a:gd name="connsiteX29" fmla="*/ 1710928 w 5741575"/>
              <a:gd name="connsiteY29" fmla="*/ 600666 h 955271"/>
              <a:gd name="connsiteX30" fmla="*/ 1743718 w 5741575"/>
              <a:gd name="connsiteY30" fmla="*/ 584327 h 955271"/>
              <a:gd name="connsiteX31" fmla="*/ 1873778 w 5741575"/>
              <a:gd name="connsiteY31" fmla="*/ 530130 h 955271"/>
              <a:gd name="connsiteX32" fmla="*/ 1988411 w 5741575"/>
              <a:gd name="connsiteY32" fmla="*/ 491599 h 955271"/>
              <a:gd name="connsiteX33" fmla="*/ 2085507 w 5741575"/>
              <a:gd name="connsiteY33" fmla="*/ 498527 h 955271"/>
              <a:gd name="connsiteX34" fmla="*/ 2090767 w 5741575"/>
              <a:gd name="connsiteY34" fmla="*/ 490616 h 955271"/>
              <a:gd name="connsiteX35" fmla="*/ 2151143 w 5741575"/>
              <a:gd name="connsiteY35" fmla="*/ 478332 h 955271"/>
              <a:gd name="connsiteX36" fmla="*/ 2378710 w 5741575"/>
              <a:gd name="connsiteY36" fmla="*/ 477570 h 955271"/>
              <a:gd name="connsiteX37" fmla="*/ 2496256 w 5741575"/>
              <a:gd name="connsiteY37" fmla="*/ 452396 h 955271"/>
              <a:gd name="connsiteX38" fmla="*/ 2535387 w 5741575"/>
              <a:gd name="connsiteY38" fmla="*/ 436645 h 955271"/>
              <a:gd name="connsiteX39" fmla="*/ 2601109 w 5741575"/>
              <a:gd name="connsiteY39" fmla="*/ 410678 h 955271"/>
              <a:gd name="connsiteX40" fmla="*/ 2643855 w 5741575"/>
              <a:gd name="connsiteY40" fmla="*/ 374482 h 955271"/>
              <a:gd name="connsiteX41" fmla="*/ 2657726 w 5741575"/>
              <a:gd name="connsiteY41" fmla="*/ 365841 h 955271"/>
              <a:gd name="connsiteX42" fmla="*/ 2687125 w 5741575"/>
              <a:gd name="connsiteY42" fmla="*/ 366820 h 955271"/>
              <a:gd name="connsiteX43" fmla="*/ 2697479 w 5741575"/>
              <a:gd name="connsiteY43" fmla="*/ 361430 h 955271"/>
              <a:gd name="connsiteX44" fmla="*/ 2701547 w 5741575"/>
              <a:gd name="connsiteY44" fmla="*/ 361545 h 955271"/>
              <a:gd name="connsiteX45" fmla="*/ 2711054 w 5741575"/>
              <a:gd name="connsiteY45" fmla="*/ 360597 h 955271"/>
              <a:gd name="connsiteX46" fmla="*/ 2710438 w 5741575"/>
              <a:gd name="connsiteY46" fmla="*/ 366958 h 955271"/>
              <a:gd name="connsiteX47" fmla="*/ 2722936 w 5741575"/>
              <a:gd name="connsiteY47" fmla="*/ 377633 h 955271"/>
              <a:gd name="connsiteX48" fmla="*/ 2777227 w 5741575"/>
              <a:gd name="connsiteY48" fmla="*/ 368972 h 955271"/>
              <a:gd name="connsiteX49" fmla="*/ 2779510 w 5741575"/>
              <a:gd name="connsiteY49" fmla="*/ 361652 h 955271"/>
              <a:gd name="connsiteX50" fmla="*/ 2786278 w 5741575"/>
              <a:gd name="connsiteY50" fmla="*/ 359869 h 955271"/>
              <a:gd name="connsiteX51" fmla="*/ 2792101 w 5741575"/>
              <a:gd name="connsiteY51" fmla="*/ 365927 h 955271"/>
              <a:gd name="connsiteX52" fmla="*/ 2885545 w 5741575"/>
              <a:gd name="connsiteY52" fmla="*/ 372818 h 955271"/>
              <a:gd name="connsiteX53" fmla="*/ 3009558 w 5741575"/>
              <a:gd name="connsiteY53" fmla="*/ 370573 h 955271"/>
              <a:gd name="connsiteX54" fmla="*/ 3095010 w 5741575"/>
              <a:gd name="connsiteY54" fmla="*/ 332454 h 955271"/>
              <a:gd name="connsiteX55" fmla="*/ 3103742 w 5741575"/>
              <a:gd name="connsiteY55" fmla="*/ 337974 h 955271"/>
              <a:gd name="connsiteX56" fmla="*/ 3165093 w 5741575"/>
              <a:gd name="connsiteY56" fmla="*/ 329459 h 955271"/>
              <a:gd name="connsiteX57" fmla="*/ 3373785 w 5741575"/>
              <a:gd name="connsiteY57" fmla="*/ 255680 h 955271"/>
              <a:gd name="connsiteX58" fmla="*/ 3493851 w 5741575"/>
              <a:gd name="connsiteY58" fmla="*/ 240255 h 955271"/>
              <a:gd name="connsiteX59" fmla="*/ 3537470 w 5741575"/>
              <a:gd name="connsiteY59" fmla="*/ 241867 h 955271"/>
              <a:gd name="connsiteX60" fmla="*/ 3610489 w 5741575"/>
              <a:gd name="connsiteY60" fmla="*/ 244128 h 955271"/>
              <a:gd name="connsiteX61" fmla="*/ 3667539 w 5741575"/>
              <a:gd name="connsiteY61" fmla="*/ 263271 h 955271"/>
              <a:gd name="connsiteX62" fmla="*/ 3727614 w 5741575"/>
              <a:gd name="connsiteY62" fmla="*/ 258245 h 955271"/>
              <a:gd name="connsiteX63" fmla="*/ 3738369 w 5741575"/>
              <a:gd name="connsiteY63" fmla="*/ 234506 h 955271"/>
              <a:gd name="connsiteX64" fmla="*/ 3803670 w 5741575"/>
              <a:gd name="connsiteY64" fmla="*/ 236457 h 955271"/>
              <a:gd name="connsiteX65" fmla="*/ 3903080 w 5741575"/>
              <a:gd name="connsiteY65" fmla="*/ 241890 h 955271"/>
              <a:gd name="connsiteX66" fmla="*/ 4114838 w 5741575"/>
              <a:gd name="connsiteY66" fmla="*/ 238165 h 955271"/>
              <a:gd name="connsiteX67" fmla="*/ 4271023 w 5741575"/>
              <a:gd name="connsiteY67" fmla="*/ 241959 h 955271"/>
              <a:gd name="connsiteX68" fmla="*/ 4367397 w 5741575"/>
              <a:gd name="connsiteY68" fmla="*/ 271442 h 955271"/>
              <a:gd name="connsiteX69" fmla="*/ 4495366 w 5741575"/>
              <a:gd name="connsiteY69" fmla="*/ 271618 h 955271"/>
              <a:gd name="connsiteX70" fmla="*/ 4517347 w 5741575"/>
              <a:gd name="connsiteY70" fmla="*/ 275639 h 955271"/>
              <a:gd name="connsiteX71" fmla="*/ 4546116 w 5741575"/>
              <a:gd name="connsiteY71" fmla="*/ 268568 h 955271"/>
              <a:gd name="connsiteX72" fmla="*/ 4661259 w 5741575"/>
              <a:gd name="connsiteY72" fmla="*/ 238966 h 955271"/>
              <a:gd name="connsiteX73" fmla="*/ 4750403 w 5741575"/>
              <a:gd name="connsiteY73" fmla="*/ 204364 h 955271"/>
              <a:gd name="connsiteX74" fmla="*/ 4867614 w 5741575"/>
              <a:gd name="connsiteY74" fmla="*/ 208668 h 955271"/>
              <a:gd name="connsiteX75" fmla="*/ 4937036 w 5741575"/>
              <a:gd name="connsiteY75" fmla="*/ 195446 h 955271"/>
              <a:gd name="connsiteX76" fmla="*/ 5047626 w 5741575"/>
              <a:gd name="connsiteY76" fmla="*/ 149604 h 955271"/>
              <a:gd name="connsiteX77" fmla="*/ 5200247 w 5741575"/>
              <a:gd name="connsiteY77" fmla="*/ 142695 h 955271"/>
              <a:gd name="connsiteX78" fmla="*/ 5235691 w 5741575"/>
              <a:gd name="connsiteY78" fmla="*/ 173330 h 955271"/>
              <a:gd name="connsiteX79" fmla="*/ 5280133 w 5741575"/>
              <a:gd name="connsiteY79" fmla="*/ 189342 h 955271"/>
              <a:gd name="connsiteX80" fmla="*/ 5291963 w 5741575"/>
              <a:gd name="connsiteY80" fmla="*/ 139446 h 955271"/>
              <a:gd name="connsiteX81" fmla="*/ 5418472 w 5741575"/>
              <a:gd name="connsiteY81" fmla="*/ 89163 h 955271"/>
              <a:gd name="connsiteX82" fmla="*/ 5482354 w 5741575"/>
              <a:gd name="connsiteY82" fmla="*/ 69470 h 955271"/>
              <a:gd name="connsiteX83" fmla="*/ 5583280 w 5741575"/>
              <a:gd name="connsiteY83" fmla="*/ 49787 h 955271"/>
              <a:gd name="connsiteX84" fmla="*/ 5613766 w 5741575"/>
              <a:gd name="connsiteY84" fmla="*/ 41855 h 955271"/>
              <a:gd name="connsiteX85" fmla="*/ 5684952 w 5741575"/>
              <a:gd name="connsiteY85" fmla="*/ 26088 h 955271"/>
              <a:gd name="connsiteX86" fmla="*/ 5741575 w 5741575"/>
              <a:gd name="connsiteY86" fmla="*/ 0 h 955271"/>
              <a:gd name="connsiteX0" fmla="*/ 5741575 w 5741575"/>
              <a:gd name="connsiteY0" fmla="*/ 0 h 955271"/>
              <a:gd name="connsiteX1" fmla="*/ 5741575 w 5741575"/>
              <a:gd name="connsiteY1" fmla="*/ 955271 h 955271"/>
              <a:gd name="connsiteX2" fmla="*/ 0 w 5741575"/>
              <a:gd name="connsiteY2" fmla="*/ 955271 h 955271"/>
              <a:gd name="connsiteX3" fmla="*/ 8558 w 5741575"/>
              <a:gd name="connsiteY3" fmla="*/ 953971 h 955271"/>
              <a:gd name="connsiteX4" fmla="*/ 16894 w 5741575"/>
              <a:gd name="connsiteY4" fmla="*/ 953847 h 955271"/>
              <a:gd name="connsiteX5" fmla="*/ 28156 w 5741575"/>
              <a:gd name="connsiteY5" fmla="*/ 951374 h 955271"/>
              <a:gd name="connsiteX6" fmla="*/ 28293 w 5741575"/>
              <a:gd name="connsiteY6" fmla="*/ 950971 h 955271"/>
              <a:gd name="connsiteX7" fmla="*/ 59229 w 5741575"/>
              <a:gd name="connsiteY7" fmla="*/ 903950 h 955271"/>
              <a:gd name="connsiteX8" fmla="*/ 148657 w 5741575"/>
              <a:gd name="connsiteY8" fmla="*/ 898134 h 955271"/>
              <a:gd name="connsiteX9" fmla="*/ 174554 w 5741575"/>
              <a:gd name="connsiteY9" fmla="*/ 886351 h 955271"/>
              <a:gd name="connsiteX10" fmla="*/ 187633 w 5741575"/>
              <a:gd name="connsiteY10" fmla="*/ 878226 h 955271"/>
              <a:gd name="connsiteX11" fmla="*/ 187961 w 5741575"/>
              <a:gd name="connsiteY11" fmla="*/ 876538 h 955271"/>
              <a:gd name="connsiteX12" fmla="*/ 240501 w 5741575"/>
              <a:gd name="connsiteY12" fmla="*/ 873150 h 955271"/>
              <a:gd name="connsiteX13" fmla="*/ 246345 w 5741575"/>
              <a:gd name="connsiteY13" fmla="*/ 869942 h 955271"/>
              <a:gd name="connsiteX14" fmla="*/ 306299 w 5741575"/>
              <a:gd name="connsiteY14" fmla="*/ 873609 h 955271"/>
              <a:gd name="connsiteX15" fmla="*/ 331571 w 5741575"/>
              <a:gd name="connsiteY15" fmla="*/ 869866 h 955271"/>
              <a:gd name="connsiteX16" fmla="*/ 384157 w 5741575"/>
              <a:gd name="connsiteY16" fmla="*/ 867971 h 955271"/>
              <a:gd name="connsiteX17" fmla="*/ 477637 w 5741575"/>
              <a:gd name="connsiteY17" fmla="*/ 870334 h 955271"/>
              <a:gd name="connsiteX18" fmla="*/ 570239 w 5741575"/>
              <a:gd name="connsiteY18" fmla="*/ 829596 h 955271"/>
              <a:gd name="connsiteX19" fmla="*/ 772070 w 5741575"/>
              <a:gd name="connsiteY19" fmla="*/ 820296 h 955271"/>
              <a:gd name="connsiteX20" fmla="*/ 948872 w 5741575"/>
              <a:gd name="connsiteY20" fmla="*/ 772201 h 955271"/>
              <a:gd name="connsiteX21" fmla="*/ 1127089 w 5741575"/>
              <a:gd name="connsiteY21" fmla="*/ 746926 h 955271"/>
              <a:gd name="connsiteX22" fmla="*/ 1226314 w 5741575"/>
              <a:gd name="connsiteY22" fmla="*/ 722473 h 955271"/>
              <a:gd name="connsiteX23" fmla="*/ 1278773 w 5741575"/>
              <a:gd name="connsiteY23" fmla="*/ 711503 h 955271"/>
              <a:gd name="connsiteX24" fmla="*/ 1317691 w 5741575"/>
              <a:gd name="connsiteY24" fmla="*/ 708529 h 955271"/>
              <a:gd name="connsiteX25" fmla="*/ 1360404 w 5741575"/>
              <a:gd name="connsiteY25" fmla="*/ 675922 h 955271"/>
              <a:gd name="connsiteX26" fmla="*/ 1412292 w 5741575"/>
              <a:gd name="connsiteY26" fmla="*/ 670793 h 955271"/>
              <a:gd name="connsiteX27" fmla="*/ 1494753 w 5741575"/>
              <a:gd name="connsiteY27" fmla="*/ 644686 h 955271"/>
              <a:gd name="connsiteX28" fmla="*/ 1616217 w 5741575"/>
              <a:gd name="connsiteY28" fmla="*/ 622107 h 955271"/>
              <a:gd name="connsiteX29" fmla="*/ 1710928 w 5741575"/>
              <a:gd name="connsiteY29" fmla="*/ 600666 h 955271"/>
              <a:gd name="connsiteX30" fmla="*/ 1743718 w 5741575"/>
              <a:gd name="connsiteY30" fmla="*/ 584327 h 955271"/>
              <a:gd name="connsiteX31" fmla="*/ 1873778 w 5741575"/>
              <a:gd name="connsiteY31" fmla="*/ 530130 h 955271"/>
              <a:gd name="connsiteX32" fmla="*/ 1988411 w 5741575"/>
              <a:gd name="connsiteY32" fmla="*/ 491599 h 955271"/>
              <a:gd name="connsiteX33" fmla="*/ 2085507 w 5741575"/>
              <a:gd name="connsiteY33" fmla="*/ 498527 h 955271"/>
              <a:gd name="connsiteX34" fmla="*/ 2090767 w 5741575"/>
              <a:gd name="connsiteY34" fmla="*/ 490616 h 955271"/>
              <a:gd name="connsiteX35" fmla="*/ 2151143 w 5741575"/>
              <a:gd name="connsiteY35" fmla="*/ 478332 h 955271"/>
              <a:gd name="connsiteX36" fmla="*/ 2378710 w 5741575"/>
              <a:gd name="connsiteY36" fmla="*/ 477570 h 955271"/>
              <a:gd name="connsiteX37" fmla="*/ 2496256 w 5741575"/>
              <a:gd name="connsiteY37" fmla="*/ 452396 h 955271"/>
              <a:gd name="connsiteX38" fmla="*/ 2535387 w 5741575"/>
              <a:gd name="connsiteY38" fmla="*/ 436645 h 955271"/>
              <a:gd name="connsiteX39" fmla="*/ 2601109 w 5741575"/>
              <a:gd name="connsiteY39" fmla="*/ 410678 h 955271"/>
              <a:gd name="connsiteX40" fmla="*/ 2643855 w 5741575"/>
              <a:gd name="connsiteY40" fmla="*/ 374482 h 955271"/>
              <a:gd name="connsiteX41" fmla="*/ 2657726 w 5741575"/>
              <a:gd name="connsiteY41" fmla="*/ 365841 h 955271"/>
              <a:gd name="connsiteX42" fmla="*/ 2687125 w 5741575"/>
              <a:gd name="connsiteY42" fmla="*/ 366820 h 955271"/>
              <a:gd name="connsiteX43" fmla="*/ 2697479 w 5741575"/>
              <a:gd name="connsiteY43" fmla="*/ 361430 h 955271"/>
              <a:gd name="connsiteX44" fmla="*/ 2701547 w 5741575"/>
              <a:gd name="connsiteY44" fmla="*/ 361545 h 955271"/>
              <a:gd name="connsiteX45" fmla="*/ 2711054 w 5741575"/>
              <a:gd name="connsiteY45" fmla="*/ 360597 h 955271"/>
              <a:gd name="connsiteX46" fmla="*/ 2710438 w 5741575"/>
              <a:gd name="connsiteY46" fmla="*/ 366958 h 955271"/>
              <a:gd name="connsiteX47" fmla="*/ 2722936 w 5741575"/>
              <a:gd name="connsiteY47" fmla="*/ 377633 h 955271"/>
              <a:gd name="connsiteX48" fmla="*/ 2777227 w 5741575"/>
              <a:gd name="connsiteY48" fmla="*/ 368972 h 955271"/>
              <a:gd name="connsiteX49" fmla="*/ 2779510 w 5741575"/>
              <a:gd name="connsiteY49" fmla="*/ 361652 h 955271"/>
              <a:gd name="connsiteX50" fmla="*/ 2786278 w 5741575"/>
              <a:gd name="connsiteY50" fmla="*/ 359869 h 955271"/>
              <a:gd name="connsiteX51" fmla="*/ 2792101 w 5741575"/>
              <a:gd name="connsiteY51" fmla="*/ 365927 h 955271"/>
              <a:gd name="connsiteX52" fmla="*/ 2885545 w 5741575"/>
              <a:gd name="connsiteY52" fmla="*/ 372818 h 955271"/>
              <a:gd name="connsiteX53" fmla="*/ 3009558 w 5741575"/>
              <a:gd name="connsiteY53" fmla="*/ 370573 h 955271"/>
              <a:gd name="connsiteX54" fmla="*/ 3095010 w 5741575"/>
              <a:gd name="connsiteY54" fmla="*/ 332454 h 955271"/>
              <a:gd name="connsiteX55" fmla="*/ 3103742 w 5741575"/>
              <a:gd name="connsiteY55" fmla="*/ 337974 h 955271"/>
              <a:gd name="connsiteX56" fmla="*/ 3165093 w 5741575"/>
              <a:gd name="connsiteY56" fmla="*/ 329459 h 955271"/>
              <a:gd name="connsiteX57" fmla="*/ 3373785 w 5741575"/>
              <a:gd name="connsiteY57" fmla="*/ 255680 h 955271"/>
              <a:gd name="connsiteX58" fmla="*/ 3493851 w 5741575"/>
              <a:gd name="connsiteY58" fmla="*/ 240255 h 955271"/>
              <a:gd name="connsiteX59" fmla="*/ 3537470 w 5741575"/>
              <a:gd name="connsiteY59" fmla="*/ 241867 h 955271"/>
              <a:gd name="connsiteX60" fmla="*/ 3610489 w 5741575"/>
              <a:gd name="connsiteY60" fmla="*/ 244128 h 955271"/>
              <a:gd name="connsiteX61" fmla="*/ 3667539 w 5741575"/>
              <a:gd name="connsiteY61" fmla="*/ 263271 h 955271"/>
              <a:gd name="connsiteX62" fmla="*/ 3727614 w 5741575"/>
              <a:gd name="connsiteY62" fmla="*/ 258245 h 955271"/>
              <a:gd name="connsiteX63" fmla="*/ 3738369 w 5741575"/>
              <a:gd name="connsiteY63" fmla="*/ 234506 h 955271"/>
              <a:gd name="connsiteX64" fmla="*/ 3803670 w 5741575"/>
              <a:gd name="connsiteY64" fmla="*/ 236457 h 955271"/>
              <a:gd name="connsiteX65" fmla="*/ 3903080 w 5741575"/>
              <a:gd name="connsiteY65" fmla="*/ 241890 h 955271"/>
              <a:gd name="connsiteX66" fmla="*/ 4114838 w 5741575"/>
              <a:gd name="connsiteY66" fmla="*/ 238165 h 955271"/>
              <a:gd name="connsiteX67" fmla="*/ 4271023 w 5741575"/>
              <a:gd name="connsiteY67" fmla="*/ 241959 h 955271"/>
              <a:gd name="connsiteX68" fmla="*/ 4367397 w 5741575"/>
              <a:gd name="connsiteY68" fmla="*/ 271442 h 955271"/>
              <a:gd name="connsiteX69" fmla="*/ 4495366 w 5741575"/>
              <a:gd name="connsiteY69" fmla="*/ 271618 h 955271"/>
              <a:gd name="connsiteX70" fmla="*/ 4517347 w 5741575"/>
              <a:gd name="connsiteY70" fmla="*/ 275639 h 955271"/>
              <a:gd name="connsiteX71" fmla="*/ 4546116 w 5741575"/>
              <a:gd name="connsiteY71" fmla="*/ 268568 h 955271"/>
              <a:gd name="connsiteX72" fmla="*/ 4661259 w 5741575"/>
              <a:gd name="connsiteY72" fmla="*/ 238966 h 955271"/>
              <a:gd name="connsiteX73" fmla="*/ 4750403 w 5741575"/>
              <a:gd name="connsiteY73" fmla="*/ 204364 h 955271"/>
              <a:gd name="connsiteX74" fmla="*/ 4867614 w 5741575"/>
              <a:gd name="connsiteY74" fmla="*/ 208668 h 955271"/>
              <a:gd name="connsiteX75" fmla="*/ 4937036 w 5741575"/>
              <a:gd name="connsiteY75" fmla="*/ 195446 h 955271"/>
              <a:gd name="connsiteX76" fmla="*/ 5047626 w 5741575"/>
              <a:gd name="connsiteY76" fmla="*/ 149604 h 955271"/>
              <a:gd name="connsiteX77" fmla="*/ 5200247 w 5741575"/>
              <a:gd name="connsiteY77" fmla="*/ 142695 h 955271"/>
              <a:gd name="connsiteX78" fmla="*/ 5235691 w 5741575"/>
              <a:gd name="connsiteY78" fmla="*/ 173330 h 955271"/>
              <a:gd name="connsiteX79" fmla="*/ 5280133 w 5741575"/>
              <a:gd name="connsiteY79" fmla="*/ 189342 h 955271"/>
              <a:gd name="connsiteX80" fmla="*/ 5291963 w 5741575"/>
              <a:gd name="connsiteY80" fmla="*/ 139446 h 955271"/>
              <a:gd name="connsiteX81" fmla="*/ 5418472 w 5741575"/>
              <a:gd name="connsiteY81" fmla="*/ 89163 h 955271"/>
              <a:gd name="connsiteX82" fmla="*/ 5482354 w 5741575"/>
              <a:gd name="connsiteY82" fmla="*/ 69470 h 955271"/>
              <a:gd name="connsiteX83" fmla="*/ 5583280 w 5741575"/>
              <a:gd name="connsiteY83" fmla="*/ 49787 h 955271"/>
              <a:gd name="connsiteX84" fmla="*/ 5613766 w 5741575"/>
              <a:gd name="connsiteY84" fmla="*/ 41855 h 955271"/>
              <a:gd name="connsiteX85" fmla="*/ 5684952 w 5741575"/>
              <a:gd name="connsiteY85" fmla="*/ 26088 h 955271"/>
              <a:gd name="connsiteX86" fmla="*/ 5741575 w 5741575"/>
              <a:gd name="connsiteY86" fmla="*/ 0 h 955271"/>
              <a:gd name="connsiteX0" fmla="*/ 5741575 w 5741575"/>
              <a:gd name="connsiteY0" fmla="*/ 0 h 955271"/>
              <a:gd name="connsiteX1" fmla="*/ 5741575 w 5741575"/>
              <a:gd name="connsiteY1" fmla="*/ 955271 h 955271"/>
              <a:gd name="connsiteX2" fmla="*/ 0 w 5741575"/>
              <a:gd name="connsiteY2" fmla="*/ 955271 h 955271"/>
              <a:gd name="connsiteX3" fmla="*/ 8558 w 5741575"/>
              <a:gd name="connsiteY3" fmla="*/ 953971 h 955271"/>
              <a:gd name="connsiteX4" fmla="*/ 16894 w 5741575"/>
              <a:gd name="connsiteY4" fmla="*/ 953847 h 955271"/>
              <a:gd name="connsiteX5" fmla="*/ 28156 w 5741575"/>
              <a:gd name="connsiteY5" fmla="*/ 951374 h 955271"/>
              <a:gd name="connsiteX6" fmla="*/ 28293 w 5741575"/>
              <a:gd name="connsiteY6" fmla="*/ 950971 h 955271"/>
              <a:gd name="connsiteX7" fmla="*/ 59229 w 5741575"/>
              <a:gd name="connsiteY7" fmla="*/ 903950 h 955271"/>
              <a:gd name="connsiteX8" fmla="*/ 148657 w 5741575"/>
              <a:gd name="connsiteY8" fmla="*/ 898134 h 955271"/>
              <a:gd name="connsiteX9" fmla="*/ 174554 w 5741575"/>
              <a:gd name="connsiteY9" fmla="*/ 886351 h 955271"/>
              <a:gd name="connsiteX10" fmla="*/ 187633 w 5741575"/>
              <a:gd name="connsiteY10" fmla="*/ 878226 h 955271"/>
              <a:gd name="connsiteX11" fmla="*/ 187961 w 5741575"/>
              <a:gd name="connsiteY11" fmla="*/ 876538 h 955271"/>
              <a:gd name="connsiteX12" fmla="*/ 240501 w 5741575"/>
              <a:gd name="connsiteY12" fmla="*/ 873150 h 955271"/>
              <a:gd name="connsiteX13" fmla="*/ 246345 w 5741575"/>
              <a:gd name="connsiteY13" fmla="*/ 869942 h 955271"/>
              <a:gd name="connsiteX14" fmla="*/ 306299 w 5741575"/>
              <a:gd name="connsiteY14" fmla="*/ 873609 h 955271"/>
              <a:gd name="connsiteX15" fmla="*/ 331571 w 5741575"/>
              <a:gd name="connsiteY15" fmla="*/ 869866 h 955271"/>
              <a:gd name="connsiteX16" fmla="*/ 384157 w 5741575"/>
              <a:gd name="connsiteY16" fmla="*/ 867971 h 955271"/>
              <a:gd name="connsiteX17" fmla="*/ 477637 w 5741575"/>
              <a:gd name="connsiteY17" fmla="*/ 870334 h 955271"/>
              <a:gd name="connsiteX18" fmla="*/ 570239 w 5741575"/>
              <a:gd name="connsiteY18" fmla="*/ 829596 h 955271"/>
              <a:gd name="connsiteX19" fmla="*/ 772070 w 5741575"/>
              <a:gd name="connsiteY19" fmla="*/ 820296 h 955271"/>
              <a:gd name="connsiteX20" fmla="*/ 948872 w 5741575"/>
              <a:gd name="connsiteY20" fmla="*/ 772201 h 955271"/>
              <a:gd name="connsiteX21" fmla="*/ 1127089 w 5741575"/>
              <a:gd name="connsiteY21" fmla="*/ 746926 h 955271"/>
              <a:gd name="connsiteX22" fmla="*/ 1226314 w 5741575"/>
              <a:gd name="connsiteY22" fmla="*/ 722473 h 955271"/>
              <a:gd name="connsiteX23" fmla="*/ 1278773 w 5741575"/>
              <a:gd name="connsiteY23" fmla="*/ 711503 h 955271"/>
              <a:gd name="connsiteX24" fmla="*/ 1317691 w 5741575"/>
              <a:gd name="connsiteY24" fmla="*/ 708529 h 955271"/>
              <a:gd name="connsiteX25" fmla="*/ 1360404 w 5741575"/>
              <a:gd name="connsiteY25" fmla="*/ 675922 h 955271"/>
              <a:gd name="connsiteX26" fmla="*/ 1412292 w 5741575"/>
              <a:gd name="connsiteY26" fmla="*/ 670793 h 955271"/>
              <a:gd name="connsiteX27" fmla="*/ 1494753 w 5741575"/>
              <a:gd name="connsiteY27" fmla="*/ 644686 h 955271"/>
              <a:gd name="connsiteX28" fmla="*/ 1616217 w 5741575"/>
              <a:gd name="connsiteY28" fmla="*/ 622107 h 955271"/>
              <a:gd name="connsiteX29" fmla="*/ 1710928 w 5741575"/>
              <a:gd name="connsiteY29" fmla="*/ 600666 h 955271"/>
              <a:gd name="connsiteX30" fmla="*/ 1743718 w 5741575"/>
              <a:gd name="connsiteY30" fmla="*/ 584327 h 955271"/>
              <a:gd name="connsiteX31" fmla="*/ 1873778 w 5741575"/>
              <a:gd name="connsiteY31" fmla="*/ 530130 h 955271"/>
              <a:gd name="connsiteX32" fmla="*/ 1988411 w 5741575"/>
              <a:gd name="connsiteY32" fmla="*/ 491599 h 955271"/>
              <a:gd name="connsiteX33" fmla="*/ 2085507 w 5741575"/>
              <a:gd name="connsiteY33" fmla="*/ 498527 h 955271"/>
              <a:gd name="connsiteX34" fmla="*/ 2090767 w 5741575"/>
              <a:gd name="connsiteY34" fmla="*/ 490616 h 955271"/>
              <a:gd name="connsiteX35" fmla="*/ 2151143 w 5741575"/>
              <a:gd name="connsiteY35" fmla="*/ 478332 h 955271"/>
              <a:gd name="connsiteX36" fmla="*/ 2378710 w 5741575"/>
              <a:gd name="connsiteY36" fmla="*/ 477570 h 955271"/>
              <a:gd name="connsiteX37" fmla="*/ 2496256 w 5741575"/>
              <a:gd name="connsiteY37" fmla="*/ 452396 h 955271"/>
              <a:gd name="connsiteX38" fmla="*/ 2535387 w 5741575"/>
              <a:gd name="connsiteY38" fmla="*/ 436645 h 955271"/>
              <a:gd name="connsiteX39" fmla="*/ 2601109 w 5741575"/>
              <a:gd name="connsiteY39" fmla="*/ 410678 h 955271"/>
              <a:gd name="connsiteX40" fmla="*/ 2643855 w 5741575"/>
              <a:gd name="connsiteY40" fmla="*/ 374482 h 955271"/>
              <a:gd name="connsiteX41" fmla="*/ 2657726 w 5741575"/>
              <a:gd name="connsiteY41" fmla="*/ 365841 h 955271"/>
              <a:gd name="connsiteX42" fmla="*/ 2687125 w 5741575"/>
              <a:gd name="connsiteY42" fmla="*/ 366820 h 955271"/>
              <a:gd name="connsiteX43" fmla="*/ 2697479 w 5741575"/>
              <a:gd name="connsiteY43" fmla="*/ 361430 h 955271"/>
              <a:gd name="connsiteX44" fmla="*/ 2701547 w 5741575"/>
              <a:gd name="connsiteY44" fmla="*/ 361545 h 955271"/>
              <a:gd name="connsiteX45" fmla="*/ 2711054 w 5741575"/>
              <a:gd name="connsiteY45" fmla="*/ 360597 h 955271"/>
              <a:gd name="connsiteX46" fmla="*/ 2710438 w 5741575"/>
              <a:gd name="connsiteY46" fmla="*/ 366958 h 955271"/>
              <a:gd name="connsiteX47" fmla="*/ 2777227 w 5741575"/>
              <a:gd name="connsiteY47" fmla="*/ 368972 h 955271"/>
              <a:gd name="connsiteX48" fmla="*/ 2779510 w 5741575"/>
              <a:gd name="connsiteY48" fmla="*/ 361652 h 955271"/>
              <a:gd name="connsiteX49" fmla="*/ 2786278 w 5741575"/>
              <a:gd name="connsiteY49" fmla="*/ 359869 h 955271"/>
              <a:gd name="connsiteX50" fmla="*/ 2792101 w 5741575"/>
              <a:gd name="connsiteY50" fmla="*/ 365927 h 955271"/>
              <a:gd name="connsiteX51" fmla="*/ 2885545 w 5741575"/>
              <a:gd name="connsiteY51" fmla="*/ 372818 h 955271"/>
              <a:gd name="connsiteX52" fmla="*/ 3009558 w 5741575"/>
              <a:gd name="connsiteY52" fmla="*/ 370573 h 955271"/>
              <a:gd name="connsiteX53" fmla="*/ 3095010 w 5741575"/>
              <a:gd name="connsiteY53" fmla="*/ 332454 h 955271"/>
              <a:gd name="connsiteX54" fmla="*/ 3103742 w 5741575"/>
              <a:gd name="connsiteY54" fmla="*/ 337974 h 955271"/>
              <a:gd name="connsiteX55" fmla="*/ 3165093 w 5741575"/>
              <a:gd name="connsiteY55" fmla="*/ 329459 h 955271"/>
              <a:gd name="connsiteX56" fmla="*/ 3373785 w 5741575"/>
              <a:gd name="connsiteY56" fmla="*/ 255680 h 955271"/>
              <a:gd name="connsiteX57" fmla="*/ 3493851 w 5741575"/>
              <a:gd name="connsiteY57" fmla="*/ 240255 h 955271"/>
              <a:gd name="connsiteX58" fmla="*/ 3537470 w 5741575"/>
              <a:gd name="connsiteY58" fmla="*/ 241867 h 955271"/>
              <a:gd name="connsiteX59" fmla="*/ 3610489 w 5741575"/>
              <a:gd name="connsiteY59" fmla="*/ 244128 h 955271"/>
              <a:gd name="connsiteX60" fmla="*/ 3667539 w 5741575"/>
              <a:gd name="connsiteY60" fmla="*/ 263271 h 955271"/>
              <a:gd name="connsiteX61" fmla="*/ 3727614 w 5741575"/>
              <a:gd name="connsiteY61" fmla="*/ 258245 h 955271"/>
              <a:gd name="connsiteX62" fmla="*/ 3738369 w 5741575"/>
              <a:gd name="connsiteY62" fmla="*/ 234506 h 955271"/>
              <a:gd name="connsiteX63" fmla="*/ 3803670 w 5741575"/>
              <a:gd name="connsiteY63" fmla="*/ 236457 h 955271"/>
              <a:gd name="connsiteX64" fmla="*/ 3903080 w 5741575"/>
              <a:gd name="connsiteY64" fmla="*/ 241890 h 955271"/>
              <a:gd name="connsiteX65" fmla="*/ 4114838 w 5741575"/>
              <a:gd name="connsiteY65" fmla="*/ 238165 h 955271"/>
              <a:gd name="connsiteX66" fmla="*/ 4271023 w 5741575"/>
              <a:gd name="connsiteY66" fmla="*/ 241959 h 955271"/>
              <a:gd name="connsiteX67" fmla="*/ 4367397 w 5741575"/>
              <a:gd name="connsiteY67" fmla="*/ 271442 h 955271"/>
              <a:gd name="connsiteX68" fmla="*/ 4495366 w 5741575"/>
              <a:gd name="connsiteY68" fmla="*/ 271618 h 955271"/>
              <a:gd name="connsiteX69" fmla="*/ 4517347 w 5741575"/>
              <a:gd name="connsiteY69" fmla="*/ 275639 h 955271"/>
              <a:gd name="connsiteX70" fmla="*/ 4546116 w 5741575"/>
              <a:gd name="connsiteY70" fmla="*/ 268568 h 955271"/>
              <a:gd name="connsiteX71" fmla="*/ 4661259 w 5741575"/>
              <a:gd name="connsiteY71" fmla="*/ 238966 h 955271"/>
              <a:gd name="connsiteX72" fmla="*/ 4750403 w 5741575"/>
              <a:gd name="connsiteY72" fmla="*/ 204364 h 955271"/>
              <a:gd name="connsiteX73" fmla="*/ 4867614 w 5741575"/>
              <a:gd name="connsiteY73" fmla="*/ 208668 h 955271"/>
              <a:gd name="connsiteX74" fmla="*/ 4937036 w 5741575"/>
              <a:gd name="connsiteY74" fmla="*/ 195446 h 955271"/>
              <a:gd name="connsiteX75" fmla="*/ 5047626 w 5741575"/>
              <a:gd name="connsiteY75" fmla="*/ 149604 h 955271"/>
              <a:gd name="connsiteX76" fmla="*/ 5200247 w 5741575"/>
              <a:gd name="connsiteY76" fmla="*/ 142695 h 955271"/>
              <a:gd name="connsiteX77" fmla="*/ 5235691 w 5741575"/>
              <a:gd name="connsiteY77" fmla="*/ 173330 h 955271"/>
              <a:gd name="connsiteX78" fmla="*/ 5280133 w 5741575"/>
              <a:gd name="connsiteY78" fmla="*/ 189342 h 955271"/>
              <a:gd name="connsiteX79" fmla="*/ 5291963 w 5741575"/>
              <a:gd name="connsiteY79" fmla="*/ 139446 h 955271"/>
              <a:gd name="connsiteX80" fmla="*/ 5418472 w 5741575"/>
              <a:gd name="connsiteY80" fmla="*/ 89163 h 955271"/>
              <a:gd name="connsiteX81" fmla="*/ 5482354 w 5741575"/>
              <a:gd name="connsiteY81" fmla="*/ 69470 h 955271"/>
              <a:gd name="connsiteX82" fmla="*/ 5583280 w 5741575"/>
              <a:gd name="connsiteY82" fmla="*/ 49787 h 955271"/>
              <a:gd name="connsiteX83" fmla="*/ 5613766 w 5741575"/>
              <a:gd name="connsiteY83" fmla="*/ 41855 h 955271"/>
              <a:gd name="connsiteX84" fmla="*/ 5684952 w 5741575"/>
              <a:gd name="connsiteY84" fmla="*/ 26088 h 955271"/>
              <a:gd name="connsiteX85" fmla="*/ 5741575 w 5741575"/>
              <a:gd name="connsiteY85" fmla="*/ 0 h 955271"/>
              <a:gd name="connsiteX0" fmla="*/ 5741575 w 5741575"/>
              <a:gd name="connsiteY0" fmla="*/ 0 h 955271"/>
              <a:gd name="connsiteX1" fmla="*/ 5741575 w 5741575"/>
              <a:gd name="connsiteY1" fmla="*/ 955271 h 955271"/>
              <a:gd name="connsiteX2" fmla="*/ 0 w 5741575"/>
              <a:gd name="connsiteY2" fmla="*/ 955271 h 955271"/>
              <a:gd name="connsiteX3" fmla="*/ 8558 w 5741575"/>
              <a:gd name="connsiteY3" fmla="*/ 953971 h 955271"/>
              <a:gd name="connsiteX4" fmla="*/ 16894 w 5741575"/>
              <a:gd name="connsiteY4" fmla="*/ 953847 h 955271"/>
              <a:gd name="connsiteX5" fmla="*/ 28156 w 5741575"/>
              <a:gd name="connsiteY5" fmla="*/ 951374 h 955271"/>
              <a:gd name="connsiteX6" fmla="*/ 28293 w 5741575"/>
              <a:gd name="connsiteY6" fmla="*/ 950971 h 955271"/>
              <a:gd name="connsiteX7" fmla="*/ 59229 w 5741575"/>
              <a:gd name="connsiteY7" fmla="*/ 903950 h 955271"/>
              <a:gd name="connsiteX8" fmla="*/ 148657 w 5741575"/>
              <a:gd name="connsiteY8" fmla="*/ 898134 h 955271"/>
              <a:gd name="connsiteX9" fmla="*/ 174554 w 5741575"/>
              <a:gd name="connsiteY9" fmla="*/ 886351 h 955271"/>
              <a:gd name="connsiteX10" fmla="*/ 187633 w 5741575"/>
              <a:gd name="connsiteY10" fmla="*/ 878226 h 955271"/>
              <a:gd name="connsiteX11" fmla="*/ 187961 w 5741575"/>
              <a:gd name="connsiteY11" fmla="*/ 876538 h 955271"/>
              <a:gd name="connsiteX12" fmla="*/ 240501 w 5741575"/>
              <a:gd name="connsiteY12" fmla="*/ 873150 h 955271"/>
              <a:gd name="connsiteX13" fmla="*/ 246345 w 5741575"/>
              <a:gd name="connsiteY13" fmla="*/ 869942 h 955271"/>
              <a:gd name="connsiteX14" fmla="*/ 306299 w 5741575"/>
              <a:gd name="connsiteY14" fmla="*/ 873609 h 955271"/>
              <a:gd name="connsiteX15" fmla="*/ 331571 w 5741575"/>
              <a:gd name="connsiteY15" fmla="*/ 869866 h 955271"/>
              <a:gd name="connsiteX16" fmla="*/ 384157 w 5741575"/>
              <a:gd name="connsiteY16" fmla="*/ 867971 h 955271"/>
              <a:gd name="connsiteX17" fmla="*/ 477637 w 5741575"/>
              <a:gd name="connsiteY17" fmla="*/ 870334 h 955271"/>
              <a:gd name="connsiteX18" fmla="*/ 570239 w 5741575"/>
              <a:gd name="connsiteY18" fmla="*/ 829596 h 955271"/>
              <a:gd name="connsiteX19" fmla="*/ 772070 w 5741575"/>
              <a:gd name="connsiteY19" fmla="*/ 820296 h 955271"/>
              <a:gd name="connsiteX20" fmla="*/ 948872 w 5741575"/>
              <a:gd name="connsiteY20" fmla="*/ 772201 h 955271"/>
              <a:gd name="connsiteX21" fmla="*/ 1127089 w 5741575"/>
              <a:gd name="connsiteY21" fmla="*/ 746926 h 955271"/>
              <a:gd name="connsiteX22" fmla="*/ 1226314 w 5741575"/>
              <a:gd name="connsiteY22" fmla="*/ 722473 h 955271"/>
              <a:gd name="connsiteX23" fmla="*/ 1278773 w 5741575"/>
              <a:gd name="connsiteY23" fmla="*/ 711503 h 955271"/>
              <a:gd name="connsiteX24" fmla="*/ 1317691 w 5741575"/>
              <a:gd name="connsiteY24" fmla="*/ 708529 h 955271"/>
              <a:gd name="connsiteX25" fmla="*/ 1360404 w 5741575"/>
              <a:gd name="connsiteY25" fmla="*/ 675922 h 955271"/>
              <a:gd name="connsiteX26" fmla="*/ 1412292 w 5741575"/>
              <a:gd name="connsiteY26" fmla="*/ 670793 h 955271"/>
              <a:gd name="connsiteX27" fmla="*/ 1494753 w 5741575"/>
              <a:gd name="connsiteY27" fmla="*/ 644686 h 955271"/>
              <a:gd name="connsiteX28" fmla="*/ 1616217 w 5741575"/>
              <a:gd name="connsiteY28" fmla="*/ 622107 h 955271"/>
              <a:gd name="connsiteX29" fmla="*/ 1710928 w 5741575"/>
              <a:gd name="connsiteY29" fmla="*/ 600666 h 955271"/>
              <a:gd name="connsiteX30" fmla="*/ 1743718 w 5741575"/>
              <a:gd name="connsiteY30" fmla="*/ 584327 h 955271"/>
              <a:gd name="connsiteX31" fmla="*/ 1873778 w 5741575"/>
              <a:gd name="connsiteY31" fmla="*/ 530130 h 955271"/>
              <a:gd name="connsiteX32" fmla="*/ 1988411 w 5741575"/>
              <a:gd name="connsiteY32" fmla="*/ 491599 h 955271"/>
              <a:gd name="connsiteX33" fmla="*/ 2085507 w 5741575"/>
              <a:gd name="connsiteY33" fmla="*/ 498527 h 955271"/>
              <a:gd name="connsiteX34" fmla="*/ 2090767 w 5741575"/>
              <a:gd name="connsiteY34" fmla="*/ 490616 h 955271"/>
              <a:gd name="connsiteX35" fmla="*/ 2151143 w 5741575"/>
              <a:gd name="connsiteY35" fmla="*/ 478332 h 955271"/>
              <a:gd name="connsiteX36" fmla="*/ 2378710 w 5741575"/>
              <a:gd name="connsiteY36" fmla="*/ 477570 h 955271"/>
              <a:gd name="connsiteX37" fmla="*/ 2496256 w 5741575"/>
              <a:gd name="connsiteY37" fmla="*/ 452396 h 955271"/>
              <a:gd name="connsiteX38" fmla="*/ 2535387 w 5741575"/>
              <a:gd name="connsiteY38" fmla="*/ 436645 h 955271"/>
              <a:gd name="connsiteX39" fmla="*/ 2601109 w 5741575"/>
              <a:gd name="connsiteY39" fmla="*/ 410678 h 955271"/>
              <a:gd name="connsiteX40" fmla="*/ 2643855 w 5741575"/>
              <a:gd name="connsiteY40" fmla="*/ 374482 h 955271"/>
              <a:gd name="connsiteX41" fmla="*/ 2657726 w 5741575"/>
              <a:gd name="connsiteY41" fmla="*/ 365841 h 955271"/>
              <a:gd name="connsiteX42" fmla="*/ 2687125 w 5741575"/>
              <a:gd name="connsiteY42" fmla="*/ 366820 h 955271"/>
              <a:gd name="connsiteX43" fmla="*/ 2697479 w 5741575"/>
              <a:gd name="connsiteY43" fmla="*/ 361430 h 955271"/>
              <a:gd name="connsiteX44" fmla="*/ 2701547 w 5741575"/>
              <a:gd name="connsiteY44" fmla="*/ 361545 h 955271"/>
              <a:gd name="connsiteX45" fmla="*/ 2711054 w 5741575"/>
              <a:gd name="connsiteY45" fmla="*/ 360597 h 955271"/>
              <a:gd name="connsiteX46" fmla="*/ 2710438 w 5741575"/>
              <a:gd name="connsiteY46" fmla="*/ 366958 h 955271"/>
              <a:gd name="connsiteX47" fmla="*/ 2711050 w 5741575"/>
              <a:gd name="connsiteY47" fmla="*/ 358572 h 955271"/>
              <a:gd name="connsiteX48" fmla="*/ 2777227 w 5741575"/>
              <a:gd name="connsiteY48" fmla="*/ 368972 h 955271"/>
              <a:gd name="connsiteX49" fmla="*/ 2779510 w 5741575"/>
              <a:gd name="connsiteY49" fmla="*/ 361652 h 955271"/>
              <a:gd name="connsiteX50" fmla="*/ 2786278 w 5741575"/>
              <a:gd name="connsiteY50" fmla="*/ 359869 h 955271"/>
              <a:gd name="connsiteX51" fmla="*/ 2792101 w 5741575"/>
              <a:gd name="connsiteY51" fmla="*/ 365927 h 955271"/>
              <a:gd name="connsiteX52" fmla="*/ 2885545 w 5741575"/>
              <a:gd name="connsiteY52" fmla="*/ 372818 h 955271"/>
              <a:gd name="connsiteX53" fmla="*/ 3009558 w 5741575"/>
              <a:gd name="connsiteY53" fmla="*/ 370573 h 955271"/>
              <a:gd name="connsiteX54" fmla="*/ 3095010 w 5741575"/>
              <a:gd name="connsiteY54" fmla="*/ 332454 h 955271"/>
              <a:gd name="connsiteX55" fmla="*/ 3103742 w 5741575"/>
              <a:gd name="connsiteY55" fmla="*/ 337974 h 955271"/>
              <a:gd name="connsiteX56" fmla="*/ 3165093 w 5741575"/>
              <a:gd name="connsiteY56" fmla="*/ 329459 h 955271"/>
              <a:gd name="connsiteX57" fmla="*/ 3373785 w 5741575"/>
              <a:gd name="connsiteY57" fmla="*/ 255680 h 955271"/>
              <a:gd name="connsiteX58" fmla="*/ 3493851 w 5741575"/>
              <a:gd name="connsiteY58" fmla="*/ 240255 h 955271"/>
              <a:gd name="connsiteX59" fmla="*/ 3537470 w 5741575"/>
              <a:gd name="connsiteY59" fmla="*/ 241867 h 955271"/>
              <a:gd name="connsiteX60" fmla="*/ 3610489 w 5741575"/>
              <a:gd name="connsiteY60" fmla="*/ 244128 h 955271"/>
              <a:gd name="connsiteX61" fmla="*/ 3667539 w 5741575"/>
              <a:gd name="connsiteY61" fmla="*/ 263271 h 955271"/>
              <a:gd name="connsiteX62" fmla="*/ 3727614 w 5741575"/>
              <a:gd name="connsiteY62" fmla="*/ 258245 h 955271"/>
              <a:gd name="connsiteX63" fmla="*/ 3738369 w 5741575"/>
              <a:gd name="connsiteY63" fmla="*/ 234506 h 955271"/>
              <a:gd name="connsiteX64" fmla="*/ 3803670 w 5741575"/>
              <a:gd name="connsiteY64" fmla="*/ 236457 h 955271"/>
              <a:gd name="connsiteX65" fmla="*/ 3903080 w 5741575"/>
              <a:gd name="connsiteY65" fmla="*/ 241890 h 955271"/>
              <a:gd name="connsiteX66" fmla="*/ 4114838 w 5741575"/>
              <a:gd name="connsiteY66" fmla="*/ 238165 h 955271"/>
              <a:gd name="connsiteX67" fmla="*/ 4271023 w 5741575"/>
              <a:gd name="connsiteY67" fmla="*/ 241959 h 955271"/>
              <a:gd name="connsiteX68" fmla="*/ 4367397 w 5741575"/>
              <a:gd name="connsiteY68" fmla="*/ 271442 h 955271"/>
              <a:gd name="connsiteX69" fmla="*/ 4495366 w 5741575"/>
              <a:gd name="connsiteY69" fmla="*/ 271618 h 955271"/>
              <a:gd name="connsiteX70" fmla="*/ 4517347 w 5741575"/>
              <a:gd name="connsiteY70" fmla="*/ 275639 h 955271"/>
              <a:gd name="connsiteX71" fmla="*/ 4546116 w 5741575"/>
              <a:gd name="connsiteY71" fmla="*/ 268568 h 955271"/>
              <a:gd name="connsiteX72" fmla="*/ 4661259 w 5741575"/>
              <a:gd name="connsiteY72" fmla="*/ 238966 h 955271"/>
              <a:gd name="connsiteX73" fmla="*/ 4750403 w 5741575"/>
              <a:gd name="connsiteY73" fmla="*/ 204364 h 955271"/>
              <a:gd name="connsiteX74" fmla="*/ 4867614 w 5741575"/>
              <a:gd name="connsiteY74" fmla="*/ 208668 h 955271"/>
              <a:gd name="connsiteX75" fmla="*/ 4937036 w 5741575"/>
              <a:gd name="connsiteY75" fmla="*/ 195446 h 955271"/>
              <a:gd name="connsiteX76" fmla="*/ 5047626 w 5741575"/>
              <a:gd name="connsiteY76" fmla="*/ 149604 h 955271"/>
              <a:gd name="connsiteX77" fmla="*/ 5200247 w 5741575"/>
              <a:gd name="connsiteY77" fmla="*/ 142695 h 955271"/>
              <a:gd name="connsiteX78" fmla="*/ 5235691 w 5741575"/>
              <a:gd name="connsiteY78" fmla="*/ 173330 h 955271"/>
              <a:gd name="connsiteX79" fmla="*/ 5280133 w 5741575"/>
              <a:gd name="connsiteY79" fmla="*/ 189342 h 955271"/>
              <a:gd name="connsiteX80" fmla="*/ 5291963 w 5741575"/>
              <a:gd name="connsiteY80" fmla="*/ 139446 h 955271"/>
              <a:gd name="connsiteX81" fmla="*/ 5418472 w 5741575"/>
              <a:gd name="connsiteY81" fmla="*/ 89163 h 955271"/>
              <a:gd name="connsiteX82" fmla="*/ 5482354 w 5741575"/>
              <a:gd name="connsiteY82" fmla="*/ 69470 h 955271"/>
              <a:gd name="connsiteX83" fmla="*/ 5583280 w 5741575"/>
              <a:gd name="connsiteY83" fmla="*/ 49787 h 955271"/>
              <a:gd name="connsiteX84" fmla="*/ 5613766 w 5741575"/>
              <a:gd name="connsiteY84" fmla="*/ 41855 h 955271"/>
              <a:gd name="connsiteX85" fmla="*/ 5684952 w 5741575"/>
              <a:gd name="connsiteY85" fmla="*/ 26088 h 955271"/>
              <a:gd name="connsiteX86" fmla="*/ 5741575 w 5741575"/>
              <a:gd name="connsiteY86" fmla="*/ 0 h 955271"/>
              <a:gd name="connsiteX0" fmla="*/ 5741575 w 5741575"/>
              <a:gd name="connsiteY0" fmla="*/ 0 h 955271"/>
              <a:gd name="connsiteX1" fmla="*/ 5741575 w 5741575"/>
              <a:gd name="connsiteY1" fmla="*/ 955271 h 955271"/>
              <a:gd name="connsiteX2" fmla="*/ 0 w 5741575"/>
              <a:gd name="connsiteY2" fmla="*/ 955271 h 955271"/>
              <a:gd name="connsiteX3" fmla="*/ 8558 w 5741575"/>
              <a:gd name="connsiteY3" fmla="*/ 953971 h 955271"/>
              <a:gd name="connsiteX4" fmla="*/ 16894 w 5741575"/>
              <a:gd name="connsiteY4" fmla="*/ 953847 h 955271"/>
              <a:gd name="connsiteX5" fmla="*/ 28156 w 5741575"/>
              <a:gd name="connsiteY5" fmla="*/ 951374 h 955271"/>
              <a:gd name="connsiteX6" fmla="*/ 28293 w 5741575"/>
              <a:gd name="connsiteY6" fmla="*/ 950971 h 955271"/>
              <a:gd name="connsiteX7" fmla="*/ 59229 w 5741575"/>
              <a:gd name="connsiteY7" fmla="*/ 903950 h 955271"/>
              <a:gd name="connsiteX8" fmla="*/ 148657 w 5741575"/>
              <a:gd name="connsiteY8" fmla="*/ 898134 h 955271"/>
              <a:gd name="connsiteX9" fmla="*/ 174554 w 5741575"/>
              <a:gd name="connsiteY9" fmla="*/ 886351 h 955271"/>
              <a:gd name="connsiteX10" fmla="*/ 187633 w 5741575"/>
              <a:gd name="connsiteY10" fmla="*/ 878226 h 955271"/>
              <a:gd name="connsiteX11" fmla="*/ 187961 w 5741575"/>
              <a:gd name="connsiteY11" fmla="*/ 876538 h 955271"/>
              <a:gd name="connsiteX12" fmla="*/ 240501 w 5741575"/>
              <a:gd name="connsiteY12" fmla="*/ 873150 h 955271"/>
              <a:gd name="connsiteX13" fmla="*/ 246345 w 5741575"/>
              <a:gd name="connsiteY13" fmla="*/ 869942 h 955271"/>
              <a:gd name="connsiteX14" fmla="*/ 306299 w 5741575"/>
              <a:gd name="connsiteY14" fmla="*/ 873609 h 955271"/>
              <a:gd name="connsiteX15" fmla="*/ 331571 w 5741575"/>
              <a:gd name="connsiteY15" fmla="*/ 869866 h 955271"/>
              <a:gd name="connsiteX16" fmla="*/ 384157 w 5741575"/>
              <a:gd name="connsiteY16" fmla="*/ 867971 h 955271"/>
              <a:gd name="connsiteX17" fmla="*/ 477637 w 5741575"/>
              <a:gd name="connsiteY17" fmla="*/ 870334 h 955271"/>
              <a:gd name="connsiteX18" fmla="*/ 570239 w 5741575"/>
              <a:gd name="connsiteY18" fmla="*/ 829596 h 955271"/>
              <a:gd name="connsiteX19" fmla="*/ 772070 w 5741575"/>
              <a:gd name="connsiteY19" fmla="*/ 820296 h 955271"/>
              <a:gd name="connsiteX20" fmla="*/ 948872 w 5741575"/>
              <a:gd name="connsiteY20" fmla="*/ 772201 h 955271"/>
              <a:gd name="connsiteX21" fmla="*/ 1127089 w 5741575"/>
              <a:gd name="connsiteY21" fmla="*/ 746926 h 955271"/>
              <a:gd name="connsiteX22" fmla="*/ 1226314 w 5741575"/>
              <a:gd name="connsiteY22" fmla="*/ 722473 h 955271"/>
              <a:gd name="connsiteX23" fmla="*/ 1278773 w 5741575"/>
              <a:gd name="connsiteY23" fmla="*/ 711503 h 955271"/>
              <a:gd name="connsiteX24" fmla="*/ 1317691 w 5741575"/>
              <a:gd name="connsiteY24" fmla="*/ 708529 h 955271"/>
              <a:gd name="connsiteX25" fmla="*/ 1360404 w 5741575"/>
              <a:gd name="connsiteY25" fmla="*/ 675922 h 955271"/>
              <a:gd name="connsiteX26" fmla="*/ 1412292 w 5741575"/>
              <a:gd name="connsiteY26" fmla="*/ 670793 h 955271"/>
              <a:gd name="connsiteX27" fmla="*/ 1494753 w 5741575"/>
              <a:gd name="connsiteY27" fmla="*/ 644686 h 955271"/>
              <a:gd name="connsiteX28" fmla="*/ 1616217 w 5741575"/>
              <a:gd name="connsiteY28" fmla="*/ 622107 h 955271"/>
              <a:gd name="connsiteX29" fmla="*/ 1710928 w 5741575"/>
              <a:gd name="connsiteY29" fmla="*/ 600666 h 955271"/>
              <a:gd name="connsiteX30" fmla="*/ 1743718 w 5741575"/>
              <a:gd name="connsiteY30" fmla="*/ 584327 h 955271"/>
              <a:gd name="connsiteX31" fmla="*/ 1873778 w 5741575"/>
              <a:gd name="connsiteY31" fmla="*/ 530130 h 955271"/>
              <a:gd name="connsiteX32" fmla="*/ 1988411 w 5741575"/>
              <a:gd name="connsiteY32" fmla="*/ 491599 h 955271"/>
              <a:gd name="connsiteX33" fmla="*/ 2085507 w 5741575"/>
              <a:gd name="connsiteY33" fmla="*/ 498527 h 955271"/>
              <a:gd name="connsiteX34" fmla="*/ 2090767 w 5741575"/>
              <a:gd name="connsiteY34" fmla="*/ 490616 h 955271"/>
              <a:gd name="connsiteX35" fmla="*/ 2151143 w 5741575"/>
              <a:gd name="connsiteY35" fmla="*/ 478332 h 955271"/>
              <a:gd name="connsiteX36" fmla="*/ 2378710 w 5741575"/>
              <a:gd name="connsiteY36" fmla="*/ 477570 h 955271"/>
              <a:gd name="connsiteX37" fmla="*/ 2496256 w 5741575"/>
              <a:gd name="connsiteY37" fmla="*/ 452396 h 955271"/>
              <a:gd name="connsiteX38" fmla="*/ 2535387 w 5741575"/>
              <a:gd name="connsiteY38" fmla="*/ 436645 h 955271"/>
              <a:gd name="connsiteX39" fmla="*/ 2601109 w 5741575"/>
              <a:gd name="connsiteY39" fmla="*/ 410678 h 955271"/>
              <a:gd name="connsiteX40" fmla="*/ 2643855 w 5741575"/>
              <a:gd name="connsiteY40" fmla="*/ 374482 h 955271"/>
              <a:gd name="connsiteX41" fmla="*/ 2657726 w 5741575"/>
              <a:gd name="connsiteY41" fmla="*/ 365841 h 955271"/>
              <a:gd name="connsiteX42" fmla="*/ 2687125 w 5741575"/>
              <a:gd name="connsiteY42" fmla="*/ 366820 h 955271"/>
              <a:gd name="connsiteX43" fmla="*/ 2697479 w 5741575"/>
              <a:gd name="connsiteY43" fmla="*/ 361430 h 955271"/>
              <a:gd name="connsiteX44" fmla="*/ 2701547 w 5741575"/>
              <a:gd name="connsiteY44" fmla="*/ 361545 h 955271"/>
              <a:gd name="connsiteX45" fmla="*/ 2711054 w 5741575"/>
              <a:gd name="connsiteY45" fmla="*/ 360597 h 955271"/>
              <a:gd name="connsiteX46" fmla="*/ 2710438 w 5741575"/>
              <a:gd name="connsiteY46" fmla="*/ 366958 h 955271"/>
              <a:gd name="connsiteX47" fmla="*/ 2777227 w 5741575"/>
              <a:gd name="connsiteY47" fmla="*/ 368972 h 955271"/>
              <a:gd name="connsiteX48" fmla="*/ 2779510 w 5741575"/>
              <a:gd name="connsiteY48" fmla="*/ 361652 h 955271"/>
              <a:gd name="connsiteX49" fmla="*/ 2786278 w 5741575"/>
              <a:gd name="connsiteY49" fmla="*/ 359869 h 955271"/>
              <a:gd name="connsiteX50" fmla="*/ 2792101 w 5741575"/>
              <a:gd name="connsiteY50" fmla="*/ 365927 h 955271"/>
              <a:gd name="connsiteX51" fmla="*/ 2885545 w 5741575"/>
              <a:gd name="connsiteY51" fmla="*/ 372818 h 955271"/>
              <a:gd name="connsiteX52" fmla="*/ 3009558 w 5741575"/>
              <a:gd name="connsiteY52" fmla="*/ 370573 h 955271"/>
              <a:gd name="connsiteX53" fmla="*/ 3095010 w 5741575"/>
              <a:gd name="connsiteY53" fmla="*/ 332454 h 955271"/>
              <a:gd name="connsiteX54" fmla="*/ 3103742 w 5741575"/>
              <a:gd name="connsiteY54" fmla="*/ 337974 h 955271"/>
              <a:gd name="connsiteX55" fmla="*/ 3165093 w 5741575"/>
              <a:gd name="connsiteY55" fmla="*/ 329459 h 955271"/>
              <a:gd name="connsiteX56" fmla="*/ 3373785 w 5741575"/>
              <a:gd name="connsiteY56" fmla="*/ 255680 h 955271"/>
              <a:gd name="connsiteX57" fmla="*/ 3493851 w 5741575"/>
              <a:gd name="connsiteY57" fmla="*/ 240255 h 955271"/>
              <a:gd name="connsiteX58" fmla="*/ 3537470 w 5741575"/>
              <a:gd name="connsiteY58" fmla="*/ 241867 h 955271"/>
              <a:gd name="connsiteX59" fmla="*/ 3610489 w 5741575"/>
              <a:gd name="connsiteY59" fmla="*/ 244128 h 955271"/>
              <a:gd name="connsiteX60" fmla="*/ 3667539 w 5741575"/>
              <a:gd name="connsiteY60" fmla="*/ 263271 h 955271"/>
              <a:gd name="connsiteX61" fmla="*/ 3727614 w 5741575"/>
              <a:gd name="connsiteY61" fmla="*/ 258245 h 955271"/>
              <a:gd name="connsiteX62" fmla="*/ 3738369 w 5741575"/>
              <a:gd name="connsiteY62" fmla="*/ 234506 h 955271"/>
              <a:gd name="connsiteX63" fmla="*/ 3803670 w 5741575"/>
              <a:gd name="connsiteY63" fmla="*/ 236457 h 955271"/>
              <a:gd name="connsiteX64" fmla="*/ 3903080 w 5741575"/>
              <a:gd name="connsiteY64" fmla="*/ 241890 h 955271"/>
              <a:gd name="connsiteX65" fmla="*/ 4114838 w 5741575"/>
              <a:gd name="connsiteY65" fmla="*/ 238165 h 955271"/>
              <a:gd name="connsiteX66" fmla="*/ 4271023 w 5741575"/>
              <a:gd name="connsiteY66" fmla="*/ 241959 h 955271"/>
              <a:gd name="connsiteX67" fmla="*/ 4367397 w 5741575"/>
              <a:gd name="connsiteY67" fmla="*/ 271442 h 955271"/>
              <a:gd name="connsiteX68" fmla="*/ 4495366 w 5741575"/>
              <a:gd name="connsiteY68" fmla="*/ 271618 h 955271"/>
              <a:gd name="connsiteX69" fmla="*/ 4517347 w 5741575"/>
              <a:gd name="connsiteY69" fmla="*/ 275639 h 955271"/>
              <a:gd name="connsiteX70" fmla="*/ 4546116 w 5741575"/>
              <a:gd name="connsiteY70" fmla="*/ 268568 h 955271"/>
              <a:gd name="connsiteX71" fmla="*/ 4661259 w 5741575"/>
              <a:gd name="connsiteY71" fmla="*/ 238966 h 955271"/>
              <a:gd name="connsiteX72" fmla="*/ 4750403 w 5741575"/>
              <a:gd name="connsiteY72" fmla="*/ 204364 h 955271"/>
              <a:gd name="connsiteX73" fmla="*/ 4867614 w 5741575"/>
              <a:gd name="connsiteY73" fmla="*/ 208668 h 955271"/>
              <a:gd name="connsiteX74" fmla="*/ 4937036 w 5741575"/>
              <a:gd name="connsiteY74" fmla="*/ 195446 h 955271"/>
              <a:gd name="connsiteX75" fmla="*/ 5047626 w 5741575"/>
              <a:gd name="connsiteY75" fmla="*/ 149604 h 955271"/>
              <a:gd name="connsiteX76" fmla="*/ 5200247 w 5741575"/>
              <a:gd name="connsiteY76" fmla="*/ 142695 h 955271"/>
              <a:gd name="connsiteX77" fmla="*/ 5235691 w 5741575"/>
              <a:gd name="connsiteY77" fmla="*/ 173330 h 955271"/>
              <a:gd name="connsiteX78" fmla="*/ 5280133 w 5741575"/>
              <a:gd name="connsiteY78" fmla="*/ 189342 h 955271"/>
              <a:gd name="connsiteX79" fmla="*/ 5291963 w 5741575"/>
              <a:gd name="connsiteY79" fmla="*/ 139446 h 955271"/>
              <a:gd name="connsiteX80" fmla="*/ 5418472 w 5741575"/>
              <a:gd name="connsiteY80" fmla="*/ 89163 h 955271"/>
              <a:gd name="connsiteX81" fmla="*/ 5482354 w 5741575"/>
              <a:gd name="connsiteY81" fmla="*/ 69470 h 955271"/>
              <a:gd name="connsiteX82" fmla="*/ 5583280 w 5741575"/>
              <a:gd name="connsiteY82" fmla="*/ 49787 h 955271"/>
              <a:gd name="connsiteX83" fmla="*/ 5613766 w 5741575"/>
              <a:gd name="connsiteY83" fmla="*/ 41855 h 955271"/>
              <a:gd name="connsiteX84" fmla="*/ 5684952 w 5741575"/>
              <a:gd name="connsiteY84" fmla="*/ 26088 h 955271"/>
              <a:gd name="connsiteX85" fmla="*/ 5741575 w 5741575"/>
              <a:gd name="connsiteY85" fmla="*/ 0 h 955271"/>
              <a:gd name="connsiteX0" fmla="*/ 5741575 w 5741575"/>
              <a:gd name="connsiteY0" fmla="*/ 0 h 955271"/>
              <a:gd name="connsiteX1" fmla="*/ 5741575 w 5741575"/>
              <a:gd name="connsiteY1" fmla="*/ 955271 h 955271"/>
              <a:gd name="connsiteX2" fmla="*/ 0 w 5741575"/>
              <a:gd name="connsiteY2" fmla="*/ 955271 h 955271"/>
              <a:gd name="connsiteX3" fmla="*/ 8558 w 5741575"/>
              <a:gd name="connsiteY3" fmla="*/ 953971 h 955271"/>
              <a:gd name="connsiteX4" fmla="*/ 16894 w 5741575"/>
              <a:gd name="connsiteY4" fmla="*/ 953847 h 955271"/>
              <a:gd name="connsiteX5" fmla="*/ 28156 w 5741575"/>
              <a:gd name="connsiteY5" fmla="*/ 951374 h 955271"/>
              <a:gd name="connsiteX6" fmla="*/ 28293 w 5741575"/>
              <a:gd name="connsiteY6" fmla="*/ 950971 h 955271"/>
              <a:gd name="connsiteX7" fmla="*/ 59229 w 5741575"/>
              <a:gd name="connsiteY7" fmla="*/ 903950 h 955271"/>
              <a:gd name="connsiteX8" fmla="*/ 148657 w 5741575"/>
              <a:gd name="connsiteY8" fmla="*/ 898134 h 955271"/>
              <a:gd name="connsiteX9" fmla="*/ 174554 w 5741575"/>
              <a:gd name="connsiteY9" fmla="*/ 886351 h 955271"/>
              <a:gd name="connsiteX10" fmla="*/ 187633 w 5741575"/>
              <a:gd name="connsiteY10" fmla="*/ 878226 h 955271"/>
              <a:gd name="connsiteX11" fmla="*/ 187961 w 5741575"/>
              <a:gd name="connsiteY11" fmla="*/ 876538 h 955271"/>
              <a:gd name="connsiteX12" fmla="*/ 240501 w 5741575"/>
              <a:gd name="connsiteY12" fmla="*/ 873150 h 955271"/>
              <a:gd name="connsiteX13" fmla="*/ 246345 w 5741575"/>
              <a:gd name="connsiteY13" fmla="*/ 869942 h 955271"/>
              <a:gd name="connsiteX14" fmla="*/ 306299 w 5741575"/>
              <a:gd name="connsiteY14" fmla="*/ 873609 h 955271"/>
              <a:gd name="connsiteX15" fmla="*/ 331571 w 5741575"/>
              <a:gd name="connsiteY15" fmla="*/ 869866 h 955271"/>
              <a:gd name="connsiteX16" fmla="*/ 384157 w 5741575"/>
              <a:gd name="connsiteY16" fmla="*/ 867971 h 955271"/>
              <a:gd name="connsiteX17" fmla="*/ 477637 w 5741575"/>
              <a:gd name="connsiteY17" fmla="*/ 870334 h 955271"/>
              <a:gd name="connsiteX18" fmla="*/ 570239 w 5741575"/>
              <a:gd name="connsiteY18" fmla="*/ 829596 h 955271"/>
              <a:gd name="connsiteX19" fmla="*/ 772070 w 5741575"/>
              <a:gd name="connsiteY19" fmla="*/ 820296 h 955271"/>
              <a:gd name="connsiteX20" fmla="*/ 948872 w 5741575"/>
              <a:gd name="connsiteY20" fmla="*/ 772201 h 955271"/>
              <a:gd name="connsiteX21" fmla="*/ 1127089 w 5741575"/>
              <a:gd name="connsiteY21" fmla="*/ 746926 h 955271"/>
              <a:gd name="connsiteX22" fmla="*/ 1226314 w 5741575"/>
              <a:gd name="connsiteY22" fmla="*/ 722473 h 955271"/>
              <a:gd name="connsiteX23" fmla="*/ 1278773 w 5741575"/>
              <a:gd name="connsiteY23" fmla="*/ 711503 h 955271"/>
              <a:gd name="connsiteX24" fmla="*/ 1317691 w 5741575"/>
              <a:gd name="connsiteY24" fmla="*/ 708529 h 955271"/>
              <a:gd name="connsiteX25" fmla="*/ 1360404 w 5741575"/>
              <a:gd name="connsiteY25" fmla="*/ 675922 h 955271"/>
              <a:gd name="connsiteX26" fmla="*/ 1412292 w 5741575"/>
              <a:gd name="connsiteY26" fmla="*/ 670793 h 955271"/>
              <a:gd name="connsiteX27" fmla="*/ 1494753 w 5741575"/>
              <a:gd name="connsiteY27" fmla="*/ 644686 h 955271"/>
              <a:gd name="connsiteX28" fmla="*/ 1616217 w 5741575"/>
              <a:gd name="connsiteY28" fmla="*/ 622107 h 955271"/>
              <a:gd name="connsiteX29" fmla="*/ 1710928 w 5741575"/>
              <a:gd name="connsiteY29" fmla="*/ 600666 h 955271"/>
              <a:gd name="connsiteX30" fmla="*/ 1743718 w 5741575"/>
              <a:gd name="connsiteY30" fmla="*/ 584327 h 955271"/>
              <a:gd name="connsiteX31" fmla="*/ 1873778 w 5741575"/>
              <a:gd name="connsiteY31" fmla="*/ 530130 h 955271"/>
              <a:gd name="connsiteX32" fmla="*/ 1988411 w 5741575"/>
              <a:gd name="connsiteY32" fmla="*/ 491599 h 955271"/>
              <a:gd name="connsiteX33" fmla="*/ 2085507 w 5741575"/>
              <a:gd name="connsiteY33" fmla="*/ 498527 h 955271"/>
              <a:gd name="connsiteX34" fmla="*/ 2090767 w 5741575"/>
              <a:gd name="connsiteY34" fmla="*/ 490616 h 955271"/>
              <a:gd name="connsiteX35" fmla="*/ 2151143 w 5741575"/>
              <a:gd name="connsiteY35" fmla="*/ 478332 h 955271"/>
              <a:gd name="connsiteX36" fmla="*/ 2378710 w 5741575"/>
              <a:gd name="connsiteY36" fmla="*/ 477570 h 955271"/>
              <a:gd name="connsiteX37" fmla="*/ 2496256 w 5741575"/>
              <a:gd name="connsiteY37" fmla="*/ 452396 h 955271"/>
              <a:gd name="connsiteX38" fmla="*/ 2535387 w 5741575"/>
              <a:gd name="connsiteY38" fmla="*/ 436645 h 955271"/>
              <a:gd name="connsiteX39" fmla="*/ 2601109 w 5741575"/>
              <a:gd name="connsiteY39" fmla="*/ 410678 h 955271"/>
              <a:gd name="connsiteX40" fmla="*/ 2643855 w 5741575"/>
              <a:gd name="connsiteY40" fmla="*/ 374482 h 955271"/>
              <a:gd name="connsiteX41" fmla="*/ 2657726 w 5741575"/>
              <a:gd name="connsiteY41" fmla="*/ 365841 h 955271"/>
              <a:gd name="connsiteX42" fmla="*/ 2687125 w 5741575"/>
              <a:gd name="connsiteY42" fmla="*/ 366820 h 955271"/>
              <a:gd name="connsiteX43" fmla="*/ 2697479 w 5741575"/>
              <a:gd name="connsiteY43" fmla="*/ 361430 h 955271"/>
              <a:gd name="connsiteX44" fmla="*/ 2701547 w 5741575"/>
              <a:gd name="connsiteY44" fmla="*/ 361545 h 955271"/>
              <a:gd name="connsiteX45" fmla="*/ 2711054 w 5741575"/>
              <a:gd name="connsiteY45" fmla="*/ 360597 h 955271"/>
              <a:gd name="connsiteX46" fmla="*/ 2777227 w 5741575"/>
              <a:gd name="connsiteY46" fmla="*/ 368972 h 955271"/>
              <a:gd name="connsiteX47" fmla="*/ 2779510 w 5741575"/>
              <a:gd name="connsiteY47" fmla="*/ 361652 h 955271"/>
              <a:gd name="connsiteX48" fmla="*/ 2786278 w 5741575"/>
              <a:gd name="connsiteY48" fmla="*/ 359869 h 955271"/>
              <a:gd name="connsiteX49" fmla="*/ 2792101 w 5741575"/>
              <a:gd name="connsiteY49" fmla="*/ 365927 h 955271"/>
              <a:gd name="connsiteX50" fmla="*/ 2885545 w 5741575"/>
              <a:gd name="connsiteY50" fmla="*/ 372818 h 955271"/>
              <a:gd name="connsiteX51" fmla="*/ 3009558 w 5741575"/>
              <a:gd name="connsiteY51" fmla="*/ 370573 h 955271"/>
              <a:gd name="connsiteX52" fmla="*/ 3095010 w 5741575"/>
              <a:gd name="connsiteY52" fmla="*/ 332454 h 955271"/>
              <a:gd name="connsiteX53" fmla="*/ 3103742 w 5741575"/>
              <a:gd name="connsiteY53" fmla="*/ 337974 h 955271"/>
              <a:gd name="connsiteX54" fmla="*/ 3165093 w 5741575"/>
              <a:gd name="connsiteY54" fmla="*/ 329459 h 955271"/>
              <a:gd name="connsiteX55" fmla="*/ 3373785 w 5741575"/>
              <a:gd name="connsiteY55" fmla="*/ 255680 h 955271"/>
              <a:gd name="connsiteX56" fmla="*/ 3493851 w 5741575"/>
              <a:gd name="connsiteY56" fmla="*/ 240255 h 955271"/>
              <a:gd name="connsiteX57" fmla="*/ 3537470 w 5741575"/>
              <a:gd name="connsiteY57" fmla="*/ 241867 h 955271"/>
              <a:gd name="connsiteX58" fmla="*/ 3610489 w 5741575"/>
              <a:gd name="connsiteY58" fmla="*/ 244128 h 955271"/>
              <a:gd name="connsiteX59" fmla="*/ 3667539 w 5741575"/>
              <a:gd name="connsiteY59" fmla="*/ 263271 h 955271"/>
              <a:gd name="connsiteX60" fmla="*/ 3727614 w 5741575"/>
              <a:gd name="connsiteY60" fmla="*/ 258245 h 955271"/>
              <a:gd name="connsiteX61" fmla="*/ 3738369 w 5741575"/>
              <a:gd name="connsiteY61" fmla="*/ 234506 h 955271"/>
              <a:gd name="connsiteX62" fmla="*/ 3803670 w 5741575"/>
              <a:gd name="connsiteY62" fmla="*/ 236457 h 955271"/>
              <a:gd name="connsiteX63" fmla="*/ 3903080 w 5741575"/>
              <a:gd name="connsiteY63" fmla="*/ 241890 h 955271"/>
              <a:gd name="connsiteX64" fmla="*/ 4114838 w 5741575"/>
              <a:gd name="connsiteY64" fmla="*/ 238165 h 955271"/>
              <a:gd name="connsiteX65" fmla="*/ 4271023 w 5741575"/>
              <a:gd name="connsiteY65" fmla="*/ 241959 h 955271"/>
              <a:gd name="connsiteX66" fmla="*/ 4367397 w 5741575"/>
              <a:gd name="connsiteY66" fmla="*/ 271442 h 955271"/>
              <a:gd name="connsiteX67" fmla="*/ 4495366 w 5741575"/>
              <a:gd name="connsiteY67" fmla="*/ 271618 h 955271"/>
              <a:gd name="connsiteX68" fmla="*/ 4517347 w 5741575"/>
              <a:gd name="connsiteY68" fmla="*/ 275639 h 955271"/>
              <a:gd name="connsiteX69" fmla="*/ 4546116 w 5741575"/>
              <a:gd name="connsiteY69" fmla="*/ 268568 h 955271"/>
              <a:gd name="connsiteX70" fmla="*/ 4661259 w 5741575"/>
              <a:gd name="connsiteY70" fmla="*/ 238966 h 955271"/>
              <a:gd name="connsiteX71" fmla="*/ 4750403 w 5741575"/>
              <a:gd name="connsiteY71" fmla="*/ 204364 h 955271"/>
              <a:gd name="connsiteX72" fmla="*/ 4867614 w 5741575"/>
              <a:gd name="connsiteY72" fmla="*/ 208668 h 955271"/>
              <a:gd name="connsiteX73" fmla="*/ 4937036 w 5741575"/>
              <a:gd name="connsiteY73" fmla="*/ 195446 h 955271"/>
              <a:gd name="connsiteX74" fmla="*/ 5047626 w 5741575"/>
              <a:gd name="connsiteY74" fmla="*/ 149604 h 955271"/>
              <a:gd name="connsiteX75" fmla="*/ 5200247 w 5741575"/>
              <a:gd name="connsiteY75" fmla="*/ 142695 h 955271"/>
              <a:gd name="connsiteX76" fmla="*/ 5235691 w 5741575"/>
              <a:gd name="connsiteY76" fmla="*/ 173330 h 955271"/>
              <a:gd name="connsiteX77" fmla="*/ 5280133 w 5741575"/>
              <a:gd name="connsiteY77" fmla="*/ 189342 h 955271"/>
              <a:gd name="connsiteX78" fmla="*/ 5291963 w 5741575"/>
              <a:gd name="connsiteY78" fmla="*/ 139446 h 955271"/>
              <a:gd name="connsiteX79" fmla="*/ 5418472 w 5741575"/>
              <a:gd name="connsiteY79" fmla="*/ 89163 h 955271"/>
              <a:gd name="connsiteX80" fmla="*/ 5482354 w 5741575"/>
              <a:gd name="connsiteY80" fmla="*/ 69470 h 955271"/>
              <a:gd name="connsiteX81" fmla="*/ 5583280 w 5741575"/>
              <a:gd name="connsiteY81" fmla="*/ 49787 h 955271"/>
              <a:gd name="connsiteX82" fmla="*/ 5613766 w 5741575"/>
              <a:gd name="connsiteY82" fmla="*/ 41855 h 955271"/>
              <a:gd name="connsiteX83" fmla="*/ 5684952 w 5741575"/>
              <a:gd name="connsiteY83" fmla="*/ 26088 h 955271"/>
              <a:gd name="connsiteX84" fmla="*/ 5741575 w 5741575"/>
              <a:gd name="connsiteY84" fmla="*/ 0 h 955271"/>
              <a:gd name="connsiteX0" fmla="*/ 5741575 w 5741575"/>
              <a:gd name="connsiteY0" fmla="*/ 0 h 955271"/>
              <a:gd name="connsiteX1" fmla="*/ 5741575 w 5741575"/>
              <a:gd name="connsiteY1" fmla="*/ 955271 h 955271"/>
              <a:gd name="connsiteX2" fmla="*/ 0 w 5741575"/>
              <a:gd name="connsiteY2" fmla="*/ 955271 h 955271"/>
              <a:gd name="connsiteX3" fmla="*/ 8558 w 5741575"/>
              <a:gd name="connsiteY3" fmla="*/ 953971 h 955271"/>
              <a:gd name="connsiteX4" fmla="*/ 16894 w 5741575"/>
              <a:gd name="connsiteY4" fmla="*/ 953847 h 955271"/>
              <a:gd name="connsiteX5" fmla="*/ 28156 w 5741575"/>
              <a:gd name="connsiteY5" fmla="*/ 951374 h 955271"/>
              <a:gd name="connsiteX6" fmla="*/ 28293 w 5741575"/>
              <a:gd name="connsiteY6" fmla="*/ 950971 h 955271"/>
              <a:gd name="connsiteX7" fmla="*/ 59229 w 5741575"/>
              <a:gd name="connsiteY7" fmla="*/ 903950 h 955271"/>
              <a:gd name="connsiteX8" fmla="*/ 148657 w 5741575"/>
              <a:gd name="connsiteY8" fmla="*/ 898134 h 955271"/>
              <a:gd name="connsiteX9" fmla="*/ 174554 w 5741575"/>
              <a:gd name="connsiteY9" fmla="*/ 886351 h 955271"/>
              <a:gd name="connsiteX10" fmla="*/ 187633 w 5741575"/>
              <a:gd name="connsiteY10" fmla="*/ 878226 h 955271"/>
              <a:gd name="connsiteX11" fmla="*/ 187961 w 5741575"/>
              <a:gd name="connsiteY11" fmla="*/ 876538 h 955271"/>
              <a:gd name="connsiteX12" fmla="*/ 240501 w 5741575"/>
              <a:gd name="connsiteY12" fmla="*/ 873150 h 955271"/>
              <a:gd name="connsiteX13" fmla="*/ 246345 w 5741575"/>
              <a:gd name="connsiteY13" fmla="*/ 869942 h 955271"/>
              <a:gd name="connsiteX14" fmla="*/ 306299 w 5741575"/>
              <a:gd name="connsiteY14" fmla="*/ 873609 h 955271"/>
              <a:gd name="connsiteX15" fmla="*/ 331571 w 5741575"/>
              <a:gd name="connsiteY15" fmla="*/ 869866 h 955271"/>
              <a:gd name="connsiteX16" fmla="*/ 384157 w 5741575"/>
              <a:gd name="connsiteY16" fmla="*/ 867971 h 955271"/>
              <a:gd name="connsiteX17" fmla="*/ 477637 w 5741575"/>
              <a:gd name="connsiteY17" fmla="*/ 870334 h 955271"/>
              <a:gd name="connsiteX18" fmla="*/ 570239 w 5741575"/>
              <a:gd name="connsiteY18" fmla="*/ 829596 h 955271"/>
              <a:gd name="connsiteX19" fmla="*/ 772070 w 5741575"/>
              <a:gd name="connsiteY19" fmla="*/ 820296 h 955271"/>
              <a:gd name="connsiteX20" fmla="*/ 948872 w 5741575"/>
              <a:gd name="connsiteY20" fmla="*/ 772201 h 955271"/>
              <a:gd name="connsiteX21" fmla="*/ 1127089 w 5741575"/>
              <a:gd name="connsiteY21" fmla="*/ 746926 h 955271"/>
              <a:gd name="connsiteX22" fmla="*/ 1226314 w 5741575"/>
              <a:gd name="connsiteY22" fmla="*/ 722473 h 955271"/>
              <a:gd name="connsiteX23" fmla="*/ 1278773 w 5741575"/>
              <a:gd name="connsiteY23" fmla="*/ 711503 h 955271"/>
              <a:gd name="connsiteX24" fmla="*/ 1317691 w 5741575"/>
              <a:gd name="connsiteY24" fmla="*/ 708529 h 955271"/>
              <a:gd name="connsiteX25" fmla="*/ 1360404 w 5741575"/>
              <a:gd name="connsiteY25" fmla="*/ 675922 h 955271"/>
              <a:gd name="connsiteX26" fmla="*/ 1412292 w 5741575"/>
              <a:gd name="connsiteY26" fmla="*/ 670793 h 955271"/>
              <a:gd name="connsiteX27" fmla="*/ 1494753 w 5741575"/>
              <a:gd name="connsiteY27" fmla="*/ 644686 h 955271"/>
              <a:gd name="connsiteX28" fmla="*/ 1616217 w 5741575"/>
              <a:gd name="connsiteY28" fmla="*/ 622107 h 955271"/>
              <a:gd name="connsiteX29" fmla="*/ 1710928 w 5741575"/>
              <a:gd name="connsiteY29" fmla="*/ 600666 h 955271"/>
              <a:gd name="connsiteX30" fmla="*/ 1743718 w 5741575"/>
              <a:gd name="connsiteY30" fmla="*/ 584327 h 955271"/>
              <a:gd name="connsiteX31" fmla="*/ 1873778 w 5741575"/>
              <a:gd name="connsiteY31" fmla="*/ 530130 h 955271"/>
              <a:gd name="connsiteX32" fmla="*/ 1988411 w 5741575"/>
              <a:gd name="connsiteY32" fmla="*/ 491599 h 955271"/>
              <a:gd name="connsiteX33" fmla="*/ 2085507 w 5741575"/>
              <a:gd name="connsiteY33" fmla="*/ 498527 h 955271"/>
              <a:gd name="connsiteX34" fmla="*/ 2090767 w 5741575"/>
              <a:gd name="connsiteY34" fmla="*/ 490616 h 955271"/>
              <a:gd name="connsiteX35" fmla="*/ 2151143 w 5741575"/>
              <a:gd name="connsiteY35" fmla="*/ 478332 h 955271"/>
              <a:gd name="connsiteX36" fmla="*/ 2378710 w 5741575"/>
              <a:gd name="connsiteY36" fmla="*/ 477570 h 955271"/>
              <a:gd name="connsiteX37" fmla="*/ 2496256 w 5741575"/>
              <a:gd name="connsiteY37" fmla="*/ 452396 h 955271"/>
              <a:gd name="connsiteX38" fmla="*/ 2535387 w 5741575"/>
              <a:gd name="connsiteY38" fmla="*/ 436645 h 955271"/>
              <a:gd name="connsiteX39" fmla="*/ 2601109 w 5741575"/>
              <a:gd name="connsiteY39" fmla="*/ 410678 h 955271"/>
              <a:gd name="connsiteX40" fmla="*/ 2643855 w 5741575"/>
              <a:gd name="connsiteY40" fmla="*/ 374482 h 955271"/>
              <a:gd name="connsiteX41" fmla="*/ 2657726 w 5741575"/>
              <a:gd name="connsiteY41" fmla="*/ 365841 h 955271"/>
              <a:gd name="connsiteX42" fmla="*/ 2687125 w 5741575"/>
              <a:gd name="connsiteY42" fmla="*/ 366820 h 955271"/>
              <a:gd name="connsiteX43" fmla="*/ 2697479 w 5741575"/>
              <a:gd name="connsiteY43" fmla="*/ 361430 h 955271"/>
              <a:gd name="connsiteX44" fmla="*/ 2701547 w 5741575"/>
              <a:gd name="connsiteY44" fmla="*/ 361545 h 955271"/>
              <a:gd name="connsiteX45" fmla="*/ 2711054 w 5741575"/>
              <a:gd name="connsiteY45" fmla="*/ 360597 h 955271"/>
              <a:gd name="connsiteX46" fmla="*/ 2777227 w 5741575"/>
              <a:gd name="connsiteY46" fmla="*/ 368972 h 955271"/>
              <a:gd name="connsiteX47" fmla="*/ 2779510 w 5741575"/>
              <a:gd name="connsiteY47" fmla="*/ 361652 h 955271"/>
              <a:gd name="connsiteX48" fmla="*/ 2786278 w 5741575"/>
              <a:gd name="connsiteY48" fmla="*/ 359869 h 955271"/>
              <a:gd name="connsiteX49" fmla="*/ 2885545 w 5741575"/>
              <a:gd name="connsiteY49" fmla="*/ 372818 h 955271"/>
              <a:gd name="connsiteX50" fmla="*/ 3009558 w 5741575"/>
              <a:gd name="connsiteY50" fmla="*/ 370573 h 955271"/>
              <a:gd name="connsiteX51" fmla="*/ 3095010 w 5741575"/>
              <a:gd name="connsiteY51" fmla="*/ 332454 h 955271"/>
              <a:gd name="connsiteX52" fmla="*/ 3103742 w 5741575"/>
              <a:gd name="connsiteY52" fmla="*/ 337974 h 955271"/>
              <a:gd name="connsiteX53" fmla="*/ 3165093 w 5741575"/>
              <a:gd name="connsiteY53" fmla="*/ 329459 h 955271"/>
              <a:gd name="connsiteX54" fmla="*/ 3373785 w 5741575"/>
              <a:gd name="connsiteY54" fmla="*/ 255680 h 955271"/>
              <a:gd name="connsiteX55" fmla="*/ 3493851 w 5741575"/>
              <a:gd name="connsiteY55" fmla="*/ 240255 h 955271"/>
              <a:gd name="connsiteX56" fmla="*/ 3537470 w 5741575"/>
              <a:gd name="connsiteY56" fmla="*/ 241867 h 955271"/>
              <a:gd name="connsiteX57" fmla="*/ 3610489 w 5741575"/>
              <a:gd name="connsiteY57" fmla="*/ 244128 h 955271"/>
              <a:gd name="connsiteX58" fmla="*/ 3667539 w 5741575"/>
              <a:gd name="connsiteY58" fmla="*/ 263271 h 955271"/>
              <a:gd name="connsiteX59" fmla="*/ 3727614 w 5741575"/>
              <a:gd name="connsiteY59" fmla="*/ 258245 h 955271"/>
              <a:gd name="connsiteX60" fmla="*/ 3738369 w 5741575"/>
              <a:gd name="connsiteY60" fmla="*/ 234506 h 955271"/>
              <a:gd name="connsiteX61" fmla="*/ 3803670 w 5741575"/>
              <a:gd name="connsiteY61" fmla="*/ 236457 h 955271"/>
              <a:gd name="connsiteX62" fmla="*/ 3903080 w 5741575"/>
              <a:gd name="connsiteY62" fmla="*/ 241890 h 955271"/>
              <a:gd name="connsiteX63" fmla="*/ 4114838 w 5741575"/>
              <a:gd name="connsiteY63" fmla="*/ 238165 h 955271"/>
              <a:gd name="connsiteX64" fmla="*/ 4271023 w 5741575"/>
              <a:gd name="connsiteY64" fmla="*/ 241959 h 955271"/>
              <a:gd name="connsiteX65" fmla="*/ 4367397 w 5741575"/>
              <a:gd name="connsiteY65" fmla="*/ 271442 h 955271"/>
              <a:gd name="connsiteX66" fmla="*/ 4495366 w 5741575"/>
              <a:gd name="connsiteY66" fmla="*/ 271618 h 955271"/>
              <a:gd name="connsiteX67" fmla="*/ 4517347 w 5741575"/>
              <a:gd name="connsiteY67" fmla="*/ 275639 h 955271"/>
              <a:gd name="connsiteX68" fmla="*/ 4546116 w 5741575"/>
              <a:gd name="connsiteY68" fmla="*/ 268568 h 955271"/>
              <a:gd name="connsiteX69" fmla="*/ 4661259 w 5741575"/>
              <a:gd name="connsiteY69" fmla="*/ 238966 h 955271"/>
              <a:gd name="connsiteX70" fmla="*/ 4750403 w 5741575"/>
              <a:gd name="connsiteY70" fmla="*/ 204364 h 955271"/>
              <a:gd name="connsiteX71" fmla="*/ 4867614 w 5741575"/>
              <a:gd name="connsiteY71" fmla="*/ 208668 h 955271"/>
              <a:gd name="connsiteX72" fmla="*/ 4937036 w 5741575"/>
              <a:gd name="connsiteY72" fmla="*/ 195446 h 955271"/>
              <a:gd name="connsiteX73" fmla="*/ 5047626 w 5741575"/>
              <a:gd name="connsiteY73" fmla="*/ 149604 h 955271"/>
              <a:gd name="connsiteX74" fmla="*/ 5200247 w 5741575"/>
              <a:gd name="connsiteY74" fmla="*/ 142695 h 955271"/>
              <a:gd name="connsiteX75" fmla="*/ 5235691 w 5741575"/>
              <a:gd name="connsiteY75" fmla="*/ 173330 h 955271"/>
              <a:gd name="connsiteX76" fmla="*/ 5280133 w 5741575"/>
              <a:gd name="connsiteY76" fmla="*/ 189342 h 955271"/>
              <a:gd name="connsiteX77" fmla="*/ 5291963 w 5741575"/>
              <a:gd name="connsiteY77" fmla="*/ 139446 h 955271"/>
              <a:gd name="connsiteX78" fmla="*/ 5418472 w 5741575"/>
              <a:gd name="connsiteY78" fmla="*/ 89163 h 955271"/>
              <a:gd name="connsiteX79" fmla="*/ 5482354 w 5741575"/>
              <a:gd name="connsiteY79" fmla="*/ 69470 h 955271"/>
              <a:gd name="connsiteX80" fmla="*/ 5583280 w 5741575"/>
              <a:gd name="connsiteY80" fmla="*/ 49787 h 955271"/>
              <a:gd name="connsiteX81" fmla="*/ 5613766 w 5741575"/>
              <a:gd name="connsiteY81" fmla="*/ 41855 h 955271"/>
              <a:gd name="connsiteX82" fmla="*/ 5684952 w 5741575"/>
              <a:gd name="connsiteY82" fmla="*/ 26088 h 955271"/>
              <a:gd name="connsiteX83" fmla="*/ 5741575 w 5741575"/>
              <a:gd name="connsiteY83" fmla="*/ 0 h 955271"/>
              <a:gd name="connsiteX0" fmla="*/ 5741575 w 5741575"/>
              <a:gd name="connsiteY0" fmla="*/ 0 h 955271"/>
              <a:gd name="connsiteX1" fmla="*/ 5741575 w 5741575"/>
              <a:gd name="connsiteY1" fmla="*/ 955271 h 955271"/>
              <a:gd name="connsiteX2" fmla="*/ 0 w 5741575"/>
              <a:gd name="connsiteY2" fmla="*/ 955271 h 955271"/>
              <a:gd name="connsiteX3" fmla="*/ 8558 w 5741575"/>
              <a:gd name="connsiteY3" fmla="*/ 953971 h 955271"/>
              <a:gd name="connsiteX4" fmla="*/ 16894 w 5741575"/>
              <a:gd name="connsiteY4" fmla="*/ 953847 h 955271"/>
              <a:gd name="connsiteX5" fmla="*/ 28156 w 5741575"/>
              <a:gd name="connsiteY5" fmla="*/ 951374 h 955271"/>
              <a:gd name="connsiteX6" fmla="*/ 28293 w 5741575"/>
              <a:gd name="connsiteY6" fmla="*/ 950971 h 955271"/>
              <a:gd name="connsiteX7" fmla="*/ 59229 w 5741575"/>
              <a:gd name="connsiteY7" fmla="*/ 903950 h 955271"/>
              <a:gd name="connsiteX8" fmla="*/ 148657 w 5741575"/>
              <a:gd name="connsiteY8" fmla="*/ 898134 h 955271"/>
              <a:gd name="connsiteX9" fmla="*/ 174554 w 5741575"/>
              <a:gd name="connsiteY9" fmla="*/ 886351 h 955271"/>
              <a:gd name="connsiteX10" fmla="*/ 187633 w 5741575"/>
              <a:gd name="connsiteY10" fmla="*/ 878226 h 955271"/>
              <a:gd name="connsiteX11" fmla="*/ 187961 w 5741575"/>
              <a:gd name="connsiteY11" fmla="*/ 876538 h 955271"/>
              <a:gd name="connsiteX12" fmla="*/ 240501 w 5741575"/>
              <a:gd name="connsiteY12" fmla="*/ 873150 h 955271"/>
              <a:gd name="connsiteX13" fmla="*/ 246345 w 5741575"/>
              <a:gd name="connsiteY13" fmla="*/ 869942 h 955271"/>
              <a:gd name="connsiteX14" fmla="*/ 306299 w 5741575"/>
              <a:gd name="connsiteY14" fmla="*/ 873609 h 955271"/>
              <a:gd name="connsiteX15" fmla="*/ 331571 w 5741575"/>
              <a:gd name="connsiteY15" fmla="*/ 869866 h 955271"/>
              <a:gd name="connsiteX16" fmla="*/ 384157 w 5741575"/>
              <a:gd name="connsiteY16" fmla="*/ 867971 h 955271"/>
              <a:gd name="connsiteX17" fmla="*/ 477637 w 5741575"/>
              <a:gd name="connsiteY17" fmla="*/ 870334 h 955271"/>
              <a:gd name="connsiteX18" fmla="*/ 570239 w 5741575"/>
              <a:gd name="connsiteY18" fmla="*/ 829596 h 955271"/>
              <a:gd name="connsiteX19" fmla="*/ 772070 w 5741575"/>
              <a:gd name="connsiteY19" fmla="*/ 820296 h 955271"/>
              <a:gd name="connsiteX20" fmla="*/ 948872 w 5741575"/>
              <a:gd name="connsiteY20" fmla="*/ 772201 h 955271"/>
              <a:gd name="connsiteX21" fmla="*/ 1127089 w 5741575"/>
              <a:gd name="connsiteY21" fmla="*/ 746926 h 955271"/>
              <a:gd name="connsiteX22" fmla="*/ 1226314 w 5741575"/>
              <a:gd name="connsiteY22" fmla="*/ 722473 h 955271"/>
              <a:gd name="connsiteX23" fmla="*/ 1278773 w 5741575"/>
              <a:gd name="connsiteY23" fmla="*/ 711503 h 955271"/>
              <a:gd name="connsiteX24" fmla="*/ 1317691 w 5741575"/>
              <a:gd name="connsiteY24" fmla="*/ 708529 h 955271"/>
              <a:gd name="connsiteX25" fmla="*/ 1360404 w 5741575"/>
              <a:gd name="connsiteY25" fmla="*/ 675922 h 955271"/>
              <a:gd name="connsiteX26" fmla="*/ 1412292 w 5741575"/>
              <a:gd name="connsiteY26" fmla="*/ 670793 h 955271"/>
              <a:gd name="connsiteX27" fmla="*/ 1494753 w 5741575"/>
              <a:gd name="connsiteY27" fmla="*/ 644686 h 955271"/>
              <a:gd name="connsiteX28" fmla="*/ 1616217 w 5741575"/>
              <a:gd name="connsiteY28" fmla="*/ 622107 h 955271"/>
              <a:gd name="connsiteX29" fmla="*/ 1710928 w 5741575"/>
              <a:gd name="connsiteY29" fmla="*/ 600666 h 955271"/>
              <a:gd name="connsiteX30" fmla="*/ 1743718 w 5741575"/>
              <a:gd name="connsiteY30" fmla="*/ 584327 h 955271"/>
              <a:gd name="connsiteX31" fmla="*/ 1873778 w 5741575"/>
              <a:gd name="connsiteY31" fmla="*/ 530130 h 955271"/>
              <a:gd name="connsiteX32" fmla="*/ 1988411 w 5741575"/>
              <a:gd name="connsiteY32" fmla="*/ 491599 h 955271"/>
              <a:gd name="connsiteX33" fmla="*/ 2085507 w 5741575"/>
              <a:gd name="connsiteY33" fmla="*/ 498527 h 955271"/>
              <a:gd name="connsiteX34" fmla="*/ 2090767 w 5741575"/>
              <a:gd name="connsiteY34" fmla="*/ 490616 h 955271"/>
              <a:gd name="connsiteX35" fmla="*/ 2151143 w 5741575"/>
              <a:gd name="connsiteY35" fmla="*/ 478332 h 955271"/>
              <a:gd name="connsiteX36" fmla="*/ 2378710 w 5741575"/>
              <a:gd name="connsiteY36" fmla="*/ 477570 h 955271"/>
              <a:gd name="connsiteX37" fmla="*/ 2496256 w 5741575"/>
              <a:gd name="connsiteY37" fmla="*/ 452396 h 955271"/>
              <a:gd name="connsiteX38" fmla="*/ 2535387 w 5741575"/>
              <a:gd name="connsiteY38" fmla="*/ 436645 h 955271"/>
              <a:gd name="connsiteX39" fmla="*/ 2601109 w 5741575"/>
              <a:gd name="connsiteY39" fmla="*/ 410678 h 955271"/>
              <a:gd name="connsiteX40" fmla="*/ 2643855 w 5741575"/>
              <a:gd name="connsiteY40" fmla="*/ 374482 h 955271"/>
              <a:gd name="connsiteX41" fmla="*/ 2657726 w 5741575"/>
              <a:gd name="connsiteY41" fmla="*/ 365841 h 955271"/>
              <a:gd name="connsiteX42" fmla="*/ 2687125 w 5741575"/>
              <a:gd name="connsiteY42" fmla="*/ 366820 h 955271"/>
              <a:gd name="connsiteX43" fmla="*/ 2697479 w 5741575"/>
              <a:gd name="connsiteY43" fmla="*/ 361430 h 955271"/>
              <a:gd name="connsiteX44" fmla="*/ 2701547 w 5741575"/>
              <a:gd name="connsiteY44" fmla="*/ 361545 h 955271"/>
              <a:gd name="connsiteX45" fmla="*/ 2711054 w 5741575"/>
              <a:gd name="connsiteY45" fmla="*/ 360597 h 955271"/>
              <a:gd name="connsiteX46" fmla="*/ 2777227 w 5741575"/>
              <a:gd name="connsiteY46" fmla="*/ 368972 h 955271"/>
              <a:gd name="connsiteX47" fmla="*/ 2779510 w 5741575"/>
              <a:gd name="connsiteY47" fmla="*/ 361652 h 955271"/>
              <a:gd name="connsiteX48" fmla="*/ 2885545 w 5741575"/>
              <a:gd name="connsiteY48" fmla="*/ 372818 h 955271"/>
              <a:gd name="connsiteX49" fmla="*/ 3009558 w 5741575"/>
              <a:gd name="connsiteY49" fmla="*/ 370573 h 955271"/>
              <a:gd name="connsiteX50" fmla="*/ 3095010 w 5741575"/>
              <a:gd name="connsiteY50" fmla="*/ 332454 h 955271"/>
              <a:gd name="connsiteX51" fmla="*/ 3103742 w 5741575"/>
              <a:gd name="connsiteY51" fmla="*/ 337974 h 955271"/>
              <a:gd name="connsiteX52" fmla="*/ 3165093 w 5741575"/>
              <a:gd name="connsiteY52" fmla="*/ 329459 h 955271"/>
              <a:gd name="connsiteX53" fmla="*/ 3373785 w 5741575"/>
              <a:gd name="connsiteY53" fmla="*/ 255680 h 955271"/>
              <a:gd name="connsiteX54" fmla="*/ 3493851 w 5741575"/>
              <a:gd name="connsiteY54" fmla="*/ 240255 h 955271"/>
              <a:gd name="connsiteX55" fmla="*/ 3537470 w 5741575"/>
              <a:gd name="connsiteY55" fmla="*/ 241867 h 955271"/>
              <a:gd name="connsiteX56" fmla="*/ 3610489 w 5741575"/>
              <a:gd name="connsiteY56" fmla="*/ 244128 h 955271"/>
              <a:gd name="connsiteX57" fmla="*/ 3667539 w 5741575"/>
              <a:gd name="connsiteY57" fmla="*/ 263271 h 955271"/>
              <a:gd name="connsiteX58" fmla="*/ 3727614 w 5741575"/>
              <a:gd name="connsiteY58" fmla="*/ 258245 h 955271"/>
              <a:gd name="connsiteX59" fmla="*/ 3738369 w 5741575"/>
              <a:gd name="connsiteY59" fmla="*/ 234506 h 955271"/>
              <a:gd name="connsiteX60" fmla="*/ 3803670 w 5741575"/>
              <a:gd name="connsiteY60" fmla="*/ 236457 h 955271"/>
              <a:gd name="connsiteX61" fmla="*/ 3903080 w 5741575"/>
              <a:gd name="connsiteY61" fmla="*/ 241890 h 955271"/>
              <a:gd name="connsiteX62" fmla="*/ 4114838 w 5741575"/>
              <a:gd name="connsiteY62" fmla="*/ 238165 h 955271"/>
              <a:gd name="connsiteX63" fmla="*/ 4271023 w 5741575"/>
              <a:gd name="connsiteY63" fmla="*/ 241959 h 955271"/>
              <a:gd name="connsiteX64" fmla="*/ 4367397 w 5741575"/>
              <a:gd name="connsiteY64" fmla="*/ 271442 h 955271"/>
              <a:gd name="connsiteX65" fmla="*/ 4495366 w 5741575"/>
              <a:gd name="connsiteY65" fmla="*/ 271618 h 955271"/>
              <a:gd name="connsiteX66" fmla="*/ 4517347 w 5741575"/>
              <a:gd name="connsiteY66" fmla="*/ 275639 h 955271"/>
              <a:gd name="connsiteX67" fmla="*/ 4546116 w 5741575"/>
              <a:gd name="connsiteY67" fmla="*/ 268568 h 955271"/>
              <a:gd name="connsiteX68" fmla="*/ 4661259 w 5741575"/>
              <a:gd name="connsiteY68" fmla="*/ 238966 h 955271"/>
              <a:gd name="connsiteX69" fmla="*/ 4750403 w 5741575"/>
              <a:gd name="connsiteY69" fmla="*/ 204364 h 955271"/>
              <a:gd name="connsiteX70" fmla="*/ 4867614 w 5741575"/>
              <a:gd name="connsiteY70" fmla="*/ 208668 h 955271"/>
              <a:gd name="connsiteX71" fmla="*/ 4937036 w 5741575"/>
              <a:gd name="connsiteY71" fmla="*/ 195446 h 955271"/>
              <a:gd name="connsiteX72" fmla="*/ 5047626 w 5741575"/>
              <a:gd name="connsiteY72" fmla="*/ 149604 h 955271"/>
              <a:gd name="connsiteX73" fmla="*/ 5200247 w 5741575"/>
              <a:gd name="connsiteY73" fmla="*/ 142695 h 955271"/>
              <a:gd name="connsiteX74" fmla="*/ 5235691 w 5741575"/>
              <a:gd name="connsiteY74" fmla="*/ 173330 h 955271"/>
              <a:gd name="connsiteX75" fmla="*/ 5280133 w 5741575"/>
              <a:gd name="connsiteY75" fmla="*/ 189342 h 955271"/>
              <a:gd name="connsiteX76" fmla="*/ 5291963 w 5741575"/>
              <a:gd name="connsiteY76" fmla="*/ 139446 h 955271"/>
              <a:gd name="connsiteX77" fmla="*/ 5418472 w 5741575"/>
              <a:gd name="connsiteY77" fmla="*/ 89163 h 955271"/>
              <a:gd name="connsiteX78" fmla="*/ 5482354 w 5741575"/>
              <a:gd name="connsiteY78" fmla="*/ 69470 h 955271"/>
              <a:gd name="connsiteX79" fmla="*/ 5583280 w 5741575"/>
              <a:gd name="connsiteY79" fmla="*/ 49787 h 955271"/>
              <a:gd name="connsiteX80" fmla="*/ 5613766 w 5741575"/>
              <a:gd name="connsiteY80" fmla="*/ 41855 h 955271"/>
              <a:gd name="connsiteX81" fmla="*/ 5684952 w 5741575"/>
              <a:gd name="connsiteY81" fmla="*/ 26088 h 955271"/>
              <a:gd name="connsiteX82" fmla="*/ 5741575 w 5741575"/>
              <a:gd name="connsiteY82" fmla="*/ 0 h 955271"/>
              <a:gd name="connsiteX0" fmla="*/ 5741575 w 5741575"/>
              <a:gd name="connsiteY0" fmla="*/ 0 h 955271"/>
              <a:gd name="connsiteX1" fmla="*/ 5741575 w 5741575"/>
              <a:gd name="connsiteY1" fmla="*/ 955271 h 955271"/>
              <a:gd name="connsiteX2" fmla="*/ 0 w 5741575"/>
              <a:gd name="connsiteY2" fmla="*/ 955271 h 955271"/>
              <a:gd name="connsiteX3" fmla="*/ 8558 w 5741575"/>
              <a:gd name="connsiteY3" fmla="*/ 953971 h 955271"/>
              <a:gd name="connsiteX4" fmla="*/ 16894 w 5741575"/>
              <a:gd name="connsiteY4" fmla="*/ 953847 h 955271"/>
              <a:gd name="connsiteX5" fmla="*/ 28156 w 5741575"/>
              <a:gd name="connsiteY5" fmla="*/ 951374 h 955271"/>
              <a:gd name="connsiteX6" fmla="*/ 28293 w 5741575"/>
              <a:gd name="connsiteY6" fmla="*/ 950971 h 955271"/>
              <a:gd name="connsiteX7" fmla="*/ 59229 w 5741575"/>
              <a:gd name="connsiteY7" fmla="*/ 903950 h 955271"/>
              <a:gd name="connsiteX8" fmla="*/ 148657 w 5741575"/>
              <a:gd name="connsiteY8" fmla="*/ 898134 h 955271"/>
              <a:gd name="connsiteX9" fmla="*/ 174554 w 5741575"/>
              <a:gd name="connsiteY9" fmla="*/ 886351 h 955271"/>
              <a:gd name="connsiteX10" fmla="*/ 187633 w 5741575"/>
              <a:gd name="connsiteY10" fmla="*/ 878226 h 955271"/>
              <a:gd name="connsiteX11" fmla="*/ 187961 w 5741575"/>
              <a:gd name="connsiteY11" fmla="*/ 876538 h 955271"/>
              <a:gd name="connsiteX12" fmla="*/ 240501 w 5741575"/>
              <a:gd name="connsiteY12" fmla="*/ 873150 h 955271"/>
              <a:gd name="connsiteX13" fmla="*/ 246345 w 5741575"/>
              <a:gd name="connsiteY13" fmla="*/ 869942 h 955271"/>
              <a:gd name="connsiteX14" fmla="*/ 306299 w 5741575"/>
              <a:gd name="connsiteY14" fmla="*/ 873609 h 955271"/>
              <a:gd name="connsiteX15" fmla="*/ 331571 w 5741575"/>
              <a:gd name="connsiteY15" fmla="*/ 869866 h 955271"/>
              <a:gd name="connsiteX16" fmla="*/ 384157 w 5741575"/>
              <a:gd name="connsiteY16" fmla="*/ 867971 h 955271"/>
              <a:gd name="connsiteX17" fmla="*/ 477637 w 5741575"/>
              <a:gd name="connsiteY17" fmla="*/ 870334 h 955271"/>
              <a:gd name="connsiteX18" fmla="*/ 570239 w 5741575"/>
              <a:gd name="connsiteY18" fmla="*/ 829596 h 955271"/>
              <a:gd name="connsiteX19" fmla="*/ 772070 w 5741575"/>
              <a:gd name="connsiteY19" fmla="*/ 820296 h 955271"/>
              <a:gd name="connsiteX20" fmla="*/ 948872 w 5741575"/>
              <a:gd name="connsiteY20" fmla="*/ 772201 h 955271"/>
              <a:gd name="connsiteX21" fmla="*/ 1127089 w 5741575"/>
              <a:gd name="connsiteY21" fmla="*/ 746926 h 955271"/>
              <a:gd name="connsiteX22" fmla="*/ 1226314 w 5741575"/>
              <a:gd name="connsiteY22" fmla="*/ 722473 h 955271"/>
              <a:gd name="connsiteX23" fmla="*/ 1278773 w 5741575"/>
              <a:gd name="connsiteY23" fmla="*/ 711503 h 955271"/>
              <a:gd name="connsiteX24" fmla="*/ 1317691 w 5741575"/>
              <a:gd name="connsiteY24" fmla="*/ 708529 h 955271"/>
              <a:gd name="connsiteX25" fmla="*/ 1360404 w 5741575"/>
              <a:gd name="connsiteY25" fmla="*/ 675922 h 955271"/>
              <a:gd name="connsiteX26" fmla="*/ 1412292 w 5741575"/>
              <a:gd name="connsiteY26" fmla="*/ 670793 h 955271"/>
              <a:gd name="connsiteX27" fmla="*/ 1494753 w 5741575"/>
              <a:gd name="connsiteY27" fmla="*/ 644686 h 955271"/>
              <a:gd name="connsiteX28" fmla="*/ 1616217 w 5741575"/>
              <a:gd name="connsiteY28" fmla="*/ 622107 h 955271"/>
              <a:gd name="connsiteX29" fmla="*/ 1710928 w 5741575"/>
              <a:gd name="connsiteY29" fmla="*/ 600666 h 955271"/>
              <a:gd name="connsiteX30" fmla="*/ 1743718 w 5741575"/>
              <a:gd name="connsiteY30" fmla="*/ 584327 h 955271"/>
              <a:gd name="connsiteX31" fmla="*/ 1873778 w 5741575"/>
              <a:gd name="connsiteY31" fmla="*/ 530130 h 955271"/>
              <a:gd name="connsiteX32" fmla="*/ 1988411 w 5741575"/>
              <a:gd name="connsiteY32" fmla="*/ 491599 h 955271"/>
              <a:gd name="connsiteX33" fmla="*/ 2085507 w 5741575"/>
              <a:gd name="connsiteY33" fmla="*/ 498527 h 955271"/>
              <a:gd name="connsiteX34" fmla="*/ 2090767 w 5741575"/>
              <a:gd name="connsiteY34" fmla="*/ 490616 h 955271"/>
              <a:gd name="connsiteX35" fmla="*/ 2151143 w 5741575"/>
              <a:gd name="connsiteY35" fmla="*/ 478332 h 955271"/>
              <a:gd name="connsiteX36" fmla="*/ 2378710 w 5741575"/>
              <a:gd name="connsiteY36" fmla="*/ 477570 h 955271"/>
              <a:gd name="connsiteX37" fmla="*/ 2496256 w 5741575"/>
              <a:gd name="connsiteY37" fmla="*/ 452396 h 955271"/>
              <a:gd name="connsiteX38" fmla="*/ 2535387 w 5741575"/>
              <a:gd name="connsiteY38" fmla="*/ 436645 h 955271"/>
              <a:gd name="connsiteX39" fmla="*/ 2601109 w 5741575"/>
              <a:gd name="connsiteY39" fmla="*/ 410678 h 955271"/>
              <a:gd name="connsiteX40" fmla="*/ 2643855 w 5741575"/>
              <a:gd name="connsiteY40" fmla="*/ 374482 h 955271"/>
              <a:gd name="connsiteX41" fmla="*/ 2657726 w 5741575"/>
              <a:gd name="connsiteY41" fmla="*/ 365841 h 955271"/>
              <a:gd name="connsiteX42" fmla="*/ 2687125 w 5741575"/>
              <a:gd name="connsiteY42" fmla="*/ 366820 h 955271"/>
              <a:gd name="connsiteX43" fmla="*/ 2697479 w 5741575"/>
              <a:gd name="connsiteY43" fmla="*/ 361430 h 955271"/>
              <a:gd name="connsiteX44" fmla="*/ 2701547 w 5741575"/>
              <a:gd name="connsiteY44" fmla="*/ 361545 h 955271"/>
              <a:gd name="connsiteX45" fmla="*/ 2711054 w 5741575"/>
              <a:gd name="connsiteY45" fmla="*/ 360597 h 955271"/>
              <a:gd name="connsiteX46" fmla="*/ 2777227 w 5741575"/>
              <a:gd name="connsiteY46" fmla="*/ 368972 h 955271"/>
              <a:gd name="connsiteX47" fmla="*/ 2824768 w 5741575"/>
              <a:gd name="connsiteY47" fmla="*/ 361652 h 955271"/>
              <a:gd name="connsiteX48" fmla="*/ 2885545 w 5741575"/>
              <a:gd name="connsiteY48" fmla="*/ 372818 h 955271"/>
              <a:gd name="connsiteX49" fmla="*/ 3009558 w 5741575"/>
              <a:gd name="connsiteY49" fmla="*/ 370573 h 955271"/>
              <a:gd name="connsiteX50" fmla="*/ 3095010 w 5741575"/>
              <a:gd name="connsiteY50" fmla="*/ 332454 h 955271"/>
              <a:gd name="connsiteX51" fmla="*/ 3103742 w 5741575"/>
              <a:gd name="connsiteY51" fmla="*/ 337974 h 955271"/>
              <a:gd name="connsiteX52" fmla="*/ 3165093 w 5741575"/>
              <a:gd name="connsiteY52" fmla="*/ 329459 h 955271"/>
              <a:gd name="connsiteX53" fmla="*/ 3373785 w 5741575"/>
              <a:gd name="connsiteY53" fmla="*/ 255680 h 955271"/>
              <a:gd name="connsiteX54" fmla="*/ 3493851 w 5741575"/>
              <a:gd name="connsiteY54" fmla="*/ 240255 h 955271"/>
              <a:gd name="connsiteX55" fmla="*/ 3537470 w 5741575"/>
              <a:gd name="connsiteY55" fmla="*/ 241867 h 955271"/>
              <a:gd name="connsiteX56" fmla="*/ 3610489 w 5741575"/>
              <a:gd name="connsiteY56" fmla="*/ 244128 h 955271"/>
              <a:gd name="connsiteX57" fmla="*/ 3667539 w 5741575"/>
              <a:gd name="connsiteY57" fmla="*/ 263271 h 955271"/>
              <a:gd name="connsiteX58" fmla="*/ 3727614 w 5741575"/>
              <a:gd name="connsiteY58" fmla="*/ 258245 h 955271"/>
              <a:gd name="connsiteX59" fmla="*/ 3738369 w 5741575"/>
              <a:gd name="connsiteY59" fmla="*/ 234506 h 955271"/>
              <a:gd name="connsiteX60" fmla="*/ 3803670 w 5741575"/>
              <a:gd name="connsiteY60" fmla="*/ 236457 h 955271"/>
              <a:gd name="connsiteX61" fmla="*/ 3903080 w 5741575"/>
              <a:gd name="connsiteY61" fmla="*/ 241890 h 955271"/>
              <a:gd name="connsiteX62" fmla="*/ 4114838 w 5741575"/>
              <a:gd name="connsiteY62" fmla="*/ 238165 h 955271"/>
              <a:gd name="connsiteX63" fmla="*/ 4271023 w 5741575"/>
              <a:gd name="connsiteY63" fmla="*/ 241959 h 955271"/>
              <a:gd name="connsiteX64" fmla="*/ 4367397 w 5741575"/>
              <a:gd name="connsiteY64" fmla="*/ 271442 h 955271"/>
              <a:gd name="connsiteX65" fmla="*/ 4495366 w 5741575"/>
              <a:gd name="connsiteY65" fmla="*/ 271618 h 955271"/>
              <a:gd name="connsiteX66" fmla="*/ 4517347 w 5741575"/>
              <a:gd name="connsiteY66" fmla="*/ 275639 h 955271"/>
              <a:gd name="connsiteX67" fmla="*/ 4546116 w 5741575"/>
              <a:gd name="connsiteY67" fmla="*/ 268568 h 955271"/>
              <a:gd name="connsiteX68" fmla="*/ 4661259 w 5741575"/>
              <a:gd name="connsiteY68" fmla="*/ 238966 h 955271"/>
              <a:gd name="connsiteX69" fmla="*/ 4750403 w 5741575"/>
              <a:gd name="connsiteY69" fmla="*/ 204364 h 955271"/>
              <a:gd name="connsiteX70" fmla="*/ 4867614 w 5741575"/>
              <a:gd name="connsiteY70" fmla="*/ 208668 h 955271"/>
              <a:gd name="connsiteX71" fmla="*/ 4937036 w 5741575"/>
              <a:gd name="connsiteY71" fmla="*/ 195446 h 955271"/>
              <a:gd name="connsiteX72" fmla="*/ 5047626 w 5741575"/>
              <a:gd name="connsiteY72" fmla="*/ 149604 h 955271"/>
              <a:gd name="connsiteX73" fmla="*/ 5200247 w 5741575"/>
              <a:gd name="connsiteY73" fmla="*/ 142695 h 955271"/>
              <a:gd name="connsiteX74" fmla="*/ 5235691 w 5741575"/>
              <a:gd name="connsiteY74" fmla="*/ 173330 h 955271"/>
              <a:gd name="connsiteX75" fmla="*/ 5280133 w 5741575"/>
              <a:gd name="connsiteY75" fmla="*/ 189342 h 955271"/>
              <a:gd name="connsiteX76" fmla="*/ 5291963 w 5741575"/>
              <a:gd name="connsiteY76" fmla="*/ 139446 h 955271"/>
              <a:gd name="connsiteX77" fmla="*/ 5418472 w 5741575"/>
              <a:gd name="connsiteY77" fmla="*/ 89163 h 955271"/>
              <a:gd name="connsiteX78" fmla="*/ 5482354 w 5741575"/>
              <a:gd name="connsiteY78" fmla="*/ 69470 h 955271"/>
              <a:gd name="connsiteX79" fmla="*/ 5583280 w 5741575"/>
              <a:gd name="connsiteY79" fmla="*/ 49787 h 955271"/>
              <a:gd name="connsiteX80" fmla="*/ 5613766 w 5741575"/>
              <a:gd name="connsiteY80" fmla="*/ 41855 h 955271"/>
              <a:gd name="connsiteX81" fmla="*/ 5684952 w 5741575"/>
              <a:gd name="connsiteY81" fmla="*/ 26088 h 955271"/>
              <a:gd name="connsiteX82" fmla="*/ 5741575 w 5741575"/>
              <a:gd name="connsiteY82" fmla="*/ 0 h 955271"/>
              <a:gd name="connsiteX0" fmla="*/ 5741575 w 5741575"/>
              <a:gd name="connsiteY0" fmla="*/ 0 h 955271"/>
              <a:gd name="connsiteX1" fmla="*/ 5741575 w 5741575"/>
              <a:gd name="connsiteY1" fmla="*/ 955271 h 955271"/>
              <a:gd name="connsiteX2" fmla="*/ 0 w 5741575"/>
              <a:gd name="connsiteY2" fmla="*/ 955271 h 955271"/>
              <a:gd name="connsiteX3" fmla="*/ 8558 w 5741575"/>
              <a:gd name="connsiteY3" fmla="*/ 953971 h 955271"/>
              <a:gd name="connsiteX4" fmla="*/ 16894 w 5741575"/>
              <a:gd name="connsiteY4" fmla="*/ 953847 h 955271"/>
              <a:gd name="connsiteX5" fmla="*/ 28156 w 5741575"/>
              <a:gd name="connsiteY5" fmla="*/ 951374 h 955271"/>
              <a:gd name="connsiteX6" fmla="*/ 28293 w 5741575"/>
              <a:gd name="connsiteY6" fmla="*/ 950971 h 955271"/>
              <a:gd name="connsiteX7" fmla="*/ 59229 w 5741575"/>
              <a:gd name="connsiteY7" fmla="*/ 903950 h 955271"/>
              <a:gd name="connsiteX8" fmla="*/ 148657 w 5741575"/>
              <a:gd name="connsiteY8" fmla="*/ 898134 h 955271"/>
              <a:gd name="connsiteX9" fmla="*/ 174554 w 5741575"/>
              <a:gd name="connsiteY9" fmla="*/ 886351 h 955271"/>
              <a:gd name="connsiteX10" fmla="*/ 187633 w 5741575"/>
              <a:gd name="connsiteY10" fmla="*/ 878226 h 955271"/>
              <a:gd name="connsiteX11" fmla="*/ 187961 w 5741575"/>
              <a:gd name="connsiteY11" fmla="*/ 876538 h 955271"/>
              <a:gd name="connsiteX12" fmla="*/ 240501 w 5741575"/>
              <a:gd name="connsiteY12" fmla="*/ 873150 h 955271"/>
              <a:gd name="connsiteX13" fmla="*/ 246345 w 5741575"/>
              <a:gd name="connsiteY13" fmla="*/ 869942 h 955271"/>
              <a:gd name="connsiteX14" fmla="*/ 306299 w 5741575"/>
              <a:gd name="connsiteY14" fmla="*/ 873609 h 955271"/>
              <a:gd name="connsiteX15" fmla="*/ 331571 w 5741575"/>
              <a:gd name="connsiteY15" fmla="*/ 869866 h 955271"/>
              <a:gd name="connsiteX16" fmla="*/ 384157 w 5741575"/>
              <a:gd name="connsiteY16" fmla="*/ 867971 h 955271"/>
              <a:gd name="connsiteX17" fmla="*/ 477637 w 5741575"/>
              <a:gd name="connsiteY17" fmla="*/ 870334 h 955271"/>
              <a:gd name="connsiteX18" fmla="*/ 570239 w 5741575"/>
              <a:gd name="connsiteY18" fmla="*/ 829596 h 955271"/>
              <a:gd name="connsiteX19" fmla="*/ 772070 w 5741575"/>
              <a:gd name="connsiteY19" fmla="*/ 820296 h 955271"/>
              <a:gd name="connsiteX20" fmla="*/ 948872 w 5741575"/>
              <a:gd name="connsiteY20" fmla="*/ 772201 h 955271"/>
              <a:gd name="connsiteX21" fmla="*/ 1127089 w 5741575"/>
              <a:gd name="connsiteY21" fmla="*/ 746926 h 955271"/>
              <a:gd name="connsiteX22" fmla="*/ 1226314 w 5741575"/>
              <a:gd name="connsiteY22" fmla="*/ 722473 h 955271"/>
              <a:gd name="connsiteX23" fmla="*/ 1278773 w 5741575"/>
              <a:gd name="connsiteY23" fmla="*/ 711503 h 955271"/>
              <a:gd name="connsiteX24" fmla="*/ 1317691 w 5741575"/>
              <a:gd name="connsiteY24" fmla="*/ 708529 h 955271"/>
              <a:gd name="connsiteX25" fmla="*/ 1360404 w 5741575"/>
              <a:gd name="connsiteY25" fmla="*/ 675922 h 955271"/>
              <a:gd name="connsiteX26" fmla="*/ 1412292 w 5741575"/>
              <a:gd name="connsiteY26" fmla="*/ 670793 h 955271"/>
              <a:gd name="connsiteX27" fmla="*/ 1494753 w 5741575"/>
              <a:gd name="connsiteY27" fmla="*/ 644686 h 955271"/>
              <a:gd name="connsiteX28" fmla="*/ 1616217 w 5741575"/>
              <a:gd name="connsiteY28" fmla="*/ 622107 h 955271"/>
              <a:gd name="connsiteX29" fmla="*/ 1710928 w 5741575"/>
              <a:gd name="connsiteY29" fmla="*/ 600666 h 955271"/>
              <a:gd name="connsiteX30" fmla="*/ 1743718 w 5741575"/>
              <a:gd name="connsiteY30" fmla="*/ 584327 h 955271"/>
              <a:gd name="connsiteX31" fmla="*/ 1873778 w 5741575"/>
              <a:gd name="connsiteY31" fmla="*/ 530130 h 955271"/>
              <a:gd name="connsiteX32" fmla="*/ 1988411 w 5741575"/>
              <a:gd name="connsiteY32" fmla="*/ 491599 h 955271"/>
              <a:gd name="connsiteX33" fmla="*/ 2085507 w 5741575"/>
              <a:gd name="connsiteY33" fmla="*/ 498527 h 955271"/>
              <a:gd name="connsiteX34" fmla="*/ 2090767 w 5741575"/>
              <a:gd name="connsiteY34" fmla="*/ 490616 h 955271"/>
              <a:gd name="connsiteX35" fmla="*/ 2151143 w 5741575"/>
              <a:gd name="connsiteY35" fmla="*/ 478332 h 955271"/>
              <a:gd name="connsiteX36" fmla="*/ 2378710 w 5741575"/>
              <a:gd name="connsiteY36" fmla="*/ 477570 h 955271"/>
              <a:gd name="connsiteX37" fmla="*/ 2496256 w 5741575"/>
              <a:gd name="connsiteY37" fmla="*/ 452396 h 955271"/>
              <a:gd name="connsiteX38" fmla="*/ 2535387 w 5741575"/>
              <a:gd name="connsiteY38" fmla="*/ 436645 h 955271"/>
              <a:gd name="connsiteX39" fmla="*/ 2601109 w 5741575"/>
              <a:gd name="connsiteY39" fmla="*/ 410678 h 955271"/>
              <a:gd name="connsiteX40" fmla="*/ 2643855 w 5741575"/>
              <a:gd name="connsiteY40" fmla="*/ 374482 h 955271"/>
              <a:gd name="connsiteX41" fmla="*/ 2657726 w 5741575"/>
              <a:gd name="connsiteY41" fmla="*/ 365841 h 955271"/>
              <a:gd name="connsiteX42" fmla="*/ 2687125 w 5741575"/>
              <a:gd name="connsiteY42" fmla="*/ 366820 h 955271"/>
              <a:gd name="connsiteX43" fmla="*/ 2697479 w 5741575"/>
              <a:gd name="connsiteY43" fmla="*/ 361430 h 955271"/>
              <a:gd name="connsiteX44" fmla="*/ 2701547 w 5741575"/>
              <a:gd name="connsiteY44" fmla="*/ 361545 h 955271"/>
              <a:gd name="connsiteX45" fmla="*/ 2777227 w 5741575"/>
              <a:gd name="connsiteY45" fmla="*/ 368972 h 955271"/>
              <a:gd name="connsiteX46" fmla="*/ 2824768 w 5741575"/>
              <a:gd name="connsiteY46" fmla="*/ 361652 h 955271"/>
              <a:gd name="connsiteX47" fmla="*/ 2885545 w 5741575"/>
              <a:gd name="connsiteY47" fmla="*/ 372818 h 955271"/>
              <a:gd name="connsiteX48" fmla="*/ 3009558 w 5741575"/>
              <a:gd name="connsiteY48" fmla="*/ 370573 h 955271"/>
              <a:gd name="connsiteX49" fmla="*/ 3095010 w 5741575"/>
              <a:gd name="connsiteY49" fmla="*/ 332454 h 955271"/>
              <a:gd name="connsiteX50" fmla="*/ 3103742 w 5741575"/>
              <a:gd name="connsiteY50" fmla="*/ 337974 h 955271"/>
              <a:gd name="connsiteX51" fmla="*/ 3165093 w 5741575"/>
              <a:gd name="connsiteY51" fmla="*/ 329459 h 955271"/>
              <a:gd name="connsiteX52" fmla="*/ 3373785 w 5741575"/>
              <a:gd name="connsiteY52" fmla="*/ 255680 h 955271"/>
              <a:gd name="connsiteX53" fmla="*/ 3493851 w 5741575"/>
              <a:gd name="connsiteY53" fmla="*/ 240255 h 955271"/>
              <a:gd name="connsiteX54" fmla="*/ 3537470 w 5741575"/>
              <a:gd name="connsiteY54" fmla="*/ 241867 h 955271"/>
              <a:gd name="connsiteX55" fmla="*/ 3610489 w 5741575"/>
              <a:gd name="connsiteY55" fmla="*/ 244128 h 955271"/>
              <a:gd name="connsiteX56" fmla="*/ 3667539 w 5741575"/>
              <a:gd name="connsiteY56" fmla="*/ 263271 h 955271"/>
              <a:gd name="connsiteX57" fmla="*/ 3727614 w 5741575"/>
              <a:gd name="connsiteY57" fmla="*/ 258245 h 955271"/>
              <a:gd name="connsiteX58" fmla="*/ 3738369 w 5741575"/>
              <a:gd name="connsiteY58" fmla="*/ 234506 h 955271"/>
              <a:gd name="connsiteX59" fmla="*/ 3803670 w 5741575"/>
              <a:gd name="connsiteY59" fmla="*/ 236457 h 955271"/>
              <a:gd name="connsiteX60" fmla="*/ 3903080 w 5741575"/>
              <a:gd name="connsiteY60" fmla="*/ 241890 h 955271"/>
              <a:gd name="connsiteX61" fmla="*/ 4114838 w 5741575"/>
              <a:gd name="connsiteY61" fmla="*/ 238165 h 955271"/>
              <a:gd name="connsiteX62" fmla="*/ 4271023 w 5741575"/>
              <a:gd name="connsiteY62" fmla="*/ 241959 h 955271"/>
              <a:gd name="connsiteX63" fmla="*/ 4367397 w 5741575"/>
              <a:gd name="connsiteY63" fmla="*/ 271442 h 955271"/>
              <a:gd name="connsiteX64" fmla="*/ 4495366 w 5741575"/>
              <a:gd name="connsiteY64" fmla="*/ 271618 h 955271"/>
              <a:gd name="connsiteX65" fmla="*/ 4517347 w 5741575"/>
              <a:gd name="connsiteY65" fmla="*/ 275639 h 955271"/>
              <a:gd name="connsiteX66" fmla="*/ 4546116 w 5741575"/>
              <a:gd name="connsiteY66" fmla="*/ 268568 h 955271"/>
              <a:gd name="connsiteX67" fmla="*/ 4661259 w 5741575"/>
              <a:gd name="connsiteY67" fmla="*/ 238966 h 955271"/>
              <a:gd name="connsiteX68" fmla="*/ 4750403 w 5741575"/>
              <a:gd name="connsiteY68" fmla="*/ 204364 h 955271"/>
              <a:gd name="connsiteX69" fmla="*/ 4867614 w 5741575"/>
              <a:gd name="connsiteY69" fmla="*/ 208668 h 955271"/>
              <a:gd name="connsiteX70" fmla="*/ 4937036 w 5741575"/>
              <a:gd name="connsiteY70" fmla="*/ 195446 h 955271"/>
              <a:gd name="connsiteX71" fmla="*/ 5047626 w 5741575"/>
              <a:gd name="connsiteY71" fmla="*/ 149604 h 955271"/>
              <a:gd name="connsiteX72" fmla="*/ 5200247 w 5741575"/>
              <a:gd name="connsiteY72" fmla="*/ 142695 h 955271"/>
              <a:gd name="connsiteX73" fmla="*/ 5235691 w 5741575"/>
              <a:gd name="connsiteY73" fmla="*/ 173330 h 955271"/>
              <a:gd name="connsiteX74" fmla="*/ 5280133 w 5741575"/>
              <a:gd name="connsiteY74" fmla="*/ 189342 h 955271"/>
              <a:gd name="connsiteX75" fmla="*/ 5291963 w 5741575"/>
              <a:gd name="connsiteY75" fmla="*/ 139446 h 955271"/>
              <a:gd name="connsiteX76" fmla="*/ 5418472 w 5741575"/>
              <a:gd name="connsiteY76" fmla="*/ 89163 h 955271"/>
              <a:gd name="connsiteX77" fmla="*/ 5482354 w 5741575"/>
              <a:gd name="connsiteY77" fmla="*/ 69470 h 955271"/>
              <a:gd name="connsiteX78" fmla="*/ 5583280 w 5741575"/>
              <a:gd name="connsiteY78" fmla="*/ 49787 h 955271"/>
              <a:gd name="connsiteX79" fmla="*/ 5613766 w 5741575"/>
              <a:gd name="connsiteY79" fmla="*/ 41855 h 955271"/>
              <a:gd name="connsiteX80" fmla="*/ 5684952 w 5741575"/>
              <a:gd name="connsiteY80" fmla="*/ 26088 h 955271"/>
              <a:gd name="connsiteX81" fmla="*/ 5741575 w 5741575"/>
              <a:gd name="connsiteY81" fmla="*/ 0 h 955271"/>
              <a:gd name="connsiteX0" fmla="*/ 5741575 w 5741575"/>
              <a:gd name="connsiteY0" fmla="*/ 0 h 955271"/>
              <a:gd name="connsiteX1" fmla="*/ 5741575 w 5741575"/>
              <a:gd name="connsiteY1" fmla="*/ 955271 h 955271"/>
              <a:gd name="connsiteX2" fmla="*/ 0 w 5741575"/>
              <a:gd name="connsiteY2" fmla="*/ 955271 h 955271"/>
              <a:gd name="connsiteX3" fmla="*/ 8558 w 5741575"/>
              <a:gd name="connsiteY3" fmla="*/ 953971 h 955271"/>
              <a:gd name="connsiteX4" fmla="*/ 16894 w 5741575"/>
              <a:gd name="connsiteY4" fmla="*/ 953847 h 955271"/>
              <a:gd name="connsiteX5" fmla="*/ 28156 w 5741575"/>
              <a:gd name="connsiteY5" fmla="*/ 951374 h 955271"/>
              <a:gd name="connsiteX6" fmla="*/ 28293 w 5741575"/>
              <a:gd name="connsiteY6" fmla="*/ 950971 h 955271"/>
              <a:gd name="connsiteX7" fmla="*/ 59229 w 5741575"/>
              <a:gd name="connsiteY7" fmla="*/ 903950 h 955271"/>
              <a:gd name="connsiteX8" fmla="*/ 148657 w 5741575"/>
              <a:gd name="connsiteY8" fmla="*/ 898134 h 955271"/>
              <a:gd name="connsiteX9" fmla="*/ 174554 w 5741575"/>
              <a:gd name="connsiteY9" fmla="*/ 886351 h 955271"/>
              <a:gd name="connsiteX10" fmla="*/ 187633 w 5741575"/>
              <a:gd name="connsiteY10" fmla="*/ 878226 h 955271"/>
              <a:gd name="connsiteX11" fmla="*/ 187961 w 5741575"/>
              <a:gd name="connsiteY11" fmla="*/ 876538 h 955271"/>
              <a:gd name="connsiteX12" fmla="*/ 240501 w 5741575"/>
              <a:gd name="connsiteY12" fmla="*/ 873150 h 955271"/>
              <a:gd name="connsiteX13" fmla="*/ 246345 w 5741575"/>
              <a:gd name="connsiteY13" fmla="*/ 869942 h 955271"/>
              <a:gd name="connsiteX14" fmla="*/ 306299 w 5741575"/>
              <a:gd name="connsiteY14" fmla="*/ 873609 h 955271"/>
              <a:gd name="connsiteX15" fmla="*/ 331571 w 5741575"/>
              <a:gd name="connsiteY15" fmla="*/ 869866 h 955271"/>
              <a:gd name="connsiteX16" fmla="*/ 384157 w 5741575"/>
              <a:gd name="connsiteY16" fmla="*/ 867971 h 955271"/>
              <a:gd name="connsiteX17" fmla="*/ 477637 w 5741575"/>
              <a:gd name="connsiteY17" fmla="*/ 870334 h 955271"/>
              <a:gd name="connsiteX18" fmla="*/ 570239 w 5741575"/>
              <a:gd name="connsiteY18" fmla="*/ 829596 h 955271"/>
              <a:gd name="connsiteX19" fmla="*/ 772070 w 5741575"/>
              <a:gd name="connsiteY19" fmla="*/ 820296 h 955271"/>
              <a:gd name="connsiteX20" fmla="*/ 948872 w 5741575"/>
              <a:gd name="connsiteY20" fmla="*/ 772201 h 955271"/>
              <a:gd name="connsiteX21" fmla="*/ 1127089 w 5741575"/>
              <a:gd name="connsiteY21" fmla="*/ 746926 h 955271"/>
              <a:gd name="connsiteX22" fmla="*/ 1226314 w 5741575"/>
              <a:gd name="connsiteY22" fmla="*/ 722473 h 955271"/>
              <a:gd name="connsiteX23" fmla="*/ 1278773 w 5741575"/>
              <a:gd name="connsiteY23" fmla="*/ 711503 h 955271"/>
              <a:gd name="connsiteX24" fmla="*/ 1317691 w 5741575"/>
              <a:gd name="connsiteY24" fmla="*/ 708529 h 955271"/>
              <a:gd name="connsiteX25" fmla="*/ 1360404 w 5741575"/>
              <a:gd name="connsiteY25" fmla="*/ 675922 h 955271"/>
              <a:gd name="connsiteX26" fmla="*/ 1412292 w 5741575"/>
              <a:gd name="connsiteY26" fmla="*/ 670793 h 955271"/>
              <a:gd name="connsiteX27" fmla="*/ 1494753 w 5741575"/>
              <a:gd name="connsiteY27" fmla="*/ 644686 h 955271"/>
              <a:gd name="connsiteX28" fmla="*/ 1616217 w 5741575"/>
              <a:gd name="connsiteY28" fmla="*/ 622107 h 955271"/>
              <a:gd name="connsiteX29" fmla="*/ 1710928 w 5741575"/>
              <a:gd name="connsiteY29" fmla="*/ 600666 h 955271"/>
              <a:gd name="connsiteX30" fmla="*/ 1743718 w 5741575"/>
              <a:gd name="connsiteY30" fmla="*/ 584327 h 955271"/>
              <a:gd name="connsiteX31" fmla="*/ 1873778 w 5741575"/>
              <a:gd name="connsiteY31" fmla="*/ 530130 h 955271"/>
              <a:gd name="connsiteX32" fmla="*/ 1988411 w 5741575"/>
              <a:gd name="connsiteY32" fmla="*/ 491599 h 955271"/>
              <a:gd name="connsiteX33" fmla="*/ 2085507 w 5741575"/>
              <a:gd name="connsiteY33" fmla="*/ 498527 h 955271"/>
              <a:gd name="connsiteX34" fmla="*/ 2090767 w 5741575"/>
              <a:gd name="connsiteY34" fmla="*/ 490616 h 955271"/>
              <a:gd name="connsiteX35" fmla="*/ 2151143 w 5741575"/>
              <a:gd name="connsiteY35" fmla="*/ 478332 h 955271"/>
              <a:gd name="connsiteX36" fmla="*/ 2378710 w 5741575"/>
              <a:gd name="connsiteY36" fmla="*/ 477570 h 955271"/>
              <a:gd name="connsiteX37" fmla="*/ 2496256 w 5741575"/>
              <a:gd name="connsiteY37" fmla="*/ 452396 h 955271"/>
              <a:gd name="connsiteX38" fmla="*/ 2535387 w 5741575"/>
              <a:gd name="connsiteY38" fmla="*/ 436645 h 955271"/>
              <a:gd name="connsiteX39" fmla="*/ 2601109 w 5741575"/>
              <a:gd name="connsiteY39" fmla="*/ 410678 h 955271"/>
              <a:gd name="connsiteX40" fmla="*/ 2643855 w 5741575"/>
              <a:gd name="connsiteY40" fmla="*/ 374482 h 955271"/>
              <a:gd name="connsiteX41" fmla="*/ 2657726 w 5741575"/>
              <a:gd name="connsiteY41" fmla="*/ 365841 h 955271"/>
              <a:gd name="connsiteX42" fmla="*/ 2687125 w 5741575"/>
              <a:gd name="connsiteY42" fmla="*/ 366820 h 955271"/>
              <a:gd name="connsiteX43" fmla="*/ 2697479 w 5741575"/>
              <a:gd name="connsiteY43" fmla="*/ 361430 h 955271"/>
              <a:gd name="connsiteX44" fmla="*/ 2731718 w 5741575"/>
              <a:gd name="connsiteY44" fmla="*/ 361545 h 955271"/>
              <a:gd name="connsiteX45" fmla="*/ 2777227 w 5741575"/>
              <a:gd name="connsiteY45" fmla="*/ 368972 h 955271"/>
              <a:gd name="connsiteX46" fmla="*/ 2824768 w 5741575"/>
              <a:gd name="connsiteY46" fmla="*/ 361652 h 955271"/>
              <a:gd name="connsiteX47" fmla="*/ 2885545 w 5741575"/>
              <a:gd name="connsiteY47" fmla="*/ 372818 h 955271"/>
              <a:gd name="connsiteX48" fmla="*/ 3009558 w 5741575"/>
              <a:gd name="connsiteY48" fmla="*/ 370573 h 955271"/>
              <a:gd name="connsiteX49" fmla="*/ 3095010 w 5741575"/>
              <a:gd name="connsiteY49" fmla="*/ 332454 h 955271"/>
              <a:gd name="connsiteX50" fmla="*/ 3103742 w 5741575"/>
              <a:gd name="connsiteY50" fmla="*/ 337974 h 955271"/>
              <a:gd name="connsiteX51" fmla="*/ 3165093 w 5741575"/>
              <a:gd name="connsiteY51" fmla="*/ 329459 h 955271"/>
              <a:gd name="connsiteX52" fmla="*/ 3373785 w 5741575"/>
              <a:gd name="connsiteY52" fmla="*/ 255680 h 955271"/>
              <a:gd name="connsiteX53" fmla="*/ 3493851 w 5741575"/>
              <a:gd name="connsiteY53" fmla="*/ 240255 h 955271"/>
              <a:gd name="connsiteX54" fmla="*/ 3537470 w 5741575"/>
              <a:gd name="connsiteY54" fmla="*/ 241867 h 955271"/>
              <a:gd name="connsiteX55" fmla="*/ 3610489 w 5741575"/>
              <a:gd name="connsiteY55" fmla="*/ 244128 h 955271"/>
              <a:gd name="connsiteX56" fmla="*/ 3667539 w 5741575"/>
              <a:gd name="connsiteY56" fmla="*/ 263271 h 955271"/>
              <a:gd name="connsiteX57" fmla="*/ 3727614 w 5741575"/>
              <a:gd name="connsiteY57" fmla="*/ 258245 h 955271"/>
              <a:gd name="connsiteX58" fmla="*/ 3738369 w 5741575"/>
              <a:gd name="connsiteY58" fmla="*/ 234506 h 955271"/>
              <a:gd name="connsiteX59" fmla="*/ 3803670 w 5741575"/>
              <a:gd name="connsiteY59" fmla="*/ 236457 h 955271"/>
              <a:gd name="connsiteX60" fmla="*/ 3903080 w 5741575"/>
              <a:gd name="connsiteY60" fmla="*/ 241890 h 955271"/>
              <a:gd name="connsiteX61" fmla="*/ 4114838 w 5741575"/>
              <a:gd name="connsiteY61" fmla="*/ 238165 h 955271"/>
              <a:gd name="connsiteX62" fmla="*/ 4271023 w 5741575"/>
              <a:gd name="connsiteY62" fmla="*/ 241959 h 955271"/>
              <a:gd name="connsiteX63" fmla="*/ 4367397 w 5741575"/>
              <a:gd name="connsiteY63" fmla="*/ 271442 h 955271"/>
              <a:gd name="connsiteX64" fmla="*/ 4495366 w 5741575"/>
              <a:gd name="connsiteY64" fmla="*/ 271618 h 955271"/>
              <a:gd name="connsiteX65" fmla="*/ 4517347 w 5741575"/>
              <a:gd name="connsiteY65" fmla="*/ 275639 h 955271"/>
              <a:gd name="connsiteX66" fmla="*/ 4546116 w 5741575"/>
              <a:gd name="connsiteY66" fmla="*/ 268568 h 955271"/>
              <a:gd name="connsiteX67" fmla="*/ 4661259 w 5741575"/>
              <a:gd name="connsiteY67" fmla="*/ 238966 h 955271"/>
              <a:gd name="connsiteX68" fmla="*/ 4750403 w 5741575"/>
              <a:gd name="connsiteY68" fmla="*/ 204364 h 955271"/>
              <a:gd name="connsiteX69" fmla="*/ 4867614 w 5741575"/>
              <a:gd name="connsiteY69" fmla="*/ 208668 h 955271"/>
              <a:gd name="connsiteX70" fmla="*/ 4937036 w 5741575"/>
              <a:gd name="connsiteY70" fmla="*/ 195446 h 955271"/>
              <a:gd name="connsiteX71" fmla="*/ 5047626 w 5741575"/>
              <a:gd name="connsiteY71" fmla="*/ 149604 h 955271"/>
              <a:gd name="connsiteX72" fmla="*/ 5200247 w 5741575"/>
              <a:gd name="connsiteY72" fmla="*/ 142695 h 955271"/>
              <a:gd name="connsiteX73" fmla="*/ 5235691 w 5741575"/>
              <a:gd name="connsiteY73" fmla="*/ 173330 h 955271"/>
              <a:gd name="connsiteX74" fmla="*/ 5280133 w 5741575"/>
              <a:gd name="connsiteY74" fmla="*/ 189342 h 955271"/>
              <a:gd name="connsiteX75" fmla="*/ 5291963 w 5741575"/>
              <a:gd name="connsiteY75" fmla="*/ 139446 h 955271"/>
              <a:gd name="connsiteX76" fmla="*/ 5418472 w 5741575"/>
              <a:gd name="connsiteY76" fmla="*/ 89163 h 955271"/>
              <a:gd name="connsiteX77" fmla="*/ 5482354 w 5741575"/>
              <a:gd name="connsiteY77" fmla="*/ 69470 h 955271"/>
              <a:gd name="connsiteX78" fmla="*/ 5583280 w 5741575"/>
              <a:gd name="connsiteY78" fmla="*/ 49787 h 955271"/>
              <a:gd name="connsiteX79" fmla="*/ 5613766 w 5741575"/>
              <a:gd name="connsiteY79" fmla="*/ 41855 h 955271"/>
              <a:gd name="connsiteX80" fmla="*/ 5684952 w 5741575"/>
              <a:gd name="connsiteY80" fmla="*/ 26088 h 955271"/>
              <a:gd name="connsiteX81" fmla="*/ 5741575 w 5741575"/>
              <a:gd name="connsiteY81" fmla="*/ 0 h 955271"/>
              <a:gd name="connsiteX0" fmla="*/ 5741575 w 5741575"/>
              <a:gd name="connsiteY0" fmla="*/ 0 h 955271"/>
              <a:gd name="connsiteX1" fmla="*/ 5741575 w 5741575"/>
              <a:gd name="connsiteY1" fmla="*/ 955271 h 955271"/>
              <a:gd name="connsiteX2" fmla="*/ 0 w 5741575"/>
              <a:gd name="connsiteY2" fmla="*/ 955271 h 955271"/>
              <a:gd name="connsiteX3" fmla="*/ 8558 w 5741575"/>
              <a:gd name="connsiteY3" fmla="*/ 953971 h 955271"/>
              <a:gd name="connsiteX4" fmla="*/ 16894 w 5741575"/>
              <a:gd name="connsiteY4" fmla="*/ 953847 h 955271"/>
              <a:gd name="connsiteX5" fmla="*/ 28156 w 5741575"/>
              <a:gd name="connsiteY5" fmla="*/ 951374 h 955271"/>
              <a:gd name="connsiteX6" fmla="*/ 28293 w 5741575"/>
              <a:gd name="connsiteY6" fmla="*/ 950971 h 955271"/>
              <a:gd name="connsiteX7" fmla="*/ 59229 w 5741575"/>
              <a:gd name="connsiteY7" fmla="*/ 903950 h 955271"/>
              <a:gd name="connsiteX8" fmla="*/ 148657 w 5741575"/>
              <a:gd name="connsiteY8" fmla="*/ 898134 h 955271"/>
              <a:gd name="connsiteX9" fmla="*/ 174554 w 5741575"/>
              <a:gd name="connsiteY9" fmla="*/ 886351 h 955271"/>
              <a:gd name="connsiteX10" fmla="*/ 187633 w 5741575"/>
              <a:gd name="connsiteY10" fmla="*/ 878226 h 955271"/>
              <a:gd name="connsiteX11" fmla="*/ 187961 w 5741575"/>
              <a:gd name="connsiteY11" fmla="*/ 876538 h 955271"/>
              <a:gd name="connsiteX12" fmla="*/ 240501 w 5741575"/>
              <a:gd name="connsiteY12" fmla="*/ 873150 h 955271"/>
              <a:gd name="connsiteX13" fmla="*/ 246345 w 5741575"/>
              <a:gd name="connsiteY13" fmla="*/ 869942 h 955271"/>
              <a:gd name="connsiteX14" fmla="*/ 306299 w 5741575"/>
              <a:gd name="connsiteY14" fmla="*/ 873609 h 955271"/>
              <a:gd name="connsiteX15" fmla="*/ 331571 w 5741575"/>
              <a:gd name="connsiteY15" fmla="*/ 869866 h 955271"/>
              <a:gd name="connsiteX16" fmla="*/ 384157 w 5741575"/>
              <a:gd name="connsiteY16" fmla="*/ 867971 h 955271"/>
              <a:gd name="connsiteX17" fmla="*/ 477637 w 5741575"/>
              <a:gd name="connsiteY17" fmla="*/ 870334 h 955271"/>
              <a:gd name="connsiteX18" fmla="*/ 570239 w 5741575"/>
              <a:gd name="connsiteY18" fmla="*/ 829596 h 955271"/>
              <a:gd name="connsiteX19" fmla="*/ 772070 w 5741575"/>
              <a:gd name="connsiteY19" fmla="*/ 820296 h 955271"/>
              <a:gd name="connsiteX20" fmla="*/ 948872 w 5741575"/>
              <a:gd name="connsiteY20" fmla="*/ 772201 h 955271"/>
              <a:gd name="connsiteX21" fmla="*/ 1127089 w 5741575"/>
              <a:gd name="connsiteY21" fmla="*/ 746926 h 955271"/>
              <a:gd name="connsiteX22" fmla="*/ 1226314 w 5741575"/>
              <a:gd name="connsiteY22" fmla="*/ 722473 h 955271"/>
              <a:gd name="connsiteX23" fmla="*/ 1278773 w 5741575"/>
              <a:gd name="connsiteY23" fmla="*/ 711503 h 955271"/>
              <a:gd name="connsiteX24" fmla="*/ 1317691 w 5741575"/>
              <a:gd name="connsiteY24" fmla="*/ 708529 h 955271"/>
              <a:gd name="connsiteX25" fmla="*/ 1360404 w 5741575"/>
              <a:gd name="connsiteY25" fmla="*/ 675922 h 955271"/>
              <a:gd name="connsiteX26" fmla="*/ 1412292 w 5741575"/>
              <a:gd name="connsiteY26" fmla="*/ 670793 h 955271"/>
              <a:gd name="connsiteX27" fmla="*/ 1494753 w 5741575"/>
              <a:gd name="connsiteY27" fmla="*/ 644686 h 955271"/>
              <a:gd name="connsiteX28" fmla="*/ 1616217 w 5741575"/>
              <a:gd name="connsiteY28" fmla="*/ 622107 h 955271"/>
              <a:gd name="connsiteX29" fmla="*/ 1710928 w 5741575"/>
              <a:gd name="connsiteY29" fmla="*/ 600666 h 955271"/>
              <a:gd name="connsiteX30" fmla="*/ 1743718 w 5741575"/>
              <a:gd name="connsiteY30" fmla="*/ 584327 h 955271"/>
              <a:gd name="connsiteX31" fmla="*/ 1873778 w 5741575"/>
              <a:gd name="connsiteY31" fmla="*/ 530130 h 955271"/>
              <a:gd name="connsiteX32" fmla="*/ 1988411 w 5741575"/>
              <a:gd name="connsiteY32" fmla="*/ 491599 h 955271"/>
              <a:gd name="connsiteX33" fmla="*/ 2085507 w 5741575"/>
              <a:gd name="connsiteY33" fmla="*/ 498527 h 955271"/>
              <a:gd name="connsiteX34" fmla="*/ 2090767 w 5741575"/>
              <a:gd name="connsiteY34" fmla="*/ 490616 h 955271"/>
              <a:gd name="connsiteX35" fmla="*/ 2151143 w 5741575"/>
              <a:gd name="connsiteY35" fmla="*/ 478332 h 955271"/>
              <a:gd name="connsiteX36" fmla="*/ 2378710 w 5741575"/>
              <a:gd name="connsiteY36" fmla="*/ 477570 h 955271"/>
              <a:gd name="connsiteX37" fmla="*/ 2496256 w 5741575"/>
              <a:gd name="connsiteY37" fmla="*/ 452396 h 955271"/>
              <a:gd name="connsiteX38" fmla="*/ 2535387 w 5741575"/>
              <a:gd name="connsiteY38" fmla="*/ 436645 h 955271"/>
              <a:gd name="connsiteX39" fmla="*/ 2601109 w 5741575"/>
              <a:gd name="connsiteY39" fmla="*/ 410678 h 955271"/>
              <a:gd name="connsiteX40" fmla="*/ 2643855 w 5741575"/>
              <a:gd name="connsiteY40" fmla="*/ 374482 h 955271"/>
              <a:gd name="connsiteX41" fmla="*/ 2657726 w 5741575"/>
              <a:gd name="connsiteY41" fmla="*/ 365841 h 955271"/>
              <a:gd name="connsiteX42" fmla="*/ 2687125 w 5741575"/>
              <a:gd name="connsiteY42" fmla="*/ 366820 h 955271"/>
              <a:gd name="connsiteX43" fmla="*/ 2697479 w 5741575"/>
              <a:gd name="connsiteY43" fmla="*/ 361430 h 955271"/>
              <a:gd name="connsiteX44" fmla="*/ 2731718 w 5741575"/>
              <a:gd name="connsiteY44" fmla="*/ 361545 h 955271"/>
              <a:gd name="connsiteX45" fmla="*/ 2777227 w 5741575"/>
              <a:gd name="connsiteY45" fmla="*/ 368972 h 955271"/>
              <a:gd name="connsiteX46" fmla="*/ 2824768 w 5741575"/>
              <a:gd name="connsiteY46" fmla="*/ 361652 h 955271"/>
              <a:gd name="connsiteX47" fmla="*/ 2885545 w 5741575"/>
              <a:gd name="connsiteY47" fmla="*/ 372818 h 955271"/>
              <a:gd name="connsiteX48" fmla="*/ 3009558 w 5741575"/>
              <a:gd name="connsiteY48" fmla="*/ 370573 h 955271"/>
              <a:gd name="connsiteX49" fmla="*/ 3095010 w 5741575"/>
              <a:gd name="connsiteY49" fmla="*/ 332454 h 955271"/>
              <a:gd name="connsiteX50" fmla="*/ 3103742 w 5741575"/>
              <a:gd name="connsiteY50" fmla="*/ 337974 h 955271"/>
              <a:gd name="connsiteX51" fmla="*/ 3165093 w 5741575"/>
              <a:gd name="connsiteY51" fmla="*/ 329459 h 955271"/>
              <a:gd name="connsiteX52" fmla="*/ 3373785 w 5741575"/>
              <a:gd name="connsiteY52" fmla="*/ 255680 h 955271"/>
              <a:gd name="connsiteX53" fmla="*/ 3493851 w 5741575"/>
              <a:gd name="connsiteY53" fmla="*/ 240255 h 955271"/>
              <a:gd name="connsiteX54" fmla="*/ 3537470 w 5741575"/>
              <a:gd name="connsiteY54" fmla="*/ 241867 h 955271"/>
              <a:gd name="connsiteX55" fmla="*/ 3610489 w 5741575"/>
              <a:gd name="connsiteY55" fmla="*/ 244128 h 955271"/>
              <a:gd name="connsiteX56" fmla="*/ 3667539 w 5741575"/>
              <a:gd name="connsiteY56" fmla="*/ 263271 h 955271"/>
              <a:gd name="connsiteX57" fmla="*/ 3727614 w 5741575"/>
              <a:gd name="connsiteY57" fmla="*/ 258245 h 955271"/>
              <a:gd name="connsiteX58" fmla="*/ 3738369 w 5741575"/>
              <a:gd name="connsiteY58" fmla="*/ 234506 h 955271"/>
              <a:gd name="connsiteX59" fmla="*/ 3803670 w 5741575"/>
              <a:gd name="connsiteY59" fmla="*/ 236457 h 955271"/>
              <a:gd name="connsiteX60" fmla="*/ 3903080 w 5741575"/>
              <a:gd name="connsiteY60" fmla="*/ 241890 h 955271"/>
              <a:gd name="connsiteX61" fmla="*/ 4114838 w 5741575"/>
              <a:gd name="connsiteY61" fmla="*/ 238165 h 955271"/>
              <a:gd name="connsiteX62" fmla="*/ 4271023 w 5741575"/>
              <a:gd name="connsiteY62" fmla="*/ 241959 h 955271"/>
              <a:gd name="connsiteX63" fmla="*/ 4367397 w 5741575"/>
              <a:gd name="connsiteY63" fmla="*/ 271442 h 955271"/>
              <a:gd name="connsiteX64" fmla="*/ 4495366 w 5741575"/>
              <a:gd name="connsiteY64" fmla="*/ 271618 h 955271"/>
              <a:gd name="connsiteX65" fmla="*/ 4517347 w 5741575"/>
              <a:gd name="connsiteY65" fmla="*/ 275639 h 955271"/>
              <a:gd name="connsiteX66" fmla="*/ 4546116 w 5741575"/>
              <a:gd name="connsiteY66" fmla="*/ 268568 h 955271"/>
              <a:gd name="connsiteX67" fmla="*/ 4661259 w 5741575"/>
              <a:gd name="connsiteY67" fmla="*/ 238966 h 955271"/>
              <a:gd name="connsiteX68" fmla="*/ 4750403 w 5741575"/>
              <a:gd name="connsiteY68" fmla="*/ 204364 h 955271"/>
              <a:gd name="connsiteX69" fmla="*/ 4867614 w 5741575"/>
              <a:gd name="connsiteY69" fmla="*/ 208668 h 955271"/>
              <a:gd name="connsiteX70" fmla="*/ 4937036 w 5741575"/>
              <a:gd name="connsiteY70" fmla="*/ 195446 h 955271"/>
              <a:gd name="connsiteX71" fmla="*/ 5047626 w 5741575"/>
              <a:gd name="connsiteY71" fmla="*/ 149604 h 955271"/>
              <a:gd name="connsiteX72" fmla="*/ 5200247 w 5741575"/>
              <a:gd name="connsiteY72" fmla="*/ 142695 h 955271"/>
              <a:gd name="connsiteX73" fmla="*/ 5235691 w 5741575"/>
              <a:gd name="connsiteY73" fmla="*/ 173330 h 955271"/>
              <a:gd name="connsiteX74" fmla="*/ 5291963 w 5741575"/>
              <a:gd name="connsiteY74" fmla="*/ 139446 h 955271"/>
              <a:gd name="connsiteX75" fmla="*/ 5418472 w 5741575"/>
              <a:gd name="connsiteY75" fmla="*/ 89163 h 955271"/>
              <a:gd name="connsiteX76" fmla="*/ 5482354 w 5741575"/>
              <a:gd name="connsiteY76" fmla="*/ 69470 h 955271"/>
              <a:gd name="connsiteX77" fmla="*/ 5583280 w 5741575"/>
              <a:gd name="connsiteY77" fmla="*/ 49787 h 955271"/>
              <a:gd name="connsiteX78" fmla="*/ 5613766 w 5741575"/>
              <a:gd name="connsiteY78" fmla="*/ 41855 h 955271"/>
              <a:gd name="connsiteX79" fmla="*/ 5684952 w 5741575"/>
              <a:gd name="connsiteY79" fmla="*/ 26088 h 955271"/>
              <a:gd name="connsiteX80" fmla="*/ 5741575 w 5741575"/>
              <a:gd name="connsiteY80" fmla="*/ 0 h 955271"/>
              <a:gd name="connsiteX0" fmla="*/ 5741575 w 5741575"/>
              <a:gd name="connsiteY0" fmla="*/ 0 h 955271"/>
              <a:gd name="connsiteX1" fmla="*/ 5741575 w 5741575"/>
              <a:gd name="connsiteY1" fmla="*/ 955271 h 955271"/>
              <a:gd name="connsiteX2" fmla="*/ 0 w 5741575"/>
              <a:gd name="connsiteY2" fmla="*/ 955271 h 955271"/>
              <a:gd name="connsiteX3" fmla="*/ 8558 w 5741575"/>
              <a:gd name="connsiteY3" fmla="*/ 953971 h 955271"/>
              <a:gd name="connsiteX4" fmla="*/ 16894 w 5741575"/>
              <a:gd name="connsiteY4" fmla="*/ 953847 h 955271"/>
              <a:gd name="connsiteX5" fmla="*/ 28156 w 5741575"/>
              <a:gd name="connsiteY5" fmla="*/ 951374 h 955271"/>
              <a:gd name="connsiteX6" fmla="*/ 28293 w 5741575"/>
              <a:gd name="connsiteY6" fmla="*/ 950971 h 955271"/>
              <a:gd name="connsiteX7" fmla="*/ 59229 w 5741575"/>
              <a:gd name="connsiteY7" fmla="*/ 903950 h 955271"/>
              <a:gd name="connsiteX8" fmla="*/ 148657 w 5741575"/>
              <a:gd name="connsiteY8" fmla="*/ 898134 h 955271"/>
              <a:gd name="connsiteX9" fmla="*/ 174554 w 5741575"/>
              <a:gd name="connsiteY9" fmla="*/ 886351 h 955271"/>
              <a:gd name="connsiteX10" fmla="*/ 187633 w 5741575"/>
              <a:gd name="connsiteY10" fmla="*/ 878226 h 955271"/>
              <a:gd name="connsiteX11" fmla="*/ 187961 w 5741575"/>
              <a:gd name="connsiteY11" fmla="*/ 876538 h 955271"/>
              <a:gd name="connsiteX12" fmla="*/ 240501 w 5741575"/>
              <a:gd name="connsiteY12" fmla="*/ 873150 h 955271"/>
              <a:gd name="connsiteX13" fmla="*/ 246345 w 5741575"/>
              <a:gd name="connsiteY13" fmla="*/ 869942 h 955271"/>
              <a:gd name="connsiteX14" fmla="*/ 306299 w 5741575"/>
              <a:gd name="connsiteY14" fmla="*/ 873609 h 955271"/>
              <a:gd name="connsiteX15" fmla="*/ 331571 w 5741575"/>
              <a:gd name="connsiteY15" fmla="*/ 869866 h 955271"/>
              <a:gd name="connsiteX16" fmla="*/ 384157 w 5741575"/>
              <a:gd name="connsiteY16" fmla="*/ 867971 h 955271"/>
              <a:gd name="connsiteX17" fmla="*/ 477637 w 5741575"/>
              <a:gd name="connsiteY17" fmla="*/ 870334 h 955271"/>
              <a:gd name="connsiteX18" fmla="*/ 570239 w 5741575"/>
              <a:gd name="connsiteY18" fmla="*/ 829596 h 955271"/>
              <a:gd name="connsiteX19" fmla="*/ 772070 w 5741575"/>
              <a:gd name="connsiteY19" fmla="*/ 820296 h 955271"/>
              <a:gd name="connsiteX20" fmla="*/ 948872 w 5741575"/>
              <a:gd name="connsiteY20" fmla="*/ 772201 h 955271"/>
              <a:gd name="connsiteX21" fmla="*/ 1127089 w 5741575"/>
              <a:gd name="connsiteY21" fmla="*/ 746926 h 955271"/>
              <a:gd name="connsiteX22" fmla="*/ 1226314 w 5741575"/>
              <a:gd name="connsiteY22" fmla="*/ 722473 h 955271"/>
              <a:gd name="connsiteX23" fmla="*/ 1278773 w 5741575"/>
              <a:gd name="connsiteY23" fmla="*/ 711503 h 955271"/>
              <a:gd name="connsiteX24" fmla="*/ 1317691 w 5741575"/>
              <a:gd name="connsiteY24" fmla="*/ 708529 h 955271"/>
              <a:gd name="connsiteX25" fmla="*/ 1360404 w 5741575"/>
              <a:gd name="connsiteY25" fmla="*/ 675922 h 955271"/>
              <a:gd name="connsiteX26" fmla="*/ 1412292 w 5741575"/>
              <a:gd name="connsiteY26" fmla="*/ 670793 h 955271"/>
              <a:gd name="connsiteX27" fmla="*/ 1494753 w 5741575"/>
              <a:gd name="connsiteY27" fmla="*/ 644686 h 955271"/>
              <a:gd name="connsiteX28" fmla="*/ 1616217 w 5741575"/>
              <a:gd name="connsiteY28" fmla="*/ 622107 h 955271"/>
              <a:gd name="connsiteX29" fmla="*/ 1710928 w 5741575"/>
              <a:gd name="connsiteY29" fmla="*/ 600666 h 955271"/>
              <a:gd name="connsiteX30" fmla="*/ 1743718 w 5741575"/>
              <a:gd name="connsiteY30" fmla="*/ 584327 h 955271"/>
              <a:gd name="connsiteX31" fmla="*/ 1873778 w 5741575"/>
              <a:gd name="connsiteY31" fmla="*/ 530130 h 955271"/>
              <a:gd name="connsiteX32" fmla="*/ 1988411 w 5741575"/>
              <a:gd name="connsiteY32" fmla="*/ 491599 h 955271"/>
              <a:gd name="connsiteX33" fmla="*/ 2085507 w 5741575"/>
              <a:gd name="connsiteY33" fmla="*/ 498527 h 955271"/>
              <a:gd name="connsiteX34" fmla="*/ 2090767 w 5741575"/>
              <a:gd name="connsiteY34" fmla="*/ 490616 h 955271"/>
              <a:gd name="connsiteX35" fmla="*/ 2151143 w 5741575"/>
              <a:gd name="connsiteY35" fmla="*/ 478332 h 955271"/>
              <a:gd name="connsiteX36" fmla="*/ 2378710 w 5741575"/>
              <a:gd name="connsiteY36" fmla="*/ 477570 h 955271"/>
              <a:gd name="connsiteX37" fmla="*/ 2496256 w 5741575"/>
              <a:gd name="connsiteY37" fmla="*/ 452396 h 955271"/>
              <a:gd name="connsiteX38" fmla="*/ 2535387 w 5741575"/>
              <a:gd name="connsiteY38" fmla="*/ 436645 h 955271"/>
              <a:gd name="connsiteX39" fmla="*/ 2601109 w 5741575"/>
              <a:gd name="connsiteY39" fmla="*/ 410678 h 955271"/>
              <a:gd name="connsiteX40" fmla="*/ 2643855 w 5741575"/>
              <a:gd name="connsiteY40" fmla="*/ 374482 h 955271"/>
              <a:gd name="connsiteX41" fmla="*/ 2657726 w 5741575"/>
              <a:gd name="connsiteY41" fmla="*/ 365841 h 955271"/>
              <a:gd name="connsiteX42" fmla="*/ 2687125 w 5741575"/>
              <a:gd name="connsiteY42" fmla="*/ 366820 h 955271"/>
              <a:gd name="connsiteX43" fmla="*/ 2697479 w 5741575"/>
              <a:gd name="connsiteY43" fmla="*/ 361430 h 955271"/>
              <a:gd name="connsiteX44" fmla="*/ 2731718 w 5741575"/>
              <a:gd name="connsiteY44" fmla="*/ 361545 h 955271"/>
              <a:gd name="connsiteX45" fmla="*/ 2777227 w 5741575"/>
              <a:gd name="connsiteY45" fmla="*/ 368972 h 955271"/>
              <a:gd name="connsiteX46" fmla="*/ 2824768 w 5741575"/>
              <a:gd name="connsiteY46" fmla="*/ 361652 h 955271"/>
              <a:gd name="connsiteX47" fmla="*/ 2885545 w 5741575"/>
              <a:gd name="connsiteY47" fmla="*/ 372818 h 955271"/>
              <a:gd name="connsiteX48" fmla="*/ 3009558 w 5741575"/>
              <a:gd name="connsiteY48" fmla="*/ 370573 h 955271"/>
              <a:gd name="connsiteX49" fmla="*/ 3095010 w 5741575"/>
              <a:gd name="connsiteY49" fmla="*/ 332454 h 955271"/>
              <a:gd name="connsiteX50" fmla="*/ 3103742 w 5741575"/>
              <a:gd name="connsiteY50" fmla="*/ 337974 h 955271"/>
              <a:gd name="connsiteX51" fmla="*/ 3165093 w 5741575"/>
              <a:gd name="connsiteY51" fmla="*/ 329459 h 955271"/>
              <a:gd name="connsiteX52" fmla="*/ 3373785 w 5741575"/>
              <a:gd name="connsiteY52" fmla="*/ 255680 h 955271"/>
              <a:gd name="connsiteX53" fmla="*/ 3493851 w 5741575"/>
              <a:gd name="connsiteY53" fmla="*/ 240255 h 955271"/>
              <a:gd name="connsiteX54" fmla="*/ 3537470 w 5741575"/>
              <a:gd name="connsiteY54" fmla="*/ 241867 h 955271"/>
              <a:gd name="connsiteX55" fmla="*/ 3610489 w 5741575"/>
              <a:gd name="connsiteY55" fmla="*/ 244128 h 955271"/>
              <a:gd name="connsiteX56" fmla="*/ 3667539 w 5741575"/>
              <a:gd name="connsiteY56" fmla="*/ 263271 h 955271"/>
              <a:gd name="connsiteX57" fmla="*/ 3727614 w 5741575"/>
              <a:gd name="connsiteY57" fmla="*/ 258245 h 955271"/>
              <a:gd name="connsiteX58" fmla="*/ 3738369 w 5741575"/>
              <a:gd name="connsiteY58" fmla="*/ 234506 h 955271"/>
              <a:gd name="connsiteX59" fmla="*/ 3803670 w 5741575"/>
              <a:gd name="connsiteY59" fmla="*/ 236457 h 955271"/>
              <a:gd name="connsiteX60" fmla="*/ 3903080 w 5741575"/>
              <a:gd name="connsiteY60" fmla="*/ 241890 h 955271"/>
              <a:gd name="connsiteX61" fmla="*/ 4114838 w 5741575"/>
              <a:gd name="connsiteY61" fmla="*/ 238165 h 955271"/>
              <a:gd name="connsiteX62" fmla="*/ 4271023 w 5741575"/>
              <a:gd name="connsiteY62" fmla="*/ 241959 h 955271"/>
              <a:gd name="connsiteX63" fmla="*/ 4367397 w 5741575"/>
              <a:gd name="connsiteY63" fmla="*/ 271442 h 955271"/>
              <a:gd name="connsiteX64" fmla="*/ 4495366 w 5741575"/>
              <a:gd name="connsiteY64" fmla="*/ 271618 h 955271"/>
              <a:gd name="connsiteX65" fmla="*/ 4517347 w 5741575"/>
              <a:gd name="connsiteY65" fmla="*/ 275639 h 955271"/>
              <a:gd name="connsiteX66" fmla="*/ 4546116 w 5741575"/>
              <a:gd name="connsiteY66" fmla="*/ 268568 h 955271"/>
              <a:gd name="connsiteX67" fmla="*/ 4661259 w 5741575"/>
              <a:gd name="connsiteY67" fmla="*/ 238966 h 955271"/>
              <a:gd name="connsiteX68" fmla="*/ 4750403 w 5741575"/>
              <a:gd name="connsiteY68" fmla="*/ 204364 h 955271"/>
              <a:gd name="connsiteX69" fmla="*/ 4867614 w 5741575"/>
              <a:gd name="connsiteY69" fmla="*/ 208668 h 955271"/>
              <a:gd name="connsiteX70" fmla="*/ 4937036 w 5741575"/>
              <a:gd name="connsiteY70" fmla="*/ 195446 h 955271"/>
              <a:gd name="connsiteX71" fmla="*/ 5047626 w 5741575"/>
              <a:gd name="connsiteY71" fmla="*/ 149604 h 955271"/>
              <a:gd name="connsiteX72" fmla="*/ 5200247 w 5741575"/>
              <a:gd name="connsiteY72" fmla="*/ 142695 h 955271"/>
              <a:gd name="connsiteX73" fmla="*/ 5291963 w 5741575"/>
              <a:gd name="connsiteY73" fmla="*/ 139446 h 955271"/>
              <a:gd name="connsiteX74" fmla="*/ 5418472 w 5741575"/>
              <a:gd name="connsiteY74" fmla="*/ 89163 h 955271"/>
              <a:gd name="connsiteX75" fmla="*/ 5482354 w 5741575"/>
              <a:gd name="connsiteY75" fmla="*/ 69470 h 955271"/>
              <a:gd name="connsiteX76" fmla="*/ 5583280 w 5741575"/>
              <a:gd name="connsiteY76" fmla="*/ 49787 h 955271"/>
              <a:gd name="connsiteX77" fmla="*/ 5613766 w 5741575"/>
              <a:gd name="connsiteY77" fmla="*/ 41855 h 955271"/>
              <a:gd name="connsiteX78" fmla="*/ 5684952 w 5741575"/>
              <a:gd name="connsiteY78" fmla="*/ 26088 h 955271"/>
              <a:gd name="connsiteX79" fmla="*/ 5741575 w 5741575"/>
              <a:gd name="connsiteY79" fmla="*/ 0 h 955271"/>
              <a:gd name="connsiteX0" fmla="*/ 5741575 w 5741575"/>
              <a:gd name="connsiteY0" fmla="*/ 0 h 955271"/>
              <a:gd name="connsiteX1" fmla="*/ 5741575 w 5741575"/>
              <a:gd name="connsiteY1" fmla="*/ 955271 h 955271"/>
              <a:gd name="connsiteX2" fmla="*/ 0 w 5741575"/>
              <a:gd name="connsiteY2" fmla="*/ 955271 h 955271"/>
              <a:gd name="connsiteX3" fmla="*/ 8558 w 5741575"/>
              <a:gd name="connsiteY3" fmla="*/ 953971 h 955271"/>
              <a:gd name="connsiteX4" fmla="*/ 16894 w 5741575"/>
              <a:gd name="connsiteY4" fmla="*/ 953847 h 955271"/>
              <a:gd name="connsiteX5" fmla="*/ 28156 w 5741575"/>
              <a:gd name="connsiteY5" fmla="*/ 951374 h 955271"/>
              <a:gd name="connsiteX6" fmla="*/ 28293 w 5741575"/>
              <a:gd name="connsiteY6" fmla="*/ 950971 h 955271"/>
              <a:gd name="connsiteX7" fmla="*/ 59229 w 5741575"/>
              <a:gd name="connsiteY7" fmla="*/ 903950 h 955271"/>
              <a:gd name="connsiteX8" fmla="*/ 148657 w 5741575"/>
              <a:gd name="connsiteY8" fmla="*/ 898134 h 955271"/>
              <a:gd name="connsiteX9" fmla="*/ 174554 w 5741575"/>
              <a:gd name="connsiteY9" fmla="*/ 886351 h 955271"/>
              <a:gd name="connsiteX10" fmla="*/ 187633 w 5741575"/>
              <a:gd name="connsiteY10" fmla="*/ 878226 h 955271"/>
              <a:gd name="connsiteX11" fmla="*/ 187961 w 5741575"/>
              <a:gd name="connsiteY11" fmla="*/ 876538 h 955271"/>
              <a:gd name="connsiteX12" fmla="*/ 240501 w 5741575"/>
              <a:gd name="connsiteY12" fmla="*/ 873150 h 955271"/>
              <a:gd name="connsiteX13" fmla="*/ 246345 w 5741575"/>
              <a:gd name="connsiteY13" fmla="*/ 869942 h 955271"/>
              <a:gd name="connsiteX14" fmla="*/ 306299 w 5741575"/>
              <a:gd name="connsiteY14" fmla="*/ 873609 h 955271"/>
              <a:gd name="connsiteX15" fmla="*/ 331571 w 5741575"/>
              <a:gd name="connsiteY15" fmla="*/ 869866 h 955271"/>
              <a:gd name="connsiteX16" fmla="*/ 384157 w 5741575"/>
              <a:gd name="connsiteY16" fmla="*/ 867971 h 955271"/>
              <a:gd name="connsiteX17" fmla="*/ 477637 w 5741575"/>
              <a:gd name="connsiteY17" fmla="*/ 870334 h 955271"/>
              <a:gd name="connsiteX18" fmla="*/ 570239 w 5741575"/>
              <a:gd name="connsiteY18" fmla="*/ 829596 h 955271"/>
              <a:gd name="connsiteX19" fmla="*/ 772070 w 5741575"/>
              <a:gd name="connsiteY19" fmla="*/ 820296 h 955271"/>
              <a:gd name="connsiteX20" fmla="*/ 948872 w 5741575"/>
              <a:gd name="connsiteY20" fmla="*/ 772201 h 955271"/>
              <a:gd name="connsiteX21" fmla="*/ 1127089 w 5741575"/>
              <a:gd name="connsiteY21" fmla="*/ 746926 h 955271"/>
              <a:gd name="connsiteX22" fmla="*/ 1226314 w 5741575"/>
              <a:gd name="connsiteY22" fmla="*/ 722473 h 955271"/>
              <a:gd name="connsiteX23" fmla="*/ 1278773 w 5741575"/>
              <a:gd name="connsiteY23" fmla="*/ 711503 h 955271"/>
              <a:gd name="connsiteX24" fmla="*/ 1317691 w 5741575"/>
              <a:gd name="connsiteY24" fmla="*/ 708529 h 955271"/>
              <a:gd name="connsiteX25" fmla="*/ 1360404 w 5741575"/>
              <a:gd name="connsiteY25" fmla="*/ 675922 h 955271"/>
              <a:gd name="connsiteX26" fmla="*/ 1412292 w 5741575"/>
              <a:gd name="connsiteY26" fmla="*/ 670793 h 955271"/>
              <a:gd name="connsiteX27" fmla="*/ 1494753 w 5741575"/>
              <a:gd name="connsiteY27" fmla="*/ 644686 h 955271"/>
              <a:gd name="connsiteX28" fmla="*/ 1616217 w 5741575"/>
              <a:gd name="connsiteY28" fmla="*/ 622107 h 955271"/>
              <a:gd name="connsiteX29" fmla="*/ 1710928 w 5741575"/>
              <a:gd name="connsiteY29" fmla="*/ 600666 h 955271"/>
              <a:gd name="connsiteX30" fmla="*/ 1743718 w 5741575"/>
              <a:gd name="connsiteY30" fmla="*/ 584327 h 955271"/>
              <a:gd name="connsiteX31" fmla="*/ 1873778 w 5741575"/>
              <a:gd name="connsiteY31" fmla="*/ 530130 h 955271"/>
              <a:gd name="connsiteX32" fmla="*/ 1988411 w 5741575"/>
              <a:gd name="connsiteY32" fmla="*/ 491599 h 955271"/>
              <a:gd name="connsiteX33" fmla="*/ 2085507 w 5741575"/>
              <a:gd name="connsiteY33" fmla="*/ 498527 h 955271"/>
              <a:gd name="connsiteX34" fmla="*/ 2090767 w 5741575"/>
              <a:gd name="connsiteY34" fmla="*/ 490616 h 955271"/>
              <a:gd name="connsiteX35" fmla="*/ 2151143 w 5741575"/>
              <a:gd name="connsiteY35" fmla="*/ 478332 h 955271"/>
              <a:gd name="connsiteX36" fmla="*/ 2378710 w 5741575"/>
              <a:gd name="connsiteY36" fmla="*/ 477570 h 955271"/>
              <a:gd name="connsiteX37" fmla="*/ 2496256 w 5741575"/>
              <a:gd name="connsiteY37" fmla="*/ 452396 h 955271"/>
              <a:gd name="connsiteX38" fmla="*/ 2535387 w 5741575"/>
              <a:gd name="connsiteY38" fmla="*/ 436645 h 955271"/>
              <a:gd name="connsiteX39" fmla="*/ 2601109 w 5741575"/>
              <a:gd name="connsiteY39" fmla="*/ 410678 h 955271"/>
              <a:gd name="connsiteX40" fmla="*/ 2643855 w 5741575"/>
              <a:gd name="connsiteY40" fmla="*/ 374482 h 955271"/>
              <a:gd name="connsiteX41" fmla="*/ 2657726 w 5741575"/>
              <a:gd name="connsiteY41" fmla="*/ 365841 h 955271"/>
              <a:gd name="connsiteX42" fmla="*/ 2687125 w 5741575"/>
              <a:gd name="connsiteY42" fmla="*/ 366820 h 955271"/>
              <a:gd name="connsiteX43" fmla="*/ 2697479 w 5741575"/>
              <a:gd name="connsiteY43" fmla="*/ 361430 h 955271"/>
              <a:gd name="connsiteX44" fmla="*/ 2731718 w 5741575"/>
              <a:gd name="connsiteY44" fmla="*/ 361545 h 955271"/>
              <a:gd name="connsiteX45" fmla="*/ 2777227 w 5741575"/>
              <a:gd name="connsiteY45" fmla="*/ 368972 h 955271"/>
              <a:gd name="connsiteX46" fmla="*/ 2824768 w 5741575"/>
              <a:gd name="connsiteY46" fmla="*/ 361652 h 955271"/>
              <a:gd name="connsiteX47" fmla="*/ 2885545 w 5741575"/>
              <a:gd name="connsiteY47" fmla="*/ 372818 h 955271"/>
              <a:gd name="connsiteX48" fmla="*/ 3009558 w 5741575"/>
              <a:gd name="connsiteY48" fmla="*/ 370573 h 955271"/>
              <a:gd name="connsiteX49" fmla="*/ 3095010 w 5741575"/>
              <a:gd name="connsiteY49" fmla="*/ 332454 h 955271"/>
              <a:gd name="connsiteX50" fmla="*/ 3103742 w 5741575"/>
              <a:gd name="connsiteY50" fmla="*/ 337974 h 955271"/>
              <a:gd name="connsiteX51" fmla="*/ 3165093 w 5741575"/>
              <a:gd name="connsiteY51" fmla="*/ 329459 h 955271"/>
              <a:gd name="connsiteX52" fmla="*/ 3373785 w 5741575"/>
              <a:gd name="connsiteY52" fmla="*/ 255680 h 955271"/>
              <a:gd name="connsiteX53" fmla="*/ 3493851 w 5741575"/>
              <a:gd name="connsiteY53" fmla="*/ 240255 h 955271"/>
              <a:gd name="connsiteX54" fmla="*/ 3537470 w 5741575"/>
              <a:gd name="connsiteY54" fmla="*/ 241867 h 955271"/>
              <a:gd name="connsiteX55" fmla="*/ 3610489 w 5741575"/>
              <a:gd name="connsiteY55" fmla="*/ 244128 h 955271"/>
              <a:gd name="connsiteX56" fmla="*/ 3667539 w 5741575"/>
              <a:gd name="connsiteY56" fmla="*/ 263271 h 955271"/>
              <a:gd name="connsiteX57" fmla="*/ 3727614 w 5741575"/>
              <a:gd name="connsiteY57" fmla="*/ 258245 h 955271"/>
              <a:gd name="connsiteX58" fmla="*/ 3738369 w 5741575"/>
              <a:gd name="connsiteY58" fmla="*/ 234506 h 955271"/>
              <a:gd name="connsiteX59" fmla="*/ 3803670 w 5741575"/>
              <a:gd name="connsiteY59" fmla="*/ 236457 h 955271"/>
              <a:gd name="connsiteX60" fmla="*/ 3903080 w 5741575"/>
              <a:gd name="connsiteY60" fmla="*/ 241890 h 955271"/>
              <a:gd name="connsiteX61" fmla="*/ 4114838 w 5741575"/>
              <a:gd name="connsiteY61" fmla="*/ 238165 h 955271"/>
              <a:gd name="connsiteX62" fmla="*/ 4271023 w 5741575"/>
              <a:gd name="connsiteY62" fmla="*/ 241959 h 955271"/>
              <a:gd name="connsiteX63" fmla="*/ 4367397 w 5741575"/>
              <a:gd name="connsiteY63" fmla="*/ 271442 h 955271"/>
              <a:gd name="connsiteX64" fmla="*/ 4495366 w 5741575"/>
              <a:gd name="connsiteY64" fmla="*/ 271618 h 955271"/>
              <a:gd name="connsiteX65" fmla="*/ 4517347 w 5741575"/>
              <a:gd name="connsiteY65" fmla="*/ 275639 h 955271"/>
              <a:gd name="connsiteX66" fmla="*/ 4546116 w 5741575"/>
              <a:gd name="connsiteY66" fmla="*/ 268568 h 955271"/>
              <a:gd name="connsiteX67" fmla="*/ 4661259 w 5741575"/>
              <a:gd name="connsiteY67" fmla="*/ 238966 h 955271"/>
              <a:gd name="connsiteX68" fmla="*/ 4750403 w 5741575"/>
              <a:gd name="connsiteY68" fmla="*/ 204364 h 955271"/>
              <a:gd name="connsiteX69" fmla="*/ 4867614 w 5741575"/>
              <a:gd name="connsiteY69" fmla="*/ 208668 h 955271"/>
              <a:gd name="connsiteX70" fmla="*/ 4937036 w 5741575"/>
              <a:gd name="connsiteY70" fmla="*/ 195446 h 955271"/>
              <a:gd name="connsiteX71" fmla="*/ 5067740 w 5741575"/>
              <a:gd name="connsiteY71" fmla="*/ 172293 h 955271"/>
              <a:gd name="connsiteX72" fmla="*/ 5200247 w 5741575"/>
              <a:gd name="connsiteY72" fmla="*/ 142695 h 955271"/>
              <a:gd name="connsiteX73" fmla="*/ 5291963 w 5741575"/>
              <a:gd name="connsiteY73" fmla="*/ 139446 h 955271"/>
              <a:gd name="connsiteX74" fmla="*/ 5418472 w 5741575"/>
              <a:gd name="connsiteY74" fmla="*/ 89163 h 955271"/>
              <a:gd name="connsiteX75" fmla="*/ 5482354 w 5741575"/>
              <a:gd name="connsiteY75" fmla="*/ 69470 h 955271"/>
              <a:gd name="connsiteX76" fmla="*/ 5583280 w 5741575"/>
              <a:gd name="connsiteY76" fmla="*/ 49787 h 955271"/>
              <a:gd name="connsiteX77" fmla="*/ 5613766 w 5741575"/>
              <a:gd name="connsiteY77" fmla="*/ 41855 h 955271"/>
              <a:gd name="connsiteX78" fmla="*/ 5684952 w 5741575"/>
              <a:gd name="connsiteY78" fmla="*/ 26088 h 955271"/>
              <a:gd name="connsiteX79" fmla="*/ 5741575 w 5741575"/>
              <a:gd name="connsiteY79" fmla="*/ 0 h 955271"/>
              <a:gd name="connsiteX0" fmla="*/ 5741575 w 5741575"/>
              <a:gd name="connsiteY0" fmla="*/ 0 h 955271"/>
              <a:gd name="connsiteX1" fmla="*/ 5741575 w 5741575"/>
              <a:gd name="connsiteY1" fmla="*/ 955271 h 955271"/>
              <a:gd name="connsiteX2" fmla="*/ 0 w 5741575"/>
              <a:gd name="connsiteY2" fmla="*/ 955271 h 955271"/>
              <a:gd name="connsiteX3" fmla="*/ 8558 w 5741575"/>
              <a:gd name="connsiteY3" fmla="*/ 953971 h 955271"/>
              <a:gd name="connsiteX4" fmla="*/ 16894 w 5741575"/>
              <a:gd name="connsiteY4" fmla="*/ 953847 h 955271"/>
              <a:gd name="connsiteX5" fmla="*/ 28156 w 5741575"/>
              <a:gd name="connsiteY5" fmla="*/ 951374 h 955271"/>
              <a:gd name="connsiteX6" fmla="*/ 28293 w 5741575"/>
              <a:gd name="connsiteY6" fmla="*/ 950971 h 955271"/>
              <a:gd name="connsiteX7" fmla="*/ 59229 w 5741575"/>
              <a:gd name="connsiteY7" fmla="*/ 903950 h 955271"/>
              <a:gd name="connsiteX8" fmla="*/ 148657 w 5741575"/>
              <a:gd name="connsiteY8" fmla="*/ 898134 h 955271"/>
              <a:gd name="connsiteX9" fmla="*/ 174554 w 5741575"/>
              <a:gd name="connsiteY9" fmla="*/ 886351 h 955271"/>
              <a:gd name="connsiteX10" fmla="*/ 187633 w 5741575"/>
              <a:gd name="connsiteY10" fmla="*/ 878226 h 955271"/>
              <a:gd name="connsiteX11" fmla="*/ 187961 w 5741575"/>
              <a:gd name="connsiteY11" fmla="*/ 876538 h 955271"/>
              <a:gd name="connsiteX12" fmla="*/ 240501 w 5741575"/>
              <a:gd name="connsiteY12" fmla="*/ 873150 h 955271"/>
              <a:gd name="connsiteX13" fmla="*/ 246345 w 5741575"/>
              <a:gd name="connsiteY13" fmla="*/ 869942 h 955271"/>
              <a:gd name="connsiteX14" fmla="*/ 306299 w 5741575"/>
              <a:gd name="connsiteY14" fmla="*/ 873609 h 955271"/>
              <a:gd name="connsiteX15" fmla="*/ 331571 w 5741575"/>
              <a:gd name="connsiteY15" fmla="*/ 869866 h 955271"/>
              <a:gd name="connsiteX16" fmla="*/ 384157 w 5741575"/>
              <a:gd name="connsiteY16" fmla="*/ 867971 h 955271"/>
              <a:gd name="connsiteX17" fmla="*/ 477637 w 5741575"/>
              <a:gd name="connsiteY17" fmla="*/ 870334 h 955271"/>
              <a:gd name="connsiteX18" fmla="*/ 570239 w 5741575"/>
              <a:gd name="connsiteY18" fmla="*/ 829596 h 955271"/>
              <a:gd name="connsiteX19" fmla="*/ 772070 w 5741575"/>
              <a:gd name="connsiteY19" fmla="*/ 820296 h 955271"/>
              <a:gd name="connsiteX20" fmla="*/ 948872 w 5741575"/>
              <a:gd name="connsiteY20" fmla="*/ 772201 h 955271"/>
              <a:gd name="connsiteX21" fmla="*/ 1127089 w 5741575"/>
              <a:gd name="connsiteY21" fmla="*/ 746926 h 955271"/>
              <a:gd name="connsiteX22" fmla="*/ 1226314 w 5741575"/>
              <a:gd name="connsiteY22" fmla="*/ 722473 h 955271"/>
              <a:gd name="connsiteX23" fmla="*/ 1278773 w 5741575"/>
              <a:gd name="connsiteY23" fmla="*/ 711503 h 955271"/>
              <a:gd name="connsiteX24" fmla="*/ 1317691 w 5741575"/>
              <a:gd name="connsiteY24" fmla="*/ 708529 h 955271"/>
              <a:gd name="connsiteX25" fmla="*/ 1360404 w 5741575"/>
              <a:gd name="connsiteY25" fmla="*/ 675922 h 955271"/>
              <a:gd name="connsiteX26" fmla="*/ 1412292 w 5741575"/>
              <a:gd name="connsiteY26" fmla="*/ 670793 h 955271"/>
              <a:gd name="connsiteX27" fmla="*/ 1494753 w 5741575"/>
              <a:gd name="connsiteY27" fmla="*/ 644686 h 955271"/>
              <a:gd name="connsiteX28" fmla="*/ 1616217 w 5741575"/>
              <a:gd name="connsiteY28" fmla="*/ 622107 h 955271"/>
              <a:gd name="connsiteX29" fmla="*/ 1710928 w 5741575"/>
              <a:gd name="connsiteY29" fmla="*/ 600666 h 955271"/>
              <a:gd name="connsiteX30" fmla="*/ 1743718 w 5741575"/>
              <a:gd name="connsiteY30" fmla="*/ 584327 h 955271"/>
              <a:gd name="connsiteX31" fmla="*/ 1873778 w 5741575"/>
              <a:gd name="connsiteY31" fmla="*/ 530130 h 955271"/>
              <a:gd name="connsiteX32" fmla="*/ 1988411 w 5741575"/>
              <a:gd name="connsiteY32" fmla="*/ 491599 h 955271"/>
              <a:gd name="connsiteX33" fmla="*/ 2085507 w 5741575"/>
              <a:gd name="connsiteY33" fmla="*/ 498527 h 955271"/>
              <a:gd name="connsiteX34" fmla="*/ 2090767 w 5741575"/>
              <a:gd name="connsiteY34" fmla="*/ 490616 h 955271"/>
              <a:gd name="connsiteX35" fmla="*/ 2151143 w 5741575"/>
              <a:gd name="connsiteY35" fmla="*/ 478332 h 955271"/>
              <a:gd name="connsiteX36" fmla="*/ 2378710 w 5741575"/>
              <a:gd name="connsiteY36" fmla="*/ 477570 h 955271"/>
              <a:gd name="connsiteX37" fmla="*/ 2496256 w 5741575"/>
              <a:gd name="connsiteY37" fmla="*/ 452396 h 955271"/>
              <a:gd name="connsiteX38" fmla="*/ 2535387 w 5741575"/>
              <a:gd name="connsiteY38" fmla="*/ 436645 h 955271"/>
              <a:gd name="connsiteX39" fmla="*/ 2601109 w 5741575"/>
              <a:gd name="connsiteY39" fmla="*/ 410678 h 955271"/>
              <a:gd name="connsiteX40" fmla="*/ 2643855 w 5741575"/>
              <a:gd name="connsiteY40" fmla="*/ 374482 h 955271"/>
              <a:gd name="connsiteX41" fmla="*/ 2657726 w 5741575"/>
              <a:gd name="connsiteY41" fmla="*/ 365841 h 955271"/>
              <a:gd name="connsiteX42" fmla="*/ 2687125 w 5741575"/>
              <a:gd name="connsiteY42" fmla="*/ 366820 h 955271"/>
              <a:gd name="connsiteX43" fmla="*/ 2697479 w 5741575"/>
              <a:gd name="connsiteY43" fmla="*/ 361430 h 955271"/>
              <a:gd name="connsiteX44" fmla="*/ 2731718 w 5741575"/>
              <a:gd name="connsiteY44" fmla="*/ 361545 h 955271"/>
              <a:gd name="connsiteX45" fmla="*/ 2777227 w 5741575"/>
              <a:gd name="connsiteY45" fmla="*/ 368972 h 955271"/>
              <a:gd name="connsiteX46" fmla="*/ 2824768 w 5741575"/>
              <a:gd name="connsiteY46" fmla="*/ 361652 h 955271"/>
              <a:gd name="connsiteX47" fmla="*/ 2885545 w 5741575"/>
              <a:gd name="connsiteY47" fmla="*/ 372818 h 955271"/>
              <a:gd name="connsiteX48" fmla="*/ 3009558 w 5741575"/>
              <a:gd name="connsiteY48" fmla="*/ 370573 h 955271"/>
              <a:gd name="connsiteX49" fmla="*/ 3095010 w 5741575"/>
              <a:gd name="connsiteY49" fmla="*/ 332454 h 955271"/>
              <a:gd name="connsiteX50" fmla="*/ 3103742 w 5741575"/>
              <a:gd name="connsiteY50" fmla="*/ 337974 h 955271"/>
              <a:gd name="connsiteX51" fmla="*/ 3165093 w 5741575"/>
              <a:gd name="connsiteY51" fmla="*/ 329459 h 955271"/>
              <a:gd name="connsiteX52" fmla="*/ 3373785 w 5741575"/>
              <a:gd name="connsiteY52" fmla="*/ 255680 h 955271"/>
              <a:gd name="connsiteX53" fmla="*/ 3493851 w 5741575"/>
              <a:gd name="connsiteY53" fmla="*/ 240255 h 955271"/>
              <a:gd name="connsiteX54" fmla="*/ 3537470 w 5741575"/>
              <a:gd name="connsiteY54" fmla="*/ 241867 h 955271"/>
              <a:gd name="connsiteX55" fmla="*/ 3610489 w 5741575"/>
              <a:gd name="connsiteY55" fmla="*/ 244128 h 955271"/>
              <a:gd name="connsiteX56" fmla="*/ 3667539 w 5741575"/>
              <a:gd name="connsiteY56" fmla="*/ 263271 h 955271"/>
              <a:gd name="connsiteX57" fmla="*/ 3727614 w 5741575"/>
              <a:gd name="connsiteY57" fmla="*/ 258245 h 955271"/>
              <a:gd name="connsiteX58" fmla="*/ 3738369 w 5741575"/>
              <a:gd name="connsiteY58" fmla="*/ 234506 h 955271"/>
              <a:gd name="connsiteX59" fmla="*/ 3803670 w 5741575"/>
              <a:gd name="connsiteY59" fmla="*/ 236457 h 955271"/>
              <a:gd name="connsiteX60" fmla="*/ 3903080 w 5741575"/>
              <a:gd name="connsiteY60" fmla="*/ 241890 h 955271"/>
              <a:gd name="connsiteX61" fmla="*/ 4114838 w 5741575"/>
              <a:gd name="connsiteY61" fmla="*/ 238165 h 955271"/>
              <a:gd name="connsiteX62" fmla="*/ 4271023 w 5741575"/>
              <a:gd name="connsiteY62" fmla="*/ 241959 h 955271"/>
              <a:gd name="connsiteX63" fmla="*/ 4367397 w 5741575"/>
              <a:gd name="connsiteY63" fmla="*/ 271442 h 955271"/>
              <a:gd name="connsiteX64" fmla="*/ 4495366 w 5741575"/>
              <a:gd name="connsiteY64" fmla="*/ 271618 h 955271"/>
              <a:gd name="connsiteX65" fmla="*/ 4517347 w 5741575"/>
              <a:gd name="connsiteY65" fmla="*/ 275639 h 955271"/>
              <a:gd name="connsiteX66" fmla="*/ 4546116 w 5741575"/>
              <a:gd name="connsiteY66" fmla="*/ 268568 h 955271"/>
              <a:gd name="connsiteX67" fmla="*/ 4661259 w 5741575"/>
              <a:gd name="connsiteY67" fmla="*/ 238966 h 955271"/>
              <a:gd name="connsiteX68" fmla="*/ 4750403 w 5741575"/>
              <a:gd name="connsiteY68" fmla="*/ 204364 h 955271"/>
              <a:gd name="connsiteX69" fmla="*/ 4867614 w 5741575"/>
              <a:gd name="connsiteY69" fmla="*/ 208668 h 955271"/>
              <a:gd name="connsiteX70" fmla="*/ 4937036 w 5741575"/>
              <a:gd name="connsiteY70" fmla="*/ 195446 h 955271"/>
              <a:gd name="connsiteX71" fmla="*/ 5067740 w 5741575"/>
              <a:gd name="connsiteY71" fmla="*/ 172293 h 955271"/>
              <a:gd name="connsiteX72" fmla="*/ 5200247 w 5741575"/>
              <a:gd name="connsiteY72" fmla="*/ 142695 h 955271"/>
              <a:gd name="connsiteX73" fmla="*/ 5291963 w 5741575"/>
              <a:gd name="connsiteY73" fmla="*/ 139446 h 955271"/>
              <a:gd name="connsiteX74" fmla="*/ 5418472 w 5741575"/>
              <a:gd name="connsiteY74" fmla="*/ 89163 h 955271"/>
              <a:gd name="connsiteX75" fmla="*/ 5482354 w 5741575"/>
              <a:gd name="connsiteY75" fmla="*/ 69470 h 955271"/>
              <a:gd name="connsiteX76" fmla="*/ 5583280 w 5741575"/>
              <a:gd name="connsiteY76" fmla="*/ 49787 h 955271"/>
              <a:gd name="connsiteX77" fmla="*/ 5613766 w 5741575"/>
              <a:gd name="connsiteY77" fmla="*/ 41855 h 955271"/>
              <a:gd name="connsiteX78" fmla="*/ 5684952 w 5741575"/>
              <a:gd name="connsiteY78" fmla="*/ 26088 h 955271"/>
              <a:gd name="connsiteX79" fmla="*/ 5741575 w 5741575"/>
              <a:gd name="connsiteY79" fmla="*/ 0 h 955271"/>
              <a:gd name="connsiteX0" fmla="*/ 5741575 w 5741575"/>
              <a:gd name="connsiteY0" fmla="*/ 0 h 955271"/>
              <a:gd name="connsiteX1" fmla="*/ 5741575 w 5741575"/>
              <a:gd name="connsiteY1" fmla="*/ 955271 h 955271"/>
              <a:gd name="connsiteX2" fmla="*/ 0 w 5741575"/>
              <a:gd name="connsiteY2" fmla="*/ 955271 h 955271"/>
              <a:gd name="connsiteX3" fmla="*/ 8558 w 5741575"/>
              <a:gd name="connsiteY3" fmla="*/ 953971 h 955271"/>
              <a:gd name="connsiteX4" fmla="*/ 16894 w 5741575"/>
              <a:gd name="connsiteY4" fmla="*/ 953847 h 955271"/>
              <a:gd name="connsiteX5" fmla="*/ 28156 w 5741575"/>
              <a:gd name="connsiteY5" fmla="*/ 951374 h 955271"/>
              <a:gd name="connsiteX6" fmla="*/ 28293 w 5741575"/>
              <a:gd name="connsiteY6" fmla="*/ 950971 h 955271"/>
              <a:gd name="connsiteX7" fmla="*/ 59229 w 5741575"/>
              <a:gd name="connsiteY7" fmla="*/ 903950 h 955271"/>
              <a:gd name="connsiteX8" fmla="*/ 148657 w 5741575"/>
              <a:gd name="connsiteY8" fmla="*/ 898134 h 955271"/>
              <a:gd name="connsiteX9" fmla="*/ 174554 w 5741575"/>
              <a:gd name="connsiteY9" fmla="*/ 886351 h 955271"/>
              <a:gd name="connsiteX10" fmla="*/ 187633 w 5741575"/>
              <a:gd name="connsiteY10" fmla="*/ 878226 h 955271"/>
              <a:gd name="connsiteX11" fmla="*/ 187961 w 5741575"/>
              <a:gd name="connsiteY11" fmla="*/ 876538 h 955271"/>
              <a:gd name="connsiteX12" fmla="*/ 240501 w 5741575"/>
              <a:gd name="connsiteY12" fmla="*/ 873150 h 955271"/>
              <a:gd name="connsiteX13" fmla="*/ 246345 w 5741575"/>
              <a:gd name="connsiteY13" fmla="*/ 869942 h 955271"/>
              <a:gd name="connsiteX14" fmla="*/ 306299 w 5741575"/>
              <a:gd name="connsiteY14" fmla="*/ 873609 h 955271"/>
              <a:gd name="connsiteX15" fmla="*/ 331571 w 5741575"/>
              <a:gd name="connsiteY15" fmla="*/ 869866 h 955271"/>
              <a:gd name="connsiteX16" fmla="*/ 384157 w 5741575"/>
              <a:gd name="connsiteY16" fmla="*/ 867971 h 955271"/>
              <a:gd name="connsiteX17" fmla="*/ 477637 w 5741575"/>
              <a:gd name="connsiteY17" fmla="*/ 870334 h 955271"/>
              <a:gd name="connsiteX18" fmla="*/ 570239 w 5741575"/>
              <a:gd name="connsiteY18" fmla="*/ 829596 h 955271"/>
              <a:gd name="connsiteX19" fmla="*/ 772070 w 5741575"/>
              <a:gd name="connsiteY19" fmla="*/ 820296 h 955271"/>
              <a:gd name="connsiteX20" fmla="*/ 948872 w 5741575"/>
              <a:gd name="connsiteY20" fmla="*/ 772201 h 955271"/>
              <a:gd name="connsiteX21" fmla="*/ 1127089 w 5741575"/>
              <a:gd name="connsiteY21" fmla="*/ 746926 h 955271"/>
              <a:gd name="connsiteX22" fmla="*/ 1226314 w 5741575"/>
              <a:gd name="connsiteY22" fmla="*/ 722473 h 955271"/>
              <a:gd name="connsiteX23" fmla="*/ 1278773 w 5741575"/>
              <a:gd name="connsiteY23" fmla="*/ 711503 h 955271"/>
              <a:gd name="connsiteX24" fmla="*/ 1317691 w 5741575"/>
              <a:gd name="connsiteY24" fmla="*/ 708529 h 955271"/>
              <a:gd name="connsiteX25" fmla="*/ 1360404 w 5741575"/>
              <a:gd name="connsiteY25" fmla="*/ 675922 h 955271"/>
              <a:gd name="connsiteX26" fmla="*/ 1412292 w 5741575"/>
              <a:gd name="connsiteY26" fmla="*/ 670793 h 955271"/>
              <a:gd name="connsiteX27" fmla="*/ 1494753 w 5741575"/>
              <a:gd name="connsiteY27" fmla="*/ 644686 h 955271"/>
              <a:gd name="connsiteX28" fmla="*/ 1616217 w 5741575"/>
              <a:gd name="connsiteY28" fmla="*/ 622107 h 955271"/>
              <a:gd name="connsiteX29" fmla="*/ 1710928 w 5741575"/>
              <a:gd name="connsiteY29" fmla="*/ 600666 h 955271"/>
              <a:gd name="connsiteX30" fmla="*/ 1743718 w 5741575"/>
              <a:gd name="connsiteY30" fmla="*/ 584327 h 955271"/>
              <a:gd name="connsiteX31" fmla="*/ 1873778 w 5741575"/>
              <a:gd name="connsiteY31" fmla="*/ 530130 h 955271"/>
              <a:gd name="connsiteX32" fmla="*/ 1988411 w 5741575"/>
              <a:gd name="connsiteY32" fmla="*/ 491599 h 955271"/>
              <a:gd name="connsiteX33" fmla="*/ 2085507 w 5741575"/>
              <a:gd name="connsiteY33" fmla="*/ 498527 h 955271"/>
              <a:gd name="connsiteX34" fmla="*/ 2090767 w 5741575"/>
              <a:gd name="connsiteY34" fmla="*/ 490616 h 955271"/>
              <a:gd name="connsiteX35" fmla="*/ 2151143 w 5741575"/>
              <a:gd name="connsiteY35" fmla="*/ 478332 h 955271"/>
              <a:gd name="connsiteX36" fmla="*/ 2378710 w 5741575"/>
              <a:gd name="connsiteY36" fmla="*/ 477570 h 955271"/>
              <a:gd name="connsiteX37" fmla="*/ 2496256 w 5741575"/>
              <a:gd name="connsiteY37" fmla="*/ 452396 h 955271"/>
              <a:gd name="connsiteX38" fmla="*/ 2535387 w 5741575"/>
              <a:gd name="connsiteY38" fmla="*/ 436645 h 955271"/>
              <a:gd name="connsiteX39" fmla="*/ 2601109 w 5741575"/>
              <a:gd name="connsiteY39" fmla="*/ 410678 h 955271"/>
              <a:gd name="connsiteX40" fmla="*/ 2643855 w 5741575"/>
              <a:gd name="connsiteY40" fmla="*/ 374482 h 955271"/>
              <a:gd name="connsiteX41" fmla="*/ 2657726 w 5741575"/>
              <a:gd name="connsiteY41" fmla="*/ 365841 h 955271"/>
              <a:gd name="connsiteX42" fmla="*/ 2687125 w 5741575"/>
              <a:gd name="connsiteY42" fmla="*/ 366820 h 955271"/>
              <a:gd name="connsiteX43" fmla="*/ 2697479 w 5741575"/>
              <a:gd name="connsiteY43" fmla="*/ 361430 h 955271"/>
              <a:gd name="connsiteX44" fmla="*/ 2731718 w 5741575"/>
              <a:gd name="connsiteY44" fmla="*/ 361545 h 955271"/>
              <a:gd name="connsiteX45" fmla="*/ 2777227 w 5741575"/>
              <a:gd name="connsiteY45" fmla="*/ 368972 h 955271"/>
              <a:gd name="connsiteX46" fmla="*/ 2824768 w 5741575"/>
              <a:gd name="connsiteY46" fmla="*/ 361652 h 955271"/>
              <a:gd name="connsiteX47" fmla="*/ 2885545 w 5741575"/>
              <a:gd name="connsiteY47" fmla="*/ 372818 h 955271"/>
              <a:gd name="connsiteX48" fmla="*/ 3009558 w 5741575"/>
              <a:gd name="connsiteY48" fmla="*/ 370573 h 955271"/>
              <a:gd name="connsiteX49" fmla="*/ 3095010 w 5741575"/>
              <a:gd name="connsiteY49" fmla="*/ 332454 h 955271"/>
              <a:gd name="connsiteX50" fmla="*/ 3103742 w 5741575"/>
              <a:gd name="connsiteY50" fmla="*/ 337974 h 955271"/>
              <a:gd name="connsiteX51" fmla="*/ 3195264 w 5741575"/>
              <a:gd name="connsiteY51" fmla="*/ 293158 h 955271"/>
              <a:gd name="connsiteX52" fmla="*/ 3373785 w 5741575"/>
              <a:gd name="connsiteY52" fmla="*/ 255680 h 955271"/>
              <a:gd name="connsiteX53" fmla="*/ 3493851 w 5741575"/>
              <a:gd name="connsiteY53" fmla="*/ 240255 h 955271"/>
              <a:gd name="connsiteX54" fmla="*/ 3537470 w 5741575"/>
              <a:gd name="connsiteY54" fmla="*/ 241867 h 955271"/>
              <a:gd name="connsiteX55" fmla="*/ 3610489 w 5741575"/>
              <a:gd name="connsiteY55" fmla="*/ 244128 h 955271"/>
              <a:gd name="connsiteX56" fmla="*/ 3667539 w 5741575"/>
              <a:gd name="connsiteY56" fmla="*/ 263271 h 955271"/>
              <a:gd name="connsiteX57" fmla="*/ 3727614 w 5741575"/>
              <a:gd name="connsiteY57" fmla="*/ 258245 h 955271"/>
              <a:gd name="connsiteX58" fmla="*/ 3738369 w 5741575"/>
              <a:gd name="connsiteY58" fmla="*/ 234506 h 955271"/>
              <a:gd name="connsiteX59" fmla="*/ 3803670 w 5741575"/>
              <a:gd name="connsiteY59" fmla="*/ 236457 h 955271"/>
              <a:gd name="connsiteX60" fmla="*/ 3903080 w 5741575"/>
              <a:gd name="connsiteY60" fmla="*/ 241890 h 955271"/>
              <a:gd name="connsiteX61" fmla="*/ 4114838 w 5741575"/>
              <a:gd name="connsiteY61" fmla="*/ 238165 h 955271"/>
              <a:gd name="connsiteX62" fmla="*/ 4271023 w 5741575"/>
              <a:gd name="connsiteY62" fmla="*/ 241959 h 955271"/>
              <a:gd name="connsiteX63" fmla="*/ 4367397 w 5741575"/>
              <a:gd name="connsiteY63" fmla="*/ 271442 h 955271"/>
              <a:gd name="connsiteX64" fmla="*/ 4495366 w 5741575"/>
              <a:gd name="connsiteY64" fmla="*/ 271618 h 955271"/>
              <a:gd name="connsiteX65" fmla="*/ 4517347 w 5741575"/>
              <a:gd name="connsiteY65" fmla="*/ 275639 h 955271"/>
              <a:gd name="connsiteX66" fmla="*/ 4546116 w 5741575"/>
              <a:gd name="connsiteY66" fmla="*/ 268568 h 955271"/>
              <a:gd name="connsiteX67" fmla="*/ 4661259 w 5741575"/>
              <a:gd name="connsiteY67" fmla="*/ 238966 h 955271"/>
              <a:gd name="connsiteX68" fmla="*/ 4750403 w 5741575"/>
              <a:gd name="connsiteY68" fmla="*/ 204364 h 955271"/>
              <a:gd name="connsiteX69" fmla="*/ 4867614 w 5741575"/>
              <a:gd name="connsiteY69" fmla="*/ 208668 h 955271"/>
              <a:gd name="connsiteX70" fmla="*/ 4937036 w 5741575"/>
              <a:gd name="connsiteY70" fmla="*/ 195446 h 955271"/>
              <a:gd name="connsiteX71" fmla="*/ 5067740 w 5741575"/>
              <a:gd name="connsiteY71" fmla="*/ 172293 h 955271"/>
              <a:gd name="connsiteX72" fmla="*/ 5200247 w 5741575"/>
              <a:gd name="connsiteY72" fmla="*/ 142695 h 955271"/>
              <a:gd name="connsiteX73" fmla="*/ 5291963 w 5741575"/>
              <a:gd name="connsiteY73" fmla="*/ 139446 h 955271"/>
              <a:gd name="connsiteX74" fmla="*/ 5418472 w 5741575"/>
              <a:gd name="connsiteY74" fmla="*/ 89163 h 955271"/>
              <a:gd name="connsiteX75" fmla="*/ 5482354 w 5741575"/>
              <a:gd name="connsiteY75" fmla="*/ 69470 h 955271"/>
              <a:gd name="connsiteX76" fmla="*/ 5583280 w 5741575"/>
              <a:gd name="connsiteY76" fmla="*/ 49787 h 955271"/>
              <a:gd name="connsiteX77" fmla="*/ 5613766 w 5741575"/>
              <a:gd name="connsiteY77" fmla="*/ 41855 h 955271"/>
              <a:gd name="connsiteX78" fmla="*/ 5684952 w 5741575"/>
              <a:gd name="connsiteY78" fmla="*/ 26088 h 955271"/>
              <a:gd name="connsiteX79" fmla="*/ 5741575 w 5741575"/>
              <a:gd name="connsiteY79" fmla="*/ 0 h 955271"/>
              <a:gd name="connsiteX0" fmla="*/ 5741575 w 5741575"/>
              <a:gd name="connsiteY0" fmla="*/ 0 h 955271"/>
              <a:gd name="connsiteX1" fmla="*/ 5741575 w 5741575"/>
              <a:gd name="connsiteY1" fmla="*/ 955271 h 955271"/>
              <a:gd name="connsiteX2" fmla="*/ 0 w 5741575"/>
              <a:gd name="connsiteY2" fmla="*/ 955271 h 955271"/>
              <a:gd name="connsiteX3" fmla="*/ 8558 w 5741575"/>
              <a:gd name="connsiteY3" fmla="*/ 953971 h 955271"/>
              <a:gd name="connsiteX4" fmla="*/ 16894 w 5741575"/>
              <a:gd name="connsiteY4" fmla="*/ 953847 h 955271"/>
              <a:gd name="connsiteX5" fmla="*/ 28156 w 5741575"/>
              <a:gd name="connsiteY5" fmla="*/ 951374 h 955271"/>
              <a:gd name="connsiteX6" fmla="*/ 28293 w 5741575"/>
              <a:gd name="connsiteY6" fmla="*/ 950971 h 955271"/>
              <a:gd name="connsiteX7" fmla="*/ 59229 w 5741575"/>
              <a:gd name="connsiteY7" fmla="*/ 903950 h 955271"/>
              <a:gd name="connsiteX8" fmla="*/ 148657 w 5741575"/>
              <a:gd name="connsiteY8" fmla="*/ 898134 h 955271"/>
              <a:gd name="connsiteX9" fmla="*/ 174554 w 5741575"/>
              <a:gd name="connsiteY9" fmla="*/ 886351 h 955271"/>
              <a:gd name="connsiteX10" fmla="*/ 187633 w 5741575"/>
              <a:gd name="connsiteY10" fmla="*/ 878226 h 955271"/>
              <a:gd name="connsiteX11" fmla="*/ 187961 w 5741575"/>
              <a:gd name="connsiteY11" fmla="*/ 876538 h 955271"/>
              <a:gd name="connsiteX12" fmla="*/ 240501 w 5741575"/>
              <a:gd name="connsiteY12" fmla="*/ 873150 h 955271"/>
              <a:gd name="connsiteX13" fmla="*/ 246345 w 5741575"/>
              <a:gd name="connsiteY13" fmla="*/ 869942 h 955271"/>
              <a:gd name="connsiteX14" fmla="*/ 306299 w 5741575"/>
              <a:gd name="connsiteY14" fmla="*/ 873609 h 955271"/>
              <a:gd name="connsiteX15" fmla="*/ 331571 w 5741575"/>
              <a:gd name="connsiteY15" fmla="*/ 869866 h 955271"/>
              <a:gd name="connsiteX16" fmla="*/ 384157 w 5741575"/>
              <a:gd name="connsiteY16" fmla="*/ 867971 h 955271"/>
              <a:gd name="connsiteX17" fmla="*/ 477637 w 5741575"/>
              <a:gd name="connsiteY17" fmla="*/ 870334 h 955271"/>
              <a:gd name="connsiteX18" fmla="*/ 570239 w 5741575"/>
              <a:gd name="connsiteY18" fmla="*/ 829596 h 955271"/>
              <a:gd name="connsiteX19" fmla="*/ 772070 w 5741575"/>
              <a:gd name="connsiteY19" fmla="*/ 820296 h 955271"/>
              <a:gd name="connsiteX20" fmla="*/ 948872 w 5741575"/>
              <a:gd name="connsiteY20" fmla="*/ 772201 h 955271"/>
              <a:gd name="connsiteX21" fmla="*/ 1127089 w 5741575"/>
              <a:gd name="connsiteY21" fmla="*/ 746926 h 955271"/>
              <a:gd name="connsiteX22" fmla="*/ 1226314 w 5741575"/>
              <a:gd name="connsiteY22" fmla="*/ 722473 h 955271"/>
              <a:gd name="connsiteX23" fmla="*/ 1278773 w 5741575"/>
              <a:gd name="connsiteY23" fmla="*/ 711503 h 955271"/>
              <a:gd name="connsiteX24" fmla="*/ 1317691 w 5741575"/>
              <a:gd name="connsiteY24" fmla="*/ 708529 h 955271"/>
              <a:gd name="connsiteX25" fmla="*/ 1360404 w 5741575"/>
              <a:gd name="connsiteY25" fmla="*/ 675922 h 955271"/>
              <a:gd name="connsiteX26" fmla="*/ 1412292 w 5741575"/>
              <a:gd name="connsiteY26" fmla="*/ 670793 h 955271"/>
              <a:gd name="connsiteX27" fmla="*/ 1494753 w 5741575"/>
              <a:gd name="connsiteY27" fmla="*/ 644686 h 955271"/>
              <a:gd name="connsiteX28" fmla="*/ 1616217 w 5741575"/>
              <a:gd name="connsiteY28" fmla="*/ 622107 h 955271"/>
              <a:gd name="connsiteX29" fmla="*/ 1710928 w 5741575"/>
              <a:gd name="connsiteY29" fmla="*/ 600666 h 955271"/>
              <a:gd name="connsiteX30" fmla="*/ 1743718 w 5741575"/>
              <a:gd name="connsiteY30" fmla="*/ 584327 h 955271"/>
              <a:gd name="connsiteX31" fmla="*/ 1873778 w 5741575"/>
              <a:gd name="connsiteY31" fmla="*/ 530130 h 955271"/>
              <a:gd name="connsiteX32" fmla="*/ 1988411 w 5741575"/>
              <a:gd name="connsiteY32" fmla="*/ 491599 h 955271"/>
              <a:gd name="connsiteX33" fmla="*/ 2085507 w 5741575"/>
              <a:gd name="connsiteY33" fmla="*/ 498527 h 955271"/>
              <a:gd name="connsiteX34" fmla="*/ 2090767 w 5741575"/>
              <a:gd name="connsiteY34" fmla="*/ 490616 h 955271"/>
              <a:gd name="connsiteX35" fmla="*/ 2151143 w 5741575"/>
              <a:gd name="connsiteY35" fmla="*/ 478332 h 955271"/>
              <a:gd name="connsiteX36" fmla="*/ 2378710 w 5741575"/>
              <a:gd name="connsiteY36" fmla="*/ 477570 h 955271"/>
              <a:gd name="connsiteX37" fmla="*/ 2496256 w 5741575"/>
              <a:gd name="connsiteY37" fmla="*/ 452396 h 955271"/>
              <a:gd name="connsiteX38" fmla="*/ 2535387 w 5741575"/>
              <a:gd name="connsiteY38" fmla="*/ 436645 h 955271"/>
              <a:gd name="connsiteX39" fmla="*/ 2601109 w 5741575"/>
              <a:gd name="connsiteY39" fmla="*/ 410678 h 955271"/>
              <a:gd name="connsiteX40" fmla="*/ 2643855 w 5741575"/>
              <a:gd name="connsiteY40" fmla="*/ 374482 h 955271"/>
              <a:gd name="connsiteX41" fmla="*/ 2657726 w 5741575"/>
              <a:gd name="connsiteY41" fmla="*/ 365841 h 955271"/>
              <a:gd name="connsiteX42" fmla="*/ 2687125 w 5741575"/>
              <a:gd name="connsiteY42" fmla="*/ 366820 h 955271"/>
              <a:gd name="connsiteX43" fmla="*/ 2697479 w 5741575"/>
              <a:gd name="connsiteY43" fmla="*/ 361430 h 955271"/>
              <a:gd name="connsiteX44" fmla="*/ 2731718 w 5741575"/>
              <a:gd name="connsiteY44" fmla="*/ 361545 h 955271"/>
              <a:gd name="connsiteX45" fmla="*/ 2777227 w 5741575"/>
              <a:gd name="connsiteY45" fmla="*/ 368972 h 955271"/>
              <a:gd name="connsiteX46" fmla="*/ 2824768 w 5741575"/>
              <a:gd name="connsiteY46" fmla="*/ 361652 h 955271"/>
              <a:gd name="connsiteX47" fmla="*/ 2885545 w 5741575"/>
              <a:gd name="connsiteY47" fmla="*/ 372818 h 955271"/>
              <a:gd name="connsiteX48" fmla="*/ 3009558 w 5741575"/>
              <a:gd name="connsiteY48" fmla="*/ 370573 h 955271"/>
              <a:gd name="connsiteX49" fmla="*/ 3095010 w 5741575"/>
              <a:gd name="connsiteY49" fmla="*/ 332454 h 955271"/>
              <a:gd name="connsiteX50" fmla="*/ 3148998 w 5741575"/>
              <a:gd name="connsiteY50" fmla="*/ 315286 h 955271"/>
              <a:gd name="connsiteX51" fmla="*/ 3195264 w 5741575"/>
              <a:gd name="connsiteY51" fmla="*/ 293158 h 955271"/>
              <a:gd name="connsiteX52" fmla="*/ 3373785 w 5741575"/>
              <a:gd name="connsiteY52" fmla="*/ 255680 h 955271"/>
              <a:gd name="connsiteX53" fmla="*/ 3493851 w 5741575"/>
              <a:gd name="connsiteY53" fmla="*/ 240255 h 955271"/>
              <a:gd name="connsiteX54" fmla="*/ 3537470 w 5741575"/>
              <a:gd name="connsiteY54" fmla="*/ 241867 h 955271"/>
              <a:gd name="connsiteX55" fmla="*/ 3610489 w 5741575"/>
              <a:gd name="connsiteY55" fmla="*/ 244128 h 955271"/>
              <a:gd name="connsiteX56" fmla="*/ 3667539 w 5741575"/>
              <a:gd name="connsiteY56" fmla="*/ 263271 h 955271"/>
              <a:gd name="connsiteX57" fmla="*/ 3727614 w 5741575"/>
              <a:gd name="connsiteY57" fmla="*/ 258245 h 955271"/>
              <a:gd name="connsiteX58" fmla="*/ 3738369 w 5741575"/>
              <a:gd name="connsiteY58" fmla="*/ 234506 h 955271"/>
              <a:gd name="connsiteX59" fmla="*/ 3803670 w 5741575"/>
              <a:gd name="connsiteY59" fmla="*/ 236457 h 955271"/>
              <a:gd name="connsiteX60" fmla="*/ 3903080 w 5741575"/>
              <a:gd name="connsiteY60" fmla="*/ 241890 h 955271"/>
              <a:gd name="connsiteX61" fmla="*/ 4114838 w 5741575"/>
              <a:gd name="connsiteY61" fmla="*/ 238165 h 955271"/>
              <a:gd name="connsiteX62" fmla="*/ 4271023 w 5741575"/>
              <a:gd name="connsiteY62" fmla="*/ 241959 h 955271"/>
              <a:gd name="connsiteX63" fmla="*/ 4367397 w 5741575"/>
              <a:gd name="connsiteY63" fmla="*/ 271442 h 955271"/>
              <a:gd name="connsiteX64" fmla="*/ 4495366 w 5741575"/>
              <a:gd name="connsiteY64" fmla="*/ 271618 h 955271"/>
              <a:gd name="connsiteX65" fmla="*/ 4517347 w 5741575"/>
              <a:gd name="connsiteY65" fmla="*/ 275639 h 955271"/>
              <a:gd name="connsiteX66" fmla="*/ 4546116 w 5741575"/>
              <a:gd name="connsiteY66" fmla="*/ 268568 h 955271"/>
              <a:gd name="connsiteX67" fmla="*/ 4661259 w 5741575"/>
              <a:gd name="connsiteY67" fmla="*/ 238966 h 955271"/>
              <a:gd name="connsiteX68" fmla="*/ 4750403 w 5741575"/>
              <a:gd name="connsiteY68" fmla="*/ 204364 h 955271"/>
              <a:gd name="connsiteX69" fmla="*/ 4867614 w 5741575"/>
              <a:gd name="connsiteY69" fmla="*/ 208668 h 955271"/>
              <a:gd name="connsiteX70" fmla="*/ 4937036 w 5741575"/>
              <a:gd name="connsiteY70" fmla="*/ 195446 h 955271"/>
              <a:gd name="connsiteX71" fmla="*/ 5067740 w 5741575"/>
              <a:gd name="connsiteY71" fmla="*/ 172293 h 955271"/>
              <a:gd name="connsiteX72" fmla="*/ 5200247 w 5741575"/>
              <a:gd name="connsiteY72" fmla="*/ 142695 h 955271"/>
              <a:gd name="connsiteX73" fmla="*/ 5291963 w 5741575"/>
              <a:gd name="connsiteY73" fmla="*/ 139446 h 955271"/>
              <a:gd name="connsiteX74" fmla="*/ 5418472 w 5741575"/>
              <a:gd name="connsiteY74" fmla="*/ 89163 h 955271"/>
              <a:gd name="connsiteX75" fmla="*/ 5482354 w 5741575"/>
              <a:gd name="connsiteY75" fmla="*/ 69470 h 955271"/>
              <a:gd name="connsiteX76" fmla="*/ 5583280 w 5741575"/>
              <a:gd name="connsiteY76" fmla="*/ 49787 h 955271"/>
              <a:gd name="connsiteX77" fmla="*/ 5613766 w 5741575"/>
              <a:gd name="connsiteY77" fmla="*/ 41855 h 955271"/>
              <a:gd name="connsiteX78" fmla="*/ 5684952 w 5741575"/>
              <a:gd name="connsiteY78" fmla="*/ 26088 h 955271"/>
              <a:gd name="connsiteX79" fmla="*/ 5741575 w 5741575"/>
              <a:gd name="connsiteY79" fmla="*/ 0 h 955271"/>
              <a:gd name="connsiteX0" fmla="*/ 5741575 w 5741575"/>
              <a:gd name="connsiteY0" fmla="*/ 0 h 955271"/>
              <a:gd name="connsiteX1" fmla="*/ 5741575 w 5741575"/>
              <a:gd name="connsiteY1" fmla="*/ 955271 h 955271"/>
              <a:gd name="connsiteX2" fmla="*/ 0 w 5741575"/>
              <a:gd name="connsiteY2" fmla="*/ 955271 h 955271"/>
              <a:gd name="connsiteX3" fmla="*/ 8558 w 5741575"/>
              <a:gd name="connsiteY3" fmla="*/ 953971 h 955271"/>
              <a:gd name="connsiteX4" fmla="*/ 16894 w 5741575"/>
              <a:gd name="connsiteY4" fmla="*/ 953847 h 955271"/>
              <a:gd name="connsiteX5" fmla="*/ 28156 w 5741575"/>
              <a:gd name="connsiteY5" fmla="*/ 951374 h 955271"/>
              <a:gd name="connsiteX6" fmla="*/ 28293 w 5741575"/>
              <a:gd name="connsiteY6" fmla="*/ 950971 h 955271"/>
              <a:gd name="connsiteX7" fmla="*/ 59229 w 5741575"/>
              <a:gd name="connsiteY7" fmla="*/ 903950 h 955271"/>
              <a:gd name="connsiteX8" fmla="*/ 148657 w 5741575"/>
              <a:gd name="connsiteY8" fmla="*/ 898134 h 955271"/>
              <a:gd name="connsiteX9" fmla="*/ 174554 w 5741575"/>
              <a:gd name="connsiteY9" fmla="*/ 886351 h 955271"/>
              <a:gd name="connsiteX10" fmla="*/ 187633 w 5741575"/>
              <a:gd name="connsiteY10" fmla="*/ 878226 h 955271"/>
              <a:gd name="connsiteX11" fmla="*/ 187961 w 5741575"/>
              <a:gd name="connsiteY11" fmla="*/ 876538 h 955271"/>
              <a:gd name="connsiteX12" fmla="*/ 240501 w 5741575"/>
              <a:gd name="connsiteY12" fmla="*/ 873150 h 955271"/>
              <a:gd name="connsiteX13" fmla="*/ 246345 w 5741575"/>
              <a:gd name="connsiteY13" fmla="*/ 869942 h 955271"/>
              <a:gd name="connsiteX14" fmla="*/ 306299 w 5741575"/>
              <a:gd name="connsiteY14" fmla="*/ 873609 h 955271"/>
              <a:gd name="connsiteX15" fmla="*/ 331571 w 5741575"/>
              <a:gd name="connsiteY15" fmla="*/ 869866 h 955271"/>
              <a:gd name="connsiteX16" fmla="*/ 384157 w 5741575"/>
              <a:gd name="connsiteY16" fmla="*/ 867971 h 955271"/>
              <a:gd name="connsiteX17" fmla="*/ 477637 w 5741575"/>
              <a:gd name="connsiteY17" fmla="*/ 870334 h 955271"/>
              <a:gd name="connsiteX18" fmla="*/ 570239 w 5741575"/>
              <a:gd name="connsiteY18" fmla="*/ 829596 h 955271"/>
              <a:gd name="connsiteX19" fmla="*/ 772070 w 5741575"/>
              <a:gd name="connsiteY19" fmla="*/ 820296 h 955271"/>
              <a:gd name="connsiteX20" fmla="*/ 948872 w 5741575"/>
              <a:gd name="connsiteY20" fmla="*/ 772201 h 955271"/>
              <a:gd name="connsiteX21" fmla="*/ 1127089 w 5741575"/>
              <a:gd name="connsiteY21" fmla="*/ 746926 h 955271"/>
              <a:gd name="connsiteX22" fmla="*/ 1226314 w 5741575"/>
              <a:gd name="connsiteY22" fmla="*/ 722473 h 955271"/>
              <a:gd name="connsiteX23" fmla="*/ 1278773 w 5741575"/>
              <a:gd name="connsiteY23" fmla="*/ 711503 h 955271"/>
              <a:gd name="connsiteX24" fmla="*/ 1317691 w 5741575"/>
              <a:gd name="connsiteY24" fmla="*/ 708529 h 955271"/>
              <a:gd name="connsiteX25" fmla="*/ 1360404 w 5741575"/>
              <a:gd name="connsiteY25" fmla="*/ 675922 h 955271"/>
              <a:gd name="connsiteX26" fmla="*/ 1412292 w 5741575"/>
              <a:gd name="connsiteY26" fmla="*/ 670793 h 955271"/>
              <a:gd name="connsiteX27" fmla="*/ 1494753 w 5741575"/>
              <a:gd name="connsiteY27" fmla="*/ 644686 h 955271"/>
              <a:gd name="connsiteX28" fmla="*/ 1616217 w 5741575"/>
              <a:gd name="connsiteY28" fmla="*/ 622107 h 955271"/>
              <a:gd name="connsiteX29" fmla="*/ 1710928 w 5741575"/>
              <a:gd name="connsiteY29" fmla="*/ 600666 h 955271"/>
              <a:gd name="connsiteX30" fmla="*/ 1743718 w 5741575"/>
              <a:gd name="connsiteY30" fmla="*/ 584327 h 955271"/>
              <a:gd name="connsiteX31" fmla="*/ 1873778 w 5741575"/>
              <a:gd name="connsiteY31" fmla="*/ 530130 h 955271"/>
              <a:gd name="connsiteX32" fmla="*/ 1988411 w 5741575"/>
              <a:gd name="connsiteY32" fmla="*/ 491599 h 955271"/>
              <a:gd name="connsiteX33" fmla="*/ 2085507 w 5741575"/>
              <a:gd name="connsiteY33" fmla="*/ 498527 h 955271"/>
              <a:gd name="connsiteX34" fmla="*/ 2090767 w 5741575"/>
              <a:gd name="connsiteY34" fmla="*/ 490616 h 955271"/>
              <a:gd name="connsiteX35" fmla="*/ 2151143 w 5741575"/>
              <a:gd name="connsiteY35" fmla="*/ 478332 h 955271"/>
              <a:gd name="connsiteX36" fmla="*/ 2378710 w 5741575"/>
              <a:gd name="connsiteY36" fmla="*/ 477570 h 955271"/>
              <a:gd name="connsiteX37" fmla="*/ 2496256 w 5741575"/>
              <a:gd name="connsiteY37" fmla="*/ 452396 h 955271"/>
              <a:gd name="connsiteX38" fmla="*/ 2535387 w 5741575"/>
              <a:gd name="connsiteY38" fmla="*/ 436645 h 955271"/>
              <a:gd name="connsiteX39" fmla="*/ 2601109 w 5741575"/>
              <a:gd name="connsiteY39" fmla="*/ 410678 h 955271"/>
              <a:gd name="connsiteX40" fmla="*/ 2643855 w 5741575"/>
              <a:gd name="connsiteY40" fmla="*/ 374482 h 955271"/>
              <a:gd name="connsiteX41" fmla="*/ 2657726 w 5741575"/>
              <a:gd name="connsiteY41" fmla="*/ 365841 h 955271"/>
              <a:gd name="connsiteX42" fmla="*/ 2687125 w 5741575"/>
              <a:gd name="connsiteY42" fmla="*/ 366820 h 955271"/>
              <a:gd name="connsiteX43" fmla="*/ 2697479 w 5741575"/>
              <a:gd name="connsiteY43" fmla="*/ 361430 h 955271"/>
              <a:gd name="connsiteX44" fmla="*/ 2777227 w 5741575"/>
              <a:gd name="connsiteY44" fmla="*/ 368972 h 955271"/>
              <a:gd name="connsiteX45" fmla="*/ 2824768 w 5741575"/>
              <a:gd name="connsiteY45" fmla="*/ 361652 h 955271"/>
              <a:gd name="connsiteX46" fmla="*/ 2885545 w 5741575"/>
              <a:gd name="connsiteY46" fmla="*/ 372818 h 955271"/>
              <a:gd name="connsiteX47" fmla="*/ 3009558 w 5741575"/>
              <a:gd name="connsiteY47" fmla="*/ 370573 h 955271"/>
              <a:gd name="connsiteX48" fmla="*/ 3095010 w 5741575"/>
              <a:gd name="connsiteY48" fmla="*/ 332454 h 955271"/>
              <a:gd name="connsiteX49" fmla="*/ 3148998 w 5741575"/>
              <a:gd name="connsiteY49" fmla="*/ 315286 h 955271"/>
              <a:gd name="connsiteX50" fmla="*/ 3195264 w 5741575"/>
              <a:gd name="connsiteY50" fmla="*/ 293158 h 955271"/>
              <a:gd name="connsiteX51" fmla="*/ 3373785 w 5741575"/>
              <a:gd name="connsiteY51" fmla="*/ 255680 h 955271"/>
              <a:gd name="connsiteX52" fmla="*/ 3493851 w 5741575"/>
              <a:gd name="connsiteY52" fmla="*/ 240255 h 955271"/>
              <a:gd name="connsiteX53" fmla="*/ 3537470 w 5741575"/>
              <a:gd name="connsiteY53" fmla="*/ 241867 h 955271"/>
              <a:gd name="connsiteX54" fmla="*/ 3610489 w 5741575"/>
              <a:gd name="connsiteY54" fmla="*/ 244128 h 955271"/>
              <a:gd name="connsiteX55" fmla="*/ 3667539 w 5741575"/>
              <a:gd name="connsiteY55" fmla="*/ 263271 h 955271"/>
              <a:gd name="connsiteX56" fmla="*/ 3727614 w 5741575"/>
              <a:gd name="connsiteY56" fmla="*/ 258245 h 955271"/>
              <a:gd name="connsiteX57" fmla="*/ 3738369 w 5741575"/>
              <a:gd name="connsiteY57" fmla="*/ 234506 h 955271"/>
              <a:gd name="connsiteX58" fmla="*/ 3803670 w 5741575"/>
              <a:gd name="connsiteY58" fmla="*/ 236457 h 955271"/>
              <a:gd name="connsiteX59" fmla="*/ 3903080 w 5741575"/>
              <a:gd name="connsiteY59" fmla="*/ 241890 h 955271"/>
              <a:gd name="connsiteX60" fmla="*/ 4114838 w 5741575"/>
              <a:gd name="connsiteY60" fmla="*/ 238165 h 955271"/>
              <a:gd name="connsiteX61" fmla="*/ 4271023 w 5741575"/>
              <a:gd name="connsiteY61" fmla="*/ 241959 h 955271"/>
              <a:gd name="connsiteX62" fmla="*/ 4367397 w 5741575"/>
              <a:gd name="connsiteY62" fmla="*/ 271442 h 955271"/>
              <a:gd name="connsiteX63" fmla="*/ 4495366 w 5741575"/>
              <a:gd name="connsiteY63" fmla="*/ 271618 h 955271"/>
              <a:gd name="connsiteX64" fmla="*/ 4517347 w 5741575"/>
              <a:gd name="connsiteY64" fmla="*/ 275639 h 955271"/>
              <a:gd name="connsiteX65" fmla="*/ 4546116 w 5741575"/>
              <a:gd name="connsiteY65" fmla="*/ 268568 h 955271"/>
              <a:gd name="connsiteX66" fmla="*/ 4661259 w 5741575"/>
              <a:gd name="connsiteY66" fmla="*/ 238966 h 955271"/>
              <a:gd name="connsiteX67" fmla="*/ 4750403 w 5741575"/>
              <a:gd name="connsiteY67" fmla="*/ 204364 h 955271"/>
              <a:gd name="connsiteX68" fmla="*/ 4867614 w 5741575"/>
              <a:gd name="connsiteY68" fmla="*/ 208668 h 955271"/>
              <a:gd name="connsiteX69" fmla="*/ 4937036 w 5741575"/>
              <a:gd name="connsiteY69" fmla="*/ 195446 h 955271"/>
              <a:gd name="connsiteX70" fmla="*/ 5067740 w 5741575"/>
              <a:gd name="connsiteY70" fmla="*/ 172293 h 955271"/>
              <a:gd name="connsiteX71" fmla="*/ 5200247 w 5741575"/>
              <a:gd name="connsiteY71" fmla="*/ 142695 h 955271"/>
              <a:gd name="connsiteX72" fmla="*/ 5291963 w 5741575"/>
              <a:gd name="connsiteY72" fmla="*/ 139446 h 955271"/>
              <a:gd name="connsiteX73" fmla="*/ 5418472 w 5741575"/>
              <a:gd name="connsiteY73" fmla="*/ 89163 h 955271"/>
              <a:gd name="connsiteX74" fmla="*/ 5482354 w 5741575"/>
              <a:gd name="connsiteY74" fmla="*/ 69470 h 955271"/>
              <a:gd name="connsiteX75" fmla="*/ 5583280 w 5741575"/>
              <a:gd name="connsiteY75" fmla="*/ 49787 h 955271"/>
              <a:gd name="connsiteX76" fmla="*/ 5613766 w 5741575"/>
              <a:gd name="connsiteY76" fmla="*/ 41855 h 955271"/>
              <a:gd name="connsiteX77" fmla="*/ 5684952 w 5741575"/>
              <a:gd name="connsiteY77" fmla="*/ 26088 h 955271"/>
              <a:gd name="connsiteX78" fmla="*/ 5741575 w 5741575"/>
              <a:gd name="connsiteY78" fmla="*/ 0 h 955271"/>
              <a:gd name="connsiteX0" fmla="*/ 5741575 w 5741575"/>
              <a:gd name="connsiteY0" fmla="*/ 0 h 955271"/>
              <a:gd name="connsiteX1" fmla="*/ 5741575 w 5741575"/>
              <a:gd name="connsiteY1" fmla="*/ 955271 h 955271"/>
              <a:gd name="connsiteX2" fmla="*/ 0 w 5741575"/>
              <a:gd name="connsiteY2" fmla="*/ 955271 h 955271"/>
              <a:gd name="connsiteX3" fmla="*/ 8558 w 5741575"/>
              <a:gd name="connsiteY3" fmla="*/ 953971 h 955271"/>
              <a:gd name="connsiteX4" fmla="*/ 16894 w 5741575"/>
              <a:gd name="connsiteY4" fmla="*/ 953847 h 955271"/>
              <a:gd name="connsiteX5" fmla="*/ 28156 w 5741575"/>
              <a:gd name="connsiteY5" fmla="*/ 951374 h 955271"/>
              <a:gd name="connsiteX6" fmla="*/ 28293 w 5741575"/>
              <a:gd name="connsiteY6" fmla="*/ 950971 h 955271"/>
              <a:gd name="connsiteX7" fmla="*/ 59229 w 5741575"/>
              <a:gd name="connsiteY7" fmla="*/ 903950 h 955271"/>
              <a:gd name="connsiteX8" fmla="*/ 148657 w 5741575"/>
              <a:gd name="connsiteY8" fmla="*/ 898134 h 955271"/>
              <a:gd name="connsiteX9" fmla="*/ 174554 w 5741575"/>
              <a:gd name="connsiteY9" fmla="*/ 886351 h 955271"/>
              <a:gd name="connsiteX10" fmla="*/ 187633 w 5741575"/>
              <a:gd name="connsiteY10" fmla="*/ 878226 h 955271"/>
              <a:gd name="connsiteX11" fmla="*/ 187961 w 5741575"/>
              <a:gd name="connsiteY11" fmla="*/ 876538 h 955271"/>
              <a:gd name="connsiteX12" fmla="*/ 240501 w 5741575"/>
              <a:gd name="connsiteY12" fmla="*/ 873150 h 955271"/>
              <a:gd name="connsiteX13" fmla="*/ 246345 w 5741575"/>
              <a:gd name="connsiteY13" fmla="*/ 869942 h 955271"/>
              <a:gd name="connsiteX14" fmla="*/ 306299 w 5741575"/>
              <a:gd name="connsiteY14" fmla="*/ 873609 h 955271"/>
              <a:gd name="connsiteX15" fmla="*/ 331571 w 5741575"/>
              <a:gd name="connsiteY15" fmla="*/ 869866 h 955271"/>
              <a:gd name="connsiteX16" fmla="*/ 384157 w 5741575"/>
              <a:gd name="connsiteY16" fmla="*/ 867971 h 955271"/>
              <a:gd name="connsiteX17" fmla="*/ 477637 w 5741575"/>
              <a:gd name="connsiteY17" fmla="*/ 870334 h 955271"/>
              <a:gd name="connsiteX18" fmla="*/ 570239 w 5741575"/>
              <a:gd name="connsiteY18" fmla="*/ 829596 h 955271"/>
              <a:gd name="connsiteX19" fmla="*/ 772070 w 5741575"/>
              <a:gd name="connsiteY19" fmla="*/ 820296 h 955271"/>
              <a:gd name="connsiteX20" fmla="*/ 948872 w 5741575"/>
              <a:gd name="connsiteY20" fmla="*/ 772201 h 955271"/>
              <a:gd name="connsiteX21" fmla="*/ 1127089 w 5741575"/>
              <a:gd name="connsiteY21" fmla="*/ 746926 h 955271"/>
              <a:gd name="connsiteX22" fmla="*/ 1226314 w 5741575"/>
              <a:gd name="connsiteY22" fmla="*/ 722473 h 955271"/>
              <a:gd name="connsiteX23" fmla="*/ 1278773 w 5741575"/>
              <a:gd name="connsiteY23" fmla="*/ 711503 h 955271"/>
              <a:gd name="connsiteX24" fmla="*/ 1317691 w 5741575"/>
              <a:gd name="connsiteY24" fmla="*/ 708529 h 955271"/>
              <a:gd name="connsiteX25" fmla="*/ 1360404 w 5741575"/>
              <a:gd name="connsiteY25" fmla="*/ 675922 h 955271"/>
              <a:gd name="connsiteX26" fmla="*/ 1412292 w 5741575"/>
              <a:gd name="connsiteY26" fmla="*/ 670793 h 955271"/>
              <a:gd name="connsiteX27" fmla="*/ 1494753 w 5741575"/>
              <a:gd name="connsiteY27" fmla="*/ 644686 h 955271"/>
              <a:gd name="connsiteX28" fmla="*/ 1616217 w 5741575"/>
              <a:gd name="connsiteY28" fmla="*/ 622107 h 955271"/>
              <a:gd name="connsiteX29" fmla="*/ 1710928 w 5741575"/>
              <a:gd name="connsiteY29" fmla="*/ 600666 h 955271"/>
              <a:gd name="connsiteX30" fmla="*/ 1743718 w 5741575"/>
              <a:gd name="connsiteY30" fmla="*/ 584327 h 955271"/>
              <a:gd name="connsiteX31" fmla="*/ 1873778 w 5741575"/>
              <a:gd name="connsiteY31" fmla="*/ 530130 h 955271"/>
              <a:gd name="connsiteX32" fmla="*/ 1988411 w 5741575"/>
              <a:gd name="connsiteY32" fmla="*/ 491599 h 955271"/>
              <a:gd name="connsiteX33" fmla="*/ 2085507 w 5741575"/>
              <a:gd name="connsiteY33" fmla="*/ 498527 h 955271"/>
              <a:gd name="connsiteX34" fmla="*/ 2090767 w 5741575"/>
              <a:gd name="connsiteY34" fmla="*/ 490616 h 955271"/>
              <a:gd name="connsiteX35" fmla="*/ 2151143 w 5741575"/>
              <a:gd name="connsiteY35" fmla="*/ 478332 h 955271"/>
              <a:gd name="connsiteX36" fmla="*/ 2378710 w 5741575"/>
              <a:gd name="connsiteY36" fmla="*/ 477570 h 955271"/>
              <a:gd name="connsiteX37" fmla="*/ 2496256 w 5741575"/>
              <a:gd name="connsiteY37" fmla="*/ 452396 h 955271"/>
              <a:gd name="connsiteX38" fmla="*/ 2535387 w 5741575"/>
              <a:gd name="connsiteY38" fmla="*/ 436645 h 955271"/>
              <a:gd name="connsiteX39" fmla="*/ 2601109 w 5741575"/>
              <a:gd name="connsiteY39" fmla="*/ 410678 h 955271"/>
              <a:gd name="connsiteX40" fmla="*/ 2643855 w 5741575"/>
              <a:gd name="connsiteY40" fmla="*/ 374482 h 955271"/>
              <a:gd name="connsiteX41" fmla="*/ 2657726 w 5741575"/>
              <a:gd name="connsiteY41" fmla="*/ 365841 h 955271"/>
              <a:gd name="connsiteX42" fmla="*/ 2687125 w 5741575"/>
              <a:gd name="connsiteY42" fmla="*/ 366820 h 955271"/>
              <a:gd name="connsiteX43" fmla="*/ 2777227 w 5741575"/>
              <a:gd name="connsiteY43" fmla="*/ 368972 h 955271"/>
              <a:gd name="connsiteX44" fmla="*/ 2824768 w 5741575"/>
              <a:gd name="connsiteY44" fmla="*/ 361652 h 955271"/>
              <a:gd name="connsiteX45" fmla="*/ 2885545 w 5741575"/>
              <a:gd name="connsiteY45" fmla="*/ 372818 h 955271"/>
              <a:gd name="connsiteX46" fmla="*/ 3009558 w 5741575"/>
              <a:gd name="connsiteY46" fmla="*/ 370573 h 955271"/>
              <a:gd name="connsiteX47" fmla="*/ 3095010 w 5741575"/>
              <a:gd name="connsiteY47" fmla="*/ 332454 h 955271"/>
              <a:gd name="connsiteX48" fmla="*/ 3148998 w 5741575"/>
              <a:gd name="connsiteY48" fmla="*/ 315286 h 955271"/>
              <a:gd name="connsiteX49" fmla="*/ 3195264 w 5741575"/>
              <a:gd name="connsiteY49" fmla="*/ 293158 h 955271"/>
              <a:gd name="connsiteX50" fmla="*/ 3373785 w 5741575"/>
              <a:gd name="connsiteY50" fmla="*/ 255680 h 955271"/>
              <a:gd name="connsiteX51" fmla="*/ 3493851 w 5741575"/>
              <a:gd name="connsiteY51" fmla="*/ 240255 h 955271"/>
              <a:gd name="connsiteX52" fmla="*/ 3537470 w 5741575"/>
              <a:gd name="connsiteY52" fmla="*/ 241867 h 955271"/>
              <a:gd name="connsiteX53" fmla="*/ 3610489 w 5741575"/>
              <a:gd name="connsiteY53" fmla="*/ 244128 h 955271"/>
              <a:gd name="connsiteX54" fmla="*/ 3667539 w 5741575"/>
              <a:gd name="connsiteY54" fmla="*/ 263271 h 955271"/>
              <a:gd name="connsiteX55" fmla="*/ 3727614 w 5741575"/>
              <a:gd name="connsiteY55" fmla="*/ 258245 h 955271"/>
              <a:gd name="connsiteX56" fmla="*/ 3738369 w 5741575"/>
              <a:gd name="connsiteY56" fmla="*/ 234506 h 955271"/>
              <a:gd name="connsiteX57" fmla="*/ 3803670 w 5741575"/>
              <a:gd name="connsiteY57" fmla="*/ 236457 h 955271"/>
              <a:gd name="connsiteX58" fmla="*/ 3903080 w 5741575"/>
              <a:gd name="connsiteY58" fmla="*/ 241890 h 955271"/>
              <a:gd name="connsiteX59" fmla="*/ 4114838 w 5741575"/>
              <a:gd name="connsiteY59" fmla="*/ 238165 h 955271"/>
              <a:gd name="connsiteX60" fmla="*/ 4271023 w 5741575"/>
              <a:gd name="connsiteY60" fmla="*/ 241959 h 955271"/>
              <a:gd name="connsiteX61" fmla="*/ 4367397 w 5741575"/>
              <a:gd name="connsiteY61" fmla="*/ 271442 h 955271"/>
              <a:gd name="connsiteX62" fmla="*/ 4495366 w 5741575"/>
              <a:gd name="connsiteY62" fmla="*/ 271618 h 955271"/>
              <a:gd name="connsiteX63" fmla="*/ 4517347 w 5741575"/>
              <a:gd name="connsiteY63" fmla="*/ 275639 h 955271"/>
              <a:gd name="connsiteX64" fmla="*/ 4546116 w 5741575"/>
              <a:gd name="connsiteY64" fmla="*/ 268568 h 955271"/>
              <a:gd name="connsiteX65" fmla="*/ 4661259 w 5741575"/>
              <a:gd name="connsiteY65" fmla="*/ 238966 h 955271"/>
              <a:gd name="connsiteX66" fmla="*/ 4750403 w 5741575"/>
              <a:gd name="connsiteY66" fmla="*/ 204364 h 955271"/>
              <a:gd name="connsiteX67" fmla="*/ 4867614 w 5741575"/>
              <a:gd name="connsiteY67" fmla="*/ 208668 h 955271"/>
              <a:gd name="connsiteX68" fmla="*/ 4937036 w 5741575"/>
              <a:gd name="connsiteY68" fmla="*/ 195446 h 955271"/>
              <a:gd name="connsiteX69" fmla="*/ 5067740 w 5741575"/>
              <a:gd name="connsiteY69" fmla="*/ 172293 h 955271"/>
              <a:gd name="connsiteX70" fmla="*/ 5200247 w 5741575"/>
              <a:gd name="connsiteY70" fmla="*/ 142695 h 955271"/>
              <a:gd name="connsiteX71" fmla="*/ 5291963 w 5741575"/>
              <a:gd name="connsiteY71" fmla="*/ 139446 h 955271"/>
              <a:gd name="connsiteX72" fmla="*/ 5418472 w 5741575"/>
              <a:gd name="connsiteY72" fmla="*/ 89163 h 955271"/>
              <a:gd name="connsiteX73" fmla="*/ 5482354 w 5741575"/>
              <a:gd name="connsiteY73" fmla="*/ 69470 h 955271"/>
              <a:gd name="connsiteX74" fmla="*/ 5583280 w 5741575"/>
              <a:gd name="connsiteY74" fmla="*/ 49787 h 955271"/>
              <a:gd name="connsiteX75" fmla="*/ 5613766 w 5741575"/>
              <a:gd name="connsiteY75" fmla="*/ 41855 h 955271"/>
              <a:gd name="connsiteX76" fmla="*/ 5684952 w 5741575"/>
              <a:gd name="connsiteY76" fmla="*/ 26088 h 955271"/>
              <a:gd name="connsiteX77" fmla="*/ 5741575 w 5741575"/>
              <a:gd name="connsiteY77" fmla="*/ 0 h 955271"/>
              <a:gd name="connsiteX0" fmla="*/ 5741575 w 5741575"/>
              <a:gd name="connsiteY0" fmla="*/ 0 h 955271"/>
              <a:gd name="connsiteX1" fmla="*/ 5741575 w 5741575"/>
              <a:gd name="connsiteY1" fmla="*/ 955271 h 955271"/>
              <a:gd name="connsiteX2" fmla="*/ 0 w 5741575"/>
              <a:gd name="connsiteY2" fmla="*/ 955271 h 955271"/>
              <a:gd name="connsiteX3" fmla="*/ 8558 w 5741575"/>
              <a:gd name="connsiteY3" fmla="*/ 953971 h 955271"/>
              <a:gd name="connsiteX4" fmla="*/ 16894 w 5741575"/>
              <a:gd name="connsiteY4" fmla="*/ 953847 h 955271"/>
              <a:gd name="connsiteX5" fmla="*/ 28156 w 5741575"/>
              <a:gd name="connsiteY5" fmla="*/ 951374 h 955271"/>
              <a:gd name="connsiteX6" fmla="*/ 28293 w 5741575"/>
              <a:gd name="connsiteY6" fmla="*/ 950971 h 955271"/>
              <a:gd name="connsiteX7" fmla="*/ 59229 w 5741575"/>
              <a:gd name="connsiteY7" fmla="*/ 903950 h 955271"/>
              <a:gd name="connsiteX8" fmla="*/ 148657 w 5741575"/>
              <a:gd name="connsiteY8" fmla="*/ 898134 h 955271"/>
              <a:gd name="connsiteX9" fmla="*/ 174554 w 5741575"/>
              <a:gd name="connsiteY9" fmla="*/ 886351 h 955271"/>
              <a:gd name="connsiteX10" fmla="*/ 187633 w 5741575"/>
              <a:gd name="connsiteY10" fmla="*/ 878226 h 955271"/>
              <a:gd name="connsiteX11" fmla="*/ 187961 w 5741575"/>
              <a:gd name="connsiteY11" fmla="*/ 876538 h 955271"/>
              <a:gd name="connsiteX12" fmla="*/ 240501 w 5741575"/>
              <a:gd name="connsiteY12" fmla="*/ 873150 h 955271"/>
              <a:gd name="connsiteX13" fmla="*/ 246345 w 5741575"/>
              <a:gd name="connsiteY13" fmla="*/ 869942 h 955271"/>
              <a:gd name="connsiteX14" fmla="*/ 306299 w 5741575"/>
              <a:gd name="connsiteY14" fmla="*/ 873609 h 955271"/>
              <a:gd name="connsiteX15" fmla="*/ 331571 w 5741575"/>
              <a:gd name="connsiteY15" fmla="*/ 869866 h 955271"/>
              <a:gd name="connsiteX16" fmla="*/ 384157 w 5741575"/>
              <a:gd name="connsiteY16" fmla="*/ 867971 h 955271"/>
              <a:gd name="connsiteX17" fmla="*/ 477637 w 5741575"/>
              <a:gd name="connsiteY17" fmla="*/ 870334 h 955271"/>
              <a:gd name="connsiteX18" fmla="*/ 570239 w 5741575"/>
              <a:gd name="connsiteY18" fmla="*/ 829596 h 955271"/>
              <a:gd name="connsiteX19" fmla="*/ 772070 w 5741575"/>
              <a:gd name="connsiteY19" fmla="*/ 820296 h 955271"/>
              <a:gd name="connsiteX20" fmla="*/ 948872 w 5741575"/>
              <a:gd name="connsiteY20" fmla="*/ 772201 h 955271"/>
              <a:gd name="connsiteX21" fmla="*/ 1127089 w 5741575"/>
              <a:gd name="connsiteY21" fmla="*/ 746926 h 955271"/>
              <a:gd name="connsiteX22" fmla="*/ 1226314 w 5741575"/>
              <a:gd name="connsiteY22" fmla="*/ 722473 h 955271"/>
              <a:gd name="connsiteX23" fmla="*/ 1278773 w 5741575"/>
              <a:gd name="connsiteY23" fmla="*/ 711503 h 955271"/>
              <a:gd name="connsiteX24" fmla="*/ 1317691 w 5741575"/>
              <a:gd name="connsiteY24" fmla="*/ 708529 h 955271"/>
              <a:gd name="connsiteX25" fmla="*/ 1360404 w 5741575"/>
              <a:gd name="connsiteY25" fmla="*/ 675922 h 955271"/>
              <a:gd name="connsiteX26" fmla="*/ 1412292 w 5741575"/>
              <a:gd name="connsiteY26" fmla="*/ 670793 h 955271"/>
              <a:gd name="connsiteX27" fmla="*/ 1494753 w 5741575"/>
              <a:gd name="connsiteY27" fmla="*/ 644686 h 955271"/>
              <a:gd name="connsiteX28" fmla="*/ 1616217 w 5741575"/>
              <a:gd name="connsiteY28" fmla="*/ 622107 h 955271"/>
              <a:gd name="connsiteX29" fmla="*/ 1710928 w 5741575"/>
              <a:gd name="connsiteY29" fmla="*/ 600666 h 955271"/>
              <a:gd name="connsiteX30" fmla="*/ 1743718 w 5741575"/>
              <a:gd name="connsiteY30" fmla="*/ 584327 h 955271"/>
              <a:gd name="connsiteX31" fmla="*/ 1873778 w 5741575"/>
              <a:gd name="connsiteY31" fmla="*/ 530130 h 955271"/>
              <a:gd name="connsiteX32" fmla="*/ 1988411 w 5741575"/>
              <a:gd name="connsiteY32" fmla="*/ 491599 h 955271"/>
              <a:gd name="connsiteX33" fmla="*/ 2085507 w 5741575"/>
              <a:gd name="connsiteY33" fmla="*/ 498527 h 955271"/>
              <a:gd name="connsiteX34" fmla="*/ 2090767 w 5741575"/>
              <a:gd name="connsiteY34" fmla="*/ 490616 h 955271"/>
              <a:gd name="connsiteX35" fmla="*/ 2151143 w 5741575"/>
              <a:gd name="connsiteY35" fmla="*/ 478332 h 955271"/>
              <a:gd name="connsiteX36" fmla="*/ 2378710 w 5741575"/>
              <a:gd name="connsiteY36" fmla="*/ 477570 h 955271"/>
              <a:gd name="connsiteX37" fmla="*/ 2496256 w 5741575"/>
              <a:gd name="connsiteY37" fmla="*/ 452396 h 955271"/>
              <a:gd name="connsiteX38" fmla="*/ 2535387 w 5741575"/>
              <a:gd name="connsiteY38" fmla="*/ 436645 h 955271"/>
              <a:gd name="connsiteX39" fmla="*/ 2601109 w 5741575"/>
              <a:gd name="connsiteY39" fmla="*/ 410678 h 955271"/>
              <a:gd name="connsiteX40" fmla="*/ 2643855 w 5741575"/>
              <a:gd name="connsiteY40" fmla="*/ 374482 h 955271"/>
              <a:gd name="connsiteX41" fmla="*/ 2657726 w 5741575"/>
              <a:gd name="connsiteY41" fmla="*/ 365841 h 955271"/>
              <a:gd name="connsiteX42" fmla="*/ 2717296 w 5741575"/>
              <a:gd name="connsiteY42" fmla="*/ 362282 h 955271"/>
              <a:gd name="connsiteX43" fmla="*/ 2777227 w 5741575"/>
              <a:gd name="connsiteY43" fmla="*/ 368972 h 955271"/>
              <a:gd name="connsiteX44" fmla="*/ 2824768 w 5741575"/>
              <a:gd name="connsiteY44" fmla="*/ 361652 h 955271"/>
              <a:gd name="connsiteX45" fmla="*/ 2885545 w 5741575"/>
              <a:gd name="connsiteY45" fmla="*/ 372818 h 955271"/>
              <a:gd name="connsiteX46" fmla="*/ 3009558 w 5741575"/>
              <a:gd name="connsiteY46" fmla="*/ 370573 h 955271"/>
              <a:gd name="connsiteX47" fmla="*/ 3095010 w 5741575"/>
              <a:gd name="connsiteY47" fmla="*/ 332454 h 955271"/>
              <a:gd name="connsiteX48" fmla="*/ 3148998 w 5741575"/>
              <a:gd name="connsiteY48" fmla="*/ 315286 h 955271"/>
              <a:gd name="connsiteX49" fmla="*/ 3195264 w 5741575"/>
              <a:gd name="connsiteY49" fmla="*/ 293158 h 955271"/>
              <a:gd name="connsiteX50" fmla="*/ 3373785 w 5741575"/>
              <a:gd name="connsiteY50" fmla="*/ 255680 h 955271"/>
              <a:gd name="connsiteX51" fmla="*/ 3493851 w 5741575"/>
              <a:gd name="connsiteY51" fmla="*/ 240255 h 955271"/>
              <a:gd name="connsiteX52" fmla="*/ 3537470 w 5741575"/>
              <a:gd name="connsiteY52" fmla="*/ 241867 h 955271"/>
              <a:gd name="connsiteX53" fmla="*/ 3610489 w 5741575"/>
              <a:gd name="connsiteY53" fmla="*/ 244128 h 955271"/>
              <a:gd name="connsiteX54" fmla="*/ 3667539 w 5741575"/>
              <a:gd name="connsiteY54" fmla="*/ 263271 h 955271"/>
              <a:gd name="connsiteX55" fmla="*/ 3727614 w 5741575"/>
              <a:gd name="connsiteY55" fmla="*/ 258245 h 955271"/>
              <a:gd name="connsiteX56" fmla="*/ 3738369 w 5741575"/>
              <a:gd name="connsiteY56" fmla="*/ 234506 h 955271"/>
              <a:gd name="connsiteX57" fmla="*/ 3803670 w 5741575"/>
              <a:gd name="connsiteY57" fmla="*/ 236457 h 955271"/>
              <a:gd name="connsiteX58" fmla="*/ 3903080 w 5741575"/>
              <a:gd name="connsiteY58" fmla="*/ 241890 h 955271"/>
              <a:gd name="connsiteX59" fmla="*/ 4114838 w 5741575"/>
              <a:gd name="connsiteY59" fmla="*/ 238165 h 955271"/>
              <a:gd name="connsiteX60" fmla="*/ 4271023 w 5741575"/>
              <a:gd name="connsiteY60" fmla="*/ 241959 h 955271"/>
              <a:gd name="connsiteX61" fmla="*/ 4367397 w 5741575"/>
              <a:gd name="connsiteY61" fmla="*/ 271442 h 955271"/>
              <a:gd name="connsiteX62" fmla="*/ 4495366 w 5741575"/>
              <a:gd name="connsiteY62" fmla="*/ 271618 h 955271"/>
              <a:gd name="connsiteX63" fmla="*/ 4517347 w 5741575"/>
              <a:gd name="connsiteY63" fmla="*/ 275639 h 955271"/>
              <a:gd name="connsiteX64" fmla="*/ 4546116 w 5741575"/>
              <a:gd name="connsiteY64" fmla="*/ 268568 h 955271"/>
              <a:gd name="connsiteX65" fmla="*/ 4661259 w 5741575"/>
              <a:gd name="connsiteY65" fmla="*/ 238966 h 955271"/>
              <a:gd name="connsiteX66" fmla="*/ 4750403 w 5741575"/>
              <a:gd name="connsiteY66" fmla="*/ 204364 h 955271"/>
              <a:gd name="connsiteX67" fmla="*/ 4867614 w 5741575"/>
              <a:gd name="connsiteY67" fmla="*/ 208668 h 955271"/>
              <a:gd name="connsiteX68" fmla="*/ 4937036 w 5741575"/>
              <a:gd name="connsiteY68" fmla="*/ 195446 h 955271"/>
              <a:gd name="connsiteX69" fmla="*/ 5067740 w 5741575"/>
              <a:gd name="connsiteY69" fmla="*/ 172293 h 955271"/>
              <a:gd name="connsiteX70" fmla="*/ 5200247 w 5741575"/>
              <a:gd name="connsiteY70" fmla="*/ 142695 h 955271"/>
              <a:gd name="connsiteX71" fmla="*/ 5291963 w 5741575"/>
              <a:gd name="connsiteY71" fmla="*/ 139446 h 955271"/>
              <a:gd name="connsiteX72" fmla="*/ 5418472 w 5741575"/>
              <a:gd name="connsiteY72" fmla="*/ 89163 h 955271"/>
              <a:gd name="connsiteX73" fmla="*/ 5482354 w 5741575"/>
              <a:gd name="connsiteY73" fmla="*/ 69470 h 955271"/>
              <a:gd name="connsiteX74" fmla="*/ 5583280 w 5741575"/>
              <a:gd name="connsiteY74" fmla="*/ 49787 h 955271"/>
              <a:gd name="connsiteX75" fmla="*/ 5613766 w 5741575"/>
              <a:gd name="connsiteY75" fmla="*/ 41855 h 955271"/>
              <a:gd name="connsiteX76" fmla="*/ 5684952 w 5741575"/>
              <a:gd name="connsiteY76" fmla="*/ 26088 h 955271"/>
              <a:gd name="connsiteX77" fmla="*/ 5741575 w 5741575"/>
              <a:gd name="connsiteY77" fmla="*/ 0 h 955271"/>
              <a:gd name="connsiteX0" fmla="*/ 5741575 w 5741575"/>
              <a:gd name="connsiteY0" fmla="*/ 0 h 955271"/>
              <a:gd name="connsiteX1" fmla="*/ 5741575 w 5741575"/>
              <a:gd name="connsiteY1" fmla="*/ 955271 h 955271"/>
              <a:gd name="connsiteX2" fmla="*/ 0 w 5741575"/>
              <a:gd name="connsiteY2" fmla="*/ 955271 h 955271"/>
              <a:gd name="connsiteX3" fmla="*/ 8558 w 5741575"/>
              <a:gd name="connsiteY3" fmla="*/ 953971 h 955271"/>
              <a:gd name="connsiteX4" fmla="*/ 16894 w 5741575"/>
              <a:gd name="connsiteY4" fmla="*/ 953847 h 955271"/>
              <a:gd name="connsiteX5" fmla="*/ 28156 w 5741575"/>
              <a:gd name="connsiteY5" fmla="*/ 951374 h 955271"/>
              <a:gd name="connsiteX6" fmla="*/ 28293 w 5741575"/>
              <a:gd name="connsiteY6" fmla="*/ 950971 h 955271"/>
              <a:gd name="connsiteX7" fmla="*/ 59229 w 5741575"/>
              <a:gd name="connsiteY7" fmla="*/ 903950 h 955271"/>
              <a:gd name="connsiteX8" fmla="*/ 148657 w 5741575"/>
              <a:gd name="connsiteY8" fmla="*/ 898134 h 955271"/>
              <a:gd name="connsiteX9" fmla="*/ 174554 w 5741575"/>
              <a:gd name="connsiteY9" fmla="*/ 886351 h 955271"/>
              <a:gd name="connsiteX10" fmla="*/ 187633 w 5741575"/>
              <a:gd name="connsiteY10" fmla="*/ 878226 h 955271"/>
              <a:gd name="connsiteX11" fmla="*/ 187961 w 5741575"/>
              <a:gd name="connsiteY11" fmla="*/ 876538 h 955271"/>
              <a:gd name="connsiteX12" fmla="*/ 240501 w 5741575"/>
              <a:gd name="connsiteY12" fmla="*/ 873150 h 955271"/>
              <a:gd name="connsiteX13" fmla="*/ 246345 w 5741575"/>
              <a:gd name="connsiteY13" fmla="*/ 869942 h 955271"/>
              <a:gd name="connsiteX14" fmla="*/ 306299 w 5741575"/>
              <a:gd name="connsiteY14" fmla="*/ 873609 h 955271"/>
              <a:gd name="connsiteX15" fmla="*/ 331571 w 5741575"/>
              <a:gd name="connsiteY15" fmla="*/ 869866 h 955271"/>
              <a:gd name="connsiteX16" fmla="*/ 384157 w 5741575"/>
              <a:gd name="connsiteY16" fmla="*/ 867971 h 955271"/>
              <a:gd name="connsiteX17" fmla="*/ 477637 w 5741575"/>
              <a:gd name="connsiteY17" fmla="*/ 870334 h 955271"/>
              <a:gd name="connsiteX18" fmla="*/ 570239 w 5741575"/>
              <a:gd name="connsiteY18" fmla="*/ 829596 h 955271"/>
              <a:gd name="connsiteX19" fmla="*/ 772070 w 5741575"/>
              <a:gd name="connsiteY19" fmla="*/ 820296 h 955271"/>
              <a:gd name="connsiteX20" fmla="*/ 948872 w 5741575"/>
              <a:gd name="connsiteY20" fmla="*/ 772201 h 955271"/>
              <a:gd name="connsiteX21" fmla="*/ 1127089 w 5741575"/>
              <a:gd name="connsiteY21" fmla="*/ 746926 h 955271"/>
              <a:gd name="connsiteX22" fmla="*/ 1226314 w 5741575"/>
              <a:gd name="connsiteY22" fmla="*/ 722473 h 955271"/>
              <a:gd name="connsiteX23" fmla="*/ 1278773 w 5741575"/>
              <a:gd name="connsiteY23" fmla="*/ 711503 h 955271"/>
              <a:gd name="connsiteX24" fmla="*/ 1317691 w 5741575"/>
              <a:gd name="connsiteY24" fmla="*/ 708529 h 955271"/>
              <a:gd name="connsiteX25" fmla="*/ 1360404 w 5741575"/>
              <a:gd name="connsiteY25" fmla="*/ 675922 h 955271"/>
              <a:gd name="connsiteX26" fmla="*/ 1412292 w 5741575"/>
              <a:gd name="connsiteY26" fmla="*/ 670793 h 955271"/>
              <a:gd name="connsiteX27" fmla="*/ 1494753 w 5741575"/>
              <a:gd name="connsiteY27" fmla="*/ 644686 h 955271"/>
              <a:gd name="connsiteX28" fmla="*/ 1616217 w 5741575"/>
              <a:gd name="connsiteY28" fmla="*/ 622107 h 955271"/>
              <a:gd name="connsiteX29" fmla="*/ 1710928 w 5741575"/>
              <a:gd name="connsiteY29" fmla="*/ 600666 h 955271"/>
              <a:gd name="connsiteX30" fmla="*/ 1743718 w 5741575"/>
              <a:gd name="connsiteY30" fmla="*/ 584327 h 955271"/>
              <a:gd name="connsiteX31" fmla="*/ 1873778 w 5741575"/>
              <a:gd name="connsiteY31" fmla="*/ 530130 h 955271"/>
              <a:gd name="connsiteX32" fmla="*/ 1988411 w 5741575"/>
              <a:gd name="connsiteY32" fmla="*/ 491599 h 955271"/>
              <a:gd name="connsiteX33" fmla="*/ 2085507 w 5741575"/>
              <a:gd name="connsiteY33" fmla="*/ 498527 h 955271"/>
              <a:gd name="connsiteX34" fmla="*/ 2090767 w 5741575"/>
              <a:gd name="connsiteY34" fmla="*/ 490616 h 955271"/>
              <a:gd name="connsiteX35" fmla="*/ 2151143 w 5741575"/>
              <a:gd name="connsiteY35" fmla="*/ 478332 h 955271"/>
              <a:gd name="connsiteX36" fmla="*/ 2378710 w 5741575"/>
              <a:gd name="connsiteY36" fmla="*/ 477570 h 955271"/>
              <a:gd name="connsiteX37" fmla="*/ 2496256 w 5741575"/>
              <a:gd name="connsiteY37" fmla="*/ 452396 h 955271"/>
              <a:gd name="connsiteX38" fmla="*/ 2535387 w 5741575"/>
              <a:gd name="connsiteY38" fmla="*/ 436645 h 955271"/>
              <a:gd name="connsiteX39" fmla="*/ 2601109 w 5741575"/>
              <a:gd name="connsiteY39" fmla="*/ 410678 h 955271"/>
              <a:gd name="connsiteX40" fmla="*/ 2643855 w 5741575"/>
              <a:gd name="connsiteY40" fmla="*/ 374482 h 955271"/>
              <a:gd name="connsiteX41" fmla="*/ 2657726 w 5741575"/>
              <a:gd name="connsiteY41" fmla="*/ 365841 h 955271"/>
              <a:gd name="connsiteX42" fmla="*/ 2717296 w 5741575"/>
              <a:gd name="connsiteY42" fmla="*/ 362282 h 955271"/>
              <a:gd name="connsiteX43" fmla="*/ 2777227 w 5741575"/>
              <a:gd name="connsiteY43" fmla="*/ 368972 h 955271"/>
              <a:gd name="connsiteX44" fmla="*/ 2824768 w 5741575"/>
              <a:gd name="connsiteY44" fmla="*/ 361652 h 955271"/>
              <a:gd name="connsiteX45" fmla="*/ 2885545 w 5741575"/>
              <a:gd name="connsiteY45" fmla="*/ 372818 h 955271"/>
              <a:gd name="connsiteX46" fmla="*/ 3009558 w 5741575"/>
              <a:gd name="connsiteY46" fmla="*/ 370573 h 955271"/>
              <a:gd name="connsiteX47" fmla="*/ 3095010 w 5741575"/>
              <a:gd name="connsiteY47" fmla="*/ 332454 h 955271"/>
              <a:gd name="connsiteX48" fmla="*/ 3148998 w 5741575"/>
              <a:gd name="connsiteY48" fmla="*/ 315286 h 955271"/>
              <a:gd name="connsiteX49" fmla="*/ 3195264 w 5741575"/>
              <a:gd name="connsiteY49" fmla="*/ 293158 h 955271"/>
              <a:gd name="connsiteX50" fmla="*/ 3373785 w 5741575"/>
              <a:gd name="connsiteY50" fmla="*/ 255680 h 955271"/>
              <a:gd name="connsiteX51" fmla="*/ 3493851 w 5741575"/>
              <a:gd name="connsiteY51" fmla="*/ 240255 h 955271"/>
              <a:gd name="connsiteX52" fmla="*/ 3537470 w 5741575"/>
              <a:gd name="connsiteY52" fmla="*/ 241867 h 955271"/>
              <a:gd name="connsiteX53" fmla="*/ 3610489 w 5741575"/>
              <a:gd name="connsiteY53" fmla="*/ 244128 h 955271"/>
              <a:gd name="connsiteX54" fmla="*/ 3667539 w 5741575"/>
              <a:gd name="connsiteY54" fmla="*/ 263271 h 955271"/>
              <a:gd name="connsiteX55" fmla="*/ 3727614 w 5741575"/>
              <a:gd name="connsiteY55" fmla="*/ 258245 h 955271"/>
              <a:gd name="connsiteX56" fmla="*/ 3738369 w 5741575"/>
              <a:gd name="connsiteY56" fmla="*/ 234506 h 955271"/>
              <a:gd name="connsiteX57" fmla="*/ 3803670 w 5741575"/>
              <a:gd name="connsiteY57" fmla="*/ 236457 h 955271"/>
              <a:gd name="connsiteX58" fmla="*/ 3903080 w 5741575"/>
              <a:gd name="connsiteY58" fmla="*/ 241890 h 955271"/>
              <a:gd name="connsiteX59" fmla="*/ 4114838 w 5741575"/>
              <a:gd name="connsiteY59" fmla="*/ 238165 h 955271"/>
              <a:gd name="connsiteX60" fmla="*/ 4271023 w 5741575"/>
              <a:gd name="connsiteY60" fmla="*/ 241959 h 955271"/>
              <a:gd name="connsiteX61" fmla="*/ 4367397 w 5741575"/>
              <a:gd name="connsiteY61" fmla="*/ 271442 h 955271"/>
              <a:gd name="connsiteX62" fmla="*/ 4495366 w 5741575"/>
              <a:gd name="connsiteY62" fmla="*/ 271618 h 955271"/>
              <a:gd name="connsiteX63" fmla="*/ 4517347 w 5741575"/>
              <a:gd name="connsiteY63" fmla="*/ 275639 h 955271"/>
              <a:gd name="connsiteX64" fmla="*/ 4546116 w 5741575"/>
              <a:gd name="connsiteY64" fmla="*/ 268568 h 955271"/>
              <a:gd name="connsiteX65" fmla="*/ 4661259 w 5741575"/>
              <a:gd name="connsiteY65" fmla="*/ 238966 h 955271"/>
              <a:gd name="connsiteX66" fmla="*/ 4750403 w 5741575"/>
              <a:gd name="connsiteY66" fmla="*/ 204364 h 955271"/>
              <a:gd name="connsiteX67" fmla="*/ 4867614 w 5741575"/>
              <a:gd name="connsiteY67" fmla="*/ 208668 h 955271"/>
              <a:gd name="connsiteX68" fmla="*/ 4937036 w 5741575"/>
              <a:gd name="connsiteY68" fmla="*/ 195446 h 955271"/>
              <a:gd name="connsiteX69" fmla="*/ 5067740 w 5741575"/>
              <a:gd name="connsiteY69" fmla="*/ 172293 h 955271"/>
              <a:gd name="connsiteX70" fmla="*/ 5200247 w 5741575"/>
              <a:gd name="connsiteY70" fmla="*/ 142695 h 955271"/>
              <a:gd name="connsiteX71" fmla="*/ 5276878 w 5741575"/>
              <a:gd name="connsiteY71" fmla="*/ 125833 h 955271"/>
              <a:gd name="connsiteX72" fmla="*/ 5418472 w 5741575"/>
              <a:gd name="connsiteY72" fmla="*/ 89163 h 955271"/>
              <a:gd name="connsiteX73" fmla="*/ 5482354 w 5741575"/>
              <a:gd name="connsiteY73" fmla="*/ 69470 h 955271"/>
              <a:gd name="connsiteX74" fmla="*/ 5583280 w 5741575"/>
              <a:gd name="connsiteY74" fmla="*/ 49787 h 955271"/>
              <a:gd name="connsiteX75" fmla="*/ 5613766 w 5741575"/>
              <a:gd name="connsiteY75" fmla="*/ 41855 h 955271"/>
              <a:gd name="connsiteX76" fmla="*/ 5684952 w 5741575"/>
              <a:gd name="connsiteY76" fmla="*/ 26088 h 955271"/>
              <a:gd name="connsiteX77" fmla="*/ 5741575 w 5741575"/>
              <a:gd name="connsiteY77" fmla="*/ 0 h 955271"/>
              <a:gd name="connsiteX0" fmla="*/ 5741575 w 5741575"/>
              <a:gd name="connsiteY0" fmla="*/ 0 h 955271"/>
              <a:gd name="connsiteX1" fmla="*/ 5741575 w 5741575"/>
              <a:gd name="connsiteY1" fmla="*/ 955271 h 955271"/>
              <a:gd name="connsiteX2" fmla="*/ 0 w 5741575"/>
              <a:gd name="connsiteY2" fmla="*/ 955271 h 955271"/>
              <a:gd name="connsiteX3" fmla="*/ 8558 w 5741575"/>
              <a:gd name="connsiteY3" fmla="*/ 953971 h 955271"/>
              <a:gd name="connsiteX4" fmla="*/ 16894 w 5741575"/>
              <a:gd name="connsiteY4" fmla="*/ 953847 h 955271"/>
              <a:gd name="connsiteX5" fmla="*/ 28156 w 5741575"/>
              <a:gd name="connsiteY5" fmla="*/ 951374 h 955271"/>
              <a:gd name="connsiteX6" fmla="*/ 28293 w 5741575"/>
              <a:gd name="connsiteY6" fmla="*/ 950971 h 955271"/>
              <a:gd name="connsiteX7" fmla="*/ 59229 w 5741575"/>
              <a:gd name="connsiteY7" fmla="*/ 903950 h 955271"/>
              <a:gd name="connsiteX8" fmla="*/ 148657 w 5741575"/>
              <a:gd name="connsiteY8" fmla="*/ 898134 h 955271"/>
              <a:gd name="connsiteX9" fmla="*/ 174554 w 5741575"/>
              <a:gd name="connsiteY9" fmla="*/ 886351 h 955271"/>
              <a:gd name="connsiteX10" fmla="*/ 187633 w 5741575"/>
              <a:gd name="connsiteY10" fmla="*/ 878226 h 955271"/>
              <a:gd name="connsiteX11" fmla="*/ 187961 w 5741575"/>
              <a:gd name="connsiteY11" fmla="*/ 876538 h 955271"/>
              <a:gd name="connsiteX12" fmla="*/ 240501 w 5741575"/>
              <a:gd name="connsiteY12" fmla="*/ 873150 h 955271"/>
              <a:gd name="connsiteX13" fmla="*/ 246345 w 5741575"/>
              <a:gd name="connsiteY13" fmla="*/ 869942 h 955271"/>
              <a:gd name="connsiteX14" fmla="*/ 306299 w 5741575"/>
              <a:gd name="connsiteY14" fmla="*/ 873609 h 955271"/>
              <a:gd name="connsiteX15" fmla="*/ 331571 w 5741575"/>
              <a:gd name="connsiteY15" fmla="*/ 869866 h 955271"/>
              <a:gd name="connsiteX16" fmla="*/ 384157 w 5741575"/>
              <a:gd name="connsiteY16" fmla="*/ 867971 h 955271"/>
              <a:gd name="connsiteX17" fmla="*/ 477637 w 5741575"/>
              <a:gd name="connsiteY17" fmla="*/ 870334 h 955271"/>
              <a:gd name="connsiteX18" fmla="*/ 570239 w 5741575"/>
              <a:gd name="connsiteY18" fmla="*/ 829596 h 955271"/>
              <a:gd name="connsiteX19" fmla="*/ 772070 w 5741575"/>
              <a:gd name="connsiteY19" fmla="*/ 820296 h 955271"/>
              <a:gd name="connsiteX20" fmla="*/ 948872 w 5741575"/>
              <a:gd name="connsiteY20" fmla="*/ 772201 h 955271"/>
              <a:gd name="connsiteX21" fmla="*/ 1127089 w 5741575"/>
              <a:gd name="connsiteY21" fmla="*/ 746926 h 955271"/>
              <a:gd name="connsiteX22" fmla="*/ 1226314 w 5741575"/>
              <a:gd name="connsiteY22" fmla="*/ 722473 h 955271"/>
              <a:gd name="connsiteX23" fmla="*/ 1278773 w 5741575"/>
              <a:gd name="connsiteY23" fmla="*/ 711503 h 955271"/>
              <a:gd name="connsiteX24" fmla="*/ 1317691 w 5741575"/>
              <a:gd name="connsiteY24" fmla="*/ 708529 h 955271"/>
              <a:gd name="connsiteX25" fmla="*/ 1360404 w 5741575"/>
              <a:gd name="connsiteY25" fmla="*/ 675922 h 955271"/>
              <a:gd name="connsiteX26" fmla="*/ 1412292 w 5741575"/>
              <a:gd name="connsiteY26" fmla="*/ 670793 h 955271"/>
              <a:gd name="connsiteX27" fmla="*/ 1494753 w 5741575"/>
              <a:gd name="connsiteY27" fmla="*/ 644686 h 955271"/>
              <a:gd name="connsiteX28" fmla="*/ 1616217 w 5741575"/>
              <a:gd name="connsiteY28" fmla="*/ 622107 h 955271"/>
              <a:gd name="connsiteX29" fmla="*/ 1710928 w 5741575"/>
              <a:gd name="connsiteY29" fmla="*/ 600666 h 955271"/>
              <a:gd name="connsiteX30" fmla="*/ 1743718 w 5741575"/>
              <a:gd name="connsiteY30" fmla="*/ 584327 h 955271"/>
              <a:gd name="connsiteX31" fmla="*/ 1873778 w 5741575"/>
              <a:gd name="connsiteY31" fmla="*/ 530130 h 955271"/>
              <a:gd name="connsiteX32" fmla="*/ 1988411 w 5741575"/>
              <a:gd name="connsiteY32" fmla="*/ 491599 h 955271"/>
              <a:gd name="connsiteX33" fmla="*/ 2085507 w 5741575"/>
              <a:gd name="connsiteY33" fmla="*/ 498527 h 955271"/>
              <a:gd name="connsiteX34" fmla="*/ 2090767 w 5741575"/>
              <a:gd name="connsiteY34" fmla="*/ 490616 h 955271"/>
              <a:gd name="connsiteX35" fmla="*/ 2151143 w 5741575"/>
              <a:gd name="connsiteY35" fmla="*/ 478332 h 955271"/>
              <a:gd name="connsiteX36" fmla="*/ 2378710 w 5741575"/>
              <a:gd name="connsiteY36" fmla="*/ 477570 h 955271"/>
              <a:gd name="connsiteX37" fmla="*/ 2496256 w 5741575"/>
              <a:gd name="connsiteY37" fmla="*/ 452396 h 955271"/>
              <a:gd name="connsiteX38" fmla="*/ 2535387 w 5741575"/>
              <a:gd name="connsiteY38" fmla="*/ 436645 h 955271"/>
              <a:gd name="connsiteX39" fmla="*/ 2601109 w 5741575"/>
              <a:gd name="connsiteY39" fmla="*/ 410678 h 955271"/>
              <a:gd name="connsiteX40" fmla="*/ 2643855 w 5741575"/>
              <a:gd name="connsiteY40" fmla="*/ 374482 h 955271"/>
              <a:gd name="connsiteX41" fmla="*/ 2657726 w 5741575"/>
              <a:gd name="connsiteY41" fmla="*/ 365841 h 955271"/>
              <a:gd name="connsiteX42" fmla="*/ 2717296 w 5741575"/>
              <a:gd name="connsiteY42" fmla="*/ 362282 h 955271"/>
              <a:gd name="connsiteX43" fmla="*/ 2777227 w 5741575"/>
              <a:gd name="connsiteY43" fmla="*/ 368972 h 955271"/>
              <a:gd name="connsiteX44" fmla="*/ 2824768 w 5741575"/>
              <a:gd name="connsiteY44" fmla="*/ 361652 h 955271"/>
              <a:gd name="connsiteX45" fmla="*/ 2885545 w 5741575"/>
              <a:gd name="connsiteY45" fmla="*/ 372818 h 955271"/>
              <a:gd name="connsiteX46" fmla="*/ 3009558 w 5741575"/>
              <a:gd name="connsiteY46" fmla="*/ 370573 h 955271"/>
              <a:gd name="connsiteX47" fmla="*/ 3095010 w 5741575"/>
              <a:gd name="connsiteY47" fmla="*/ 332454 h 955271"/>
              <a:gd name="connsiteX48" fmla="*/ 3148998 w 5741575"/>
              <a:gd name="connsiteY48" fmla="*/ 315286 h 955271"/>
              <a:gd name="connsiteX49" fmla="*/ 3195264 w 5741575"/>
              <a:gd name="connsiteY49" fmla="*/ 293158 h 955271"/>
              <a:gd name="connsiteX50" fmla="*/ 3373785 w 5741575"/>
              <a:gd name="connsiteY50" fmla="*/ 255680 h 955271"/>
              <a:gd name="connsiteX51" fmla="*/ 3493851 w 5741575"/>
              <a:gd name="connsiteY51" fmla="*/ 240255 h 955271"/>
              <a:gd name="connsiteX52" fmla="*/ 3537470 w 5741575"/>
              <a:gd name="connsiteY52" fmla="*/ 241867 h 955271"/>
              <a:gd name="connsiteX53" fmla="*/ 3610489 w 5741575"/>
              <a:gd name="connsiteY53" fmla="*/ 244128 h 955271"/>
              <a:gd name="connsiteX54" fmla="*/ 3667539 w 5741575"/>
              <a:gd name="connsiteY54" fmla="*/ 263271 h 955271"/>
              <a:gd name="connsiteX55" fmla="*/ 3727614 w 5741575"/>
              <a:gd name="connsiteY55" fmla="*/ 258245 h 955271"/>
              <a:gd name="connsiteX56" fmla="*/ 3738369 w 5741575"/>
              <a:gd name="connsiteY56" fmla="*/ 234506 h 955271"/>
              <a:gd name="connsiteX57" fmla="*/ 3803670 w 5741575"/>
              <a:gd name="connsiteY57" fmla="*/ 236457 h 955271"/>
              <a:gd name="connsiteX58" fmla="*/ 3903080 w 5741575"/>
              <a:gd name="connsiteY58" fmla="*/ 241890 h 955271"/>
              <a:gd name="connsiteX59" fmla="*/ 4114838 w 5741575"/>
              <a:gd name="connsiteY59" fmla="*/ 238165 h 955271"/>
              <a:gd name="connsiteX60" fmla="*/ 4271023 w 5741575"/>
              <a:gd name="connsiteY60" fmla="*/ 241959 h 955271"/>
              <a:gd name="connsiteX61" fmla="*/ 4367397 w 5741575"/>
              <a:gd name="connsiteY61" fmla="*/ 271442 h 955271"/>
              <a:gd name="connsiteX62" fmla="*/ 4495366 w 5741575"/>
              <a:gd name="connsiteY62" fmla="*/ 271618 h 955271"/>
              <a:gd name="connsiteX63" fmla="*/ 4517347 w 5741575"/>
              <a:gd name="connsiteY63" fmla="*/ 275639 h 955271"/>
              <a:gd name="connsiteX64" fmla="*/ 4546116 w 5741575"/>
              <a:gd name="connsiteY64" fmla="*/ 268568 h 955271"/>
              <a:gd name="connsiteX65" fmla="*/ 4661259 w 5741575"/>
              <a:gd name="connsiteY65" fmla="*/ 238966 h 955271"/>
              <a:gd name="connsiteX66" fmla="*/ 4750403 w 5741575"/>
              <a:gd name="connsiteY66" fmla="*/ 204364 h 955271"/>
              <a:gd name="connsiteX67" fmla="*/ 4867614 w 5741575"/>
              <a:gd name="connsiteY67" fmla="*/ 208668 h 955271"/>
              <a:gd name="connsiteX68" fmla="*/ 4937036 w 5741575"/>
              <a:gd name="connsiteY68" fmla="*/ 195446 h 955271"/>
              <a:gd name="connsiteX69" fmla="*/ 5067740 w 5741575"/>
              <a:gd name="connsiteY69" fmla="*/ 172293 h 955271"/>
              <a:gd name="connsiteX70" fmla="*/ 5200247 w 5741575"/>
              <a:gd name="connsiteY70" fmla="*/ 142695 h 955271"/>
              <a:gd name="connsiteX71" fmla="*/ 5276878 w 5741575"/>
              <a:gd name="connsiteY71" fmla="*/ 125833 h 955271"/>
              <a:gd name="connsiteX72" fmla="*/ 5418472 w 5741575"/>
              <a:gd name="connsiteY72" fmla="*/ 89163 h 955271"/>
              <a:gd name="connsiteX73" fmla="*/ 5482354 w 5741575"/>
              <a:gd name="connsiteY73" fmla="*/ 69470 h 955271"/>
              <a:gd name="connsiteX74" fmla="*/ 5583280 w 5741575"/>
              <a:gd name="connsiteY74" fmla="*/ 49787 h 955271"/>
              <a:gd name="connsiteX75" fmla="*/ 5613766 w 5741575"/>
              <a:gd name="connsiteY75" fmla="*/ 41855 h 955271"/>
              <a:gd name="connsiteX76" fmla="*/ 5684952 w 5741575"/>
              <a:gd name="connsiteY76" fmla="*/ 26088 h 955271"/>
              <a:gd name="connsiteX77" fmla="*/ 5741575 w 5741575"/>
              <a:gd name="connsiteY77" fmla="*/ 0 h 955271"/>
              <a:gd name="connsiteX0" fmla="*/ 5741575 w 5741575"/>
              <a:gd name="connsiteY0" fmla="*/ 0 h 955271"/>
              <a:gd name="connsiteX1" fmla="*/ 5741575 w 5741575"/>
              <a:gd name="connsiteY1" fmla="*/ 955271 h 955271"/>
              <a:gd name="connsiteX2" fmla="*/ 0 w 5741575"/>
              <a:gd name="connsiteY2" fmla="*/ 955271 h 955271"/>
              <a:gd name="connsiteX3" fmla="*/ 8558 w 5741575"/>
              <a:gd name="connsiteY3" fmla="*/ 953971 h 955271"/>
              <a:gd name="connsiteX4" fmla="*/ 16894 w 5741575"/>
              <a:gd name="connsiteY4" fmla="*/ 953847 h 955271"/>
              <a:gd name="connsiteX5" fmla="*/ 28156 w 5741575"/>
              <a:gd name="connsiteY5" fmla="*/ 951374 h 955271"/>
              <a:gd name="connsiteX6" fmla="*/ 28293 w 5741575"/>
              <a:gd name="connsiteY6" fmla="*/ 950971 h 955271"/>
              <a:gd name="connsiteX7" fmla="*/ 59229 w 5741575"/>
              <a:gd name="connsiteY7" fmla="*/ 903950 h 955271"/>
              <a:gd name="connsiteX8" fmla="*/ 148657 w 5741575"/>
              <a:gd name="connsiteY8" fmla="*/ 898134 h 955271"/>
              <a:gd name="connsiteX9" fmla="*/ 174554 w 5741575"/>
              <a:gd name="connsiteY9" fmla="*/ 886351 h 955271"/>
              <a:gd name="connsiteX10" fmla="*/ 187633 w 5741575"/>
              <a:gd name="connsiteY10" fmla="*/ 878226 h 955271"/>
              <a:gd name="connsiteX11" fmla="*/ 187961 w 5741575"/>
              <a:gd name="connsiteY11" fmla="*/ 876538 h 955271"/>
              <a:gd name="connsiteX12" fmla="*/ 240501 w 5741575"/>
              <a:gd name="connsiteY12" fmla="*/ 873150 h 955271"/>
              <a:gd name="connsiteX13" fmla="*/ 246345 w 5741575"/>
              <a:gd name="connsiteY13" fmla="*/ 869942 h 955271"/>
              <a:gd name="connsiteX14" fmla="*/ 306299 w 5741575"/>
              <a:gd name="connsiteY14" fmla="*/ 873609 h 955271"/>
              <a:gd name="connsiteX15" fmla="*/ 331571 w 5741575"/>
              <a:gd name="connsiteY15" fmla="*/ 869866 h 955271"/>
              <a:gd name="connsiteX16" fmla="*/ 384157 w 5741575"/>
              <a:gd name="connsiteY16" fmla="*/ 867971 h 955271"/>
              <a:gd name="connsiteX17" fmla="*/ 477637 w 5741575"/>
              <a:gd name="connsiteY17" fmla="*/ 870334 h 955271"/>
              <a:gd name="connsiteX18" fmla="*/ 570239 w 5741575"/>
              <a:gd name="connsiteY18" fmla="*/ 829596 h 955271"/>
              <a:gd name="connsiteX19" fmla="*/ 772070 w 5741575"/>
              <a:gd name="connsiteY19" fmla="*/ 820296 h 955271"/>
              <a:gd name="connsiteX20" fmla="*/ 948872 w 5741575"/>
              <a:gd name="connsiteY20" fmla="*/ 772201 h 955271"/>
              <a:gd name="connsiteX21" fmla="*/ 1127089 w 5741575"/>
              <a:gd name="connsiteY21" fmla="*/ 746926 h 955271"/>
              <a:gd name="connsiteX22" fmla="*/ 1226314 w 5741575"/>
              <a:gd name="connsiteY22" fmla="*/ 722473 h 955271"/>
              <a:gd name="connsiteX23" fmla="*/ 1278773 w 5741575"/>
              <a:gd name="connsiteY23" fmla="*/ 711503 h 955271"/>
              <a:gd name="connsiteX24" fmla="*/ 1317691 w 5741575"/>
              <a:gd name="connsiteY24" fmla="*/ 708529 h 955271"/>
              <a:gd name="connsiteX25" fmla="*/ 1360404 w 5741575"/>
              <a:gd name="connsiteY25" fmla="*/ 675922 h 955271"/>
              <a:gd name="connsiteX26" fmla="*/ 1412292 w 5741575"/>
              <a:gd name="connsiteY26" fmla="*/ 670793 h 955271"/>
              <a:gd name="connsiteX27" fmla="*/ 1494753 w 5741575"/>
              <a:gd name="connsiteY27" fmla="*/ 644686 h 955271"/>
              <a:gd name="connsiteX28" fmla="*/ 1616217 w 5741575"/>
              <a:gd name="connsiteY28" fmla="*/ 622107 h 955271"/>
              <a:gd name="connsiteX29" fmla="*/ 1710928 w 5741575"/>
              <a:gd name="connsiteY29" fmla="*/ 600666 h 955271"/>
              <a:gd name="connsiteX30" fmla="*/ 1743718 w 5741575"/>
              <a:gd name="connsiteY30" fmla="*/ 584327 h 955271"/>
              <a:gd name="connsiteX31" fmla="*/ 1873778 w 5741575"/>
              <a:gd name="connsiteY31" fmla="*/ 530130 h 955271"/>
              <a:gd name="connsiteX32" fmla="*/ 1988411 w 5741575"/>
              <a:gd name="connsiteY32" fmla="*/ 491599 h 955271"/>
              <a:gd name="connsiteX33" fmla="*/ 2085507 w 5741575"/>
              <a:gd name="connsiteY33" fmla="*/ 498527 h 955271"/>
              <a:gd name="connsiteX34" fmla="*/ 2090767 w 5741575"/>
              <a:gd name="connsiteY34" fmla="*/ 490616 h 955271"/>
              <a:gd name="connsiteX35" fmla="*/ 2151143 w 5741575"/>
              <a:gd name="connsiteY35" fmla="*/ 478332 h 955271"/>
              <a:gd name="connsiteX36" fmla="*/ 2378710 w 5741575"/>
              <a:gd name="connsiteY36" fmla="*/ 477570 h 955271"/>
              <a:gd name="connsiteX37" fmla="*/ 2496256 w 5741575"/>
              <a:gd name="connsiteY37" fmla="*/ 452396 h 955271"/>
              <a:gd name="connsiteX38" fmla="*/ 2535387 w 5741575"/>
              <a:gd name="connsiteY38" fmla="*/ 436645 h 955271"/>
              <a:gd name="connsiteX39" fmla="*/ 2601109 w 5741575"/>
              <a:gd name="connsiteY39" fmla="*/ 410678 h 955271"/>
              <a:gd name="connsiteX40" fmla="*/ 2643855 w 5741575"/>
              <a:gd name="connsiteY40" fmla="*/ 374482 h 955271"/>
              <a:gd name="connsiteX41" fmla="*/ 2657726 w 5741575"/>
              <a:gd name="connsiteY41" fmla="*/ 365841 h 955271"/>
              <a:gd name="connsiteX42" fmla="*/ 2717296 w 5741575"/>
              <a:gd name="connsiteY42" fmla="*/ 362282 h 955271"/>
              <a:gd name="connsiteX43" fmla="*/ 2777227 w 5741575"/>
              <a:gd name="connsiteY43" fmla="*/ 368972 h 955271"/>
              <a:gd name="connsiteX44" fmla="*/ 2824768 w 5741575"/>
              <a:gd name="connsiteY44" fmla="*/ 361652 h 955271"/>
              <a:gd name="connsiteX45" fmla="*/ 2885545 w 5741575"/>
              <a:gd name="connsiteY45" fmla="*/ 372818 h 955271"/>
              <a:gd name="connsiteX46" fmla="*/ 3009558 w 5741575"/>
              <a:gd name="connsiteY46" fmla="*/ 370573 h 955271"/>
              <a:gd name="connsiteX47" fmla="*/ 3095010 w 5741575"/>
              <a:gd name="connsiteY47" fmla="*/ 332454 h 955271"/>
              <a:gd name="connsiteX48" fmla="*/ 3148998 w 5741575"/>
              <a:gd name="connsiteY48" fmla="*/ 315286 h 955271"/>
              <a:gd name="connsiteX49" fmla="*/ 3195264 w 5741575"/>
              <a:gd name="connsiteY49" fmla="*/ 293158 h 955271"/>
              <a:gd name="connsiteX50" fmla="*/ 3373785 w 5741575"/>
              <a:gd name="connsiteY50" fmla="*/ 255680 h 955271"/>
              <a:gd name="connsiteX51" fmla="*/ 3493851 w 5741575"/>
              <a:gd name="connsiteY51" fmla="*/ 240255 h 955271"/>
              <a:gd name="connsiteX52" fmla="*/ 3537470 w 5741575"/>
              <a:gd name="connsiteY52" fmla="*/ 241867 h 955271"/>
              <a:gd name="connsiteX53" fmla="*/ 3610489 w 5741575"/>
              <a:gd name="connsiteY53" fmla="*/ 244128 h 955271"/>
              <a:gd name="connsiteX54" fmla="*/ 3667539 w 5741575"/>
              <a:gd name="connsiteY54" fmla="*/ 263271 h 955271"/>
              <a:gd name="connsiteX55" fmla="*/ 3727614 w 5741575"/>
              <a:gd name="connsiteY55" fmla="*/ 258245 h 955271"/>
              <a:gd name="connsiteX56" fmla="*/ 3738369 w 5741575"/>
              <a:gd name="connsiteY56" fmla="*/ 234506 h 955271"/>
              <a:gd name="connsiteX57" fmla="*/ 3803670 w 5741575"/>
              <a:gd name="connsiteY57" fmla="*/ 236457 h 955271"/>
              <a:gd name="connsiteX58" fmla="*/ 3903080 w 5741575"/>
              <a:gd name="connsiteY58" fmla="*/ 241890 h 955271"/>
              <a:gd name="connsiteX59" fmla="*/ 4114838 w 5741575"/>
              <a:gd name="connsiteY59" fmla="*/ 238165 h 955271"/>
              <a:gd name="connsiteX60" fmla="*/ 4271023 w 5741575"/>
              <a:gd name="connsiteY60" fmla="*/ 241959 h 955271"/>
              <a:gd name="connsiteX61" fmla="*/ 4367397 w 5741575"/>
              <a:gd name="connsiteY61" fmla="*/ 271442 h 955271"/>
              <a:gd name="connsiteX62" fmla="*/ 4495366 w 5741575"/>
              <a:gd name="connsiteY62" fmla="*/ 271618 h 955271"/>
              <a:gd name="connsiteX63" fmla="*/ 4517347 w 5741575"/>
              <a:gd name="connsiteY63" fmla="*/ 275639 h 955271"/>
              <a:gd name="connsiteX64" fmla="*/ 4546116 w 5741575"/>
              <a:gd name="connsiteY64" fmla="*/ 268568 h 955271"/>
              <a:gd name="connsiteX65" fmla="*/ 4661259 w 5741575"/>
              <a:gd name="connsiteY65" fmla="*/ 238966 h 955271"/>
              <a:gd name="connsiteX66" fmla="*/ 4750403 w 5741575"/>
              <a:gd name="connsiteY66" fmla="*/ 204364 h 955271"/>
              <a:gd name="connsiteX67" fmla="*/ 4867614 w 5741575"/>
              <a:gd name="connsiteY67" fmla="*/ 208668 h 955271"/>
              <a:gd name="connsiteX68" fmla="*/ 4937036 w 5741575"/>
              <a:gd name="connsiteY68" fmla="*/ 195446 h 955271"/>
              <a:gd name="connsiteX69" fmla="*/ 5067740 w 5741575"/>
              <a:gd name="connsiteY69" fmla="*/ 172293 h 955271"/>
              <a:gd name="connsiteX70" fmla="*/ 5200247 w 5741575"/>
              <a:gd name="connsiteY70" fmla="*/ 142695 h 955271"/>
              <a:gd name="connsiteX71" fmla="*/ 5276878 w 5741575"/>
              <a:gd name="connsiteY71" fmla="*/ 125833 h 955271"/>
              <a:gd name="connsiteX72" fmla="*/ 5373216 w 5741575"/>
              <a:gd name="connsiteY72" fmla="*/ 102777 h 955271"/>
              <a:gd name="connsiteX73" fmla="*/ 5482354 w 5741575"/>
              <a:gd name="connsiteY73" fmla="*/ 69470 h 955271"/>
              <a:gd name="connsiteX74" fmla="*/ 5583280 w 5741575"/>
              <a:gd name="connsiteY74" fmla="*/ 49787 h 955271"/>
              <a:gd name="connsiteX75" fmla="*/ 5613766 w 5741575"/>
              <a:gd name="connsiteY75" fmla="*/ 41855 h 955271"/>
              <a:gd name="connsiteX76" fmla="*/ 5684952 w 5741575"/>
              <a:gd name="connsiteY76" fmla="*/ 26088 h 955271"/>
              <a:gd name="connsiteX77" fmla="*/ 5741575 w 5741575"/>
              <a:gd name="connsiteY77" fmla="*/ 0 h 955271"/>
              <a:gd name="connsiteX0" fmla="*/ 5741575 w 5741575"/>
              <a:gd name="connsiteY0" fmla="*/ 0 h 955271"/>
              <a:gd name="connsiteX1" fmla="*/ 5741575 w 5741575"/>
              <a:gd name="connsiteY1" fmla="*/ 955271 h 955271"/>
              <a:gd name="connsiteX2" fmla="*/ 0 w 5741575"/>
              <a:gd name="connsiteY2" fmla="*/ 955271 h 955271"/>
              <a:gd name="connsiteX3" fmla="*/ 8558 w 5741575"/>
              <a:gd name="connsiteY3" fmla="*/ 953971 h 955271"/>
              <a:gd name="connsiteX4" fmla="*/ 16894 w 5741575"/>
              <a:gd name="connsiteY4" fmla="*/ 953847 h 955271"/>
              <a:gd name="connsiteX5" fmla="*/ 28156 w 5741575"/>
              <a:gd name="connsiteY5" fmla="*/ 951374 h 955271"/>
              <a:gd name="connsiteX6" fmla="*/ 28293 w 5741575"/>
              <a:gd name="connsiteY6" fmla="*/ 950971 h 955271"/>
              <a:gd name="connsiteX7" fmla="*/ 59229 w 5741575"/>
              <a:gd name="connsiteY7" fmla="*/ 903950 h 955271"/>
              <a:gd name="connsiteX8" fmla="*/ 148657 w 5741575"/>
              <a:gd name="connsiteY8" fmla="*/ 898134 h 955271"/>
              <a:gd name="connsiteX9" fmla="*/ 174554 w 5741575"/>
              <a:gd name="connsiteY9" fmla="*/ 886351 h 955271"/>
              <a:gd name="connsiteX10" fmla="*/ 187633 w 5741575"/>
              <a:gd name="connsiteY10" fmla="*/ 878226 h 955271"/>
              <a:gd name="connsiteX11" fmla="*/ 187961 w 5741575"/>
              <a:gd name="connsiteY11" fmla="*/ 876538 h 955271"/>
              <a:gd name="connsiteX12" fmla="*/ 240501 w 5741575"/>
              <a:gd name="connsiteY12" fmla="*/ 873150 h 955271"/>
              <a:gd name="connsiteX13" fmla="*/ 246345 w 5741575"/>
              <a:gd name="connsiteY13" fmla="*/ 869942 h 955271"/>
              <a:gd name="connsiteX14" fmla="*/ 306299 w 5741575"/>
              <a:gd name="connsiteY14" fmla="*/ 873609 h 955271"/>
              <a:gd name="connsiteX15" fmla="*/ 331571 w 5741575"/>
              <a:gd name="connsiteY15" fmla="*/ 869866 h 955271"/>
              <a:gd name="connsiteX16" fmla="*/ 384157 w 5741575"/>
              <a:gd name="connsiteY16" fmla="*/ 867971 h 955271"/>
              <a:gd name="connsiteX17" fmla="*/ 477637 w 5741575"/>
              <a:gd name="connsiteY17" fmla="*/ 870334 h 955271"/>
              <a:gd name="connsiteX18" fmla="*/ 570239 w 5741575"/>
              <a:gd name="connsiteY18" fmla="*/ 829596 h 955271"/>
              <a:gd name="connsiteX19" fmla="*/ 772070 w 5741575"/>
              <a:gd name="connsiteY19" fmla="*/ 820296 h 955271"/>
              <a:gd name="connsiteX20" fmla="*/ 948872 w 5741575"/>
              <a:gd name="connsiteY20" fmla="*/ 772201 h 955271"/>
              <a:gd name="connsiteX21" fmla="*/ 1127089 w 5741575"/>
              <a:gd name="connsiteY21" fmla="*/ 746926 h 955271"/>
              <a:gd name="connsiteX22" fmla="*/ 1226314 w 5741575"/>
              <a:gd name="connsiteY22" fmla="*/ 722473 h 955271"/>
              <a:gd name="connsiteX23" fmla="*/ 1278773 w 5741575"/>
              <a:gd name="connsiteY23" fmla="*/ 711503 h 955271"/>
              <a:gd name="connsiteX24" fmla="*/ 1317691 w 5741575"/>
              <a:gd name="connsiteY24" fmla="*/ 708529 h 955271"/>
              <a:gd name="connsiteX25" fmla="*/ 1360404 w 5741575"/>
              <a:gd name="connsiteY25" fmla="*/ 675922 h 955271"/>
              <a:gd name="connsiteX26" fmla="*/ 1412292 w 5741575"/>
              <a:gd name="connsiteY26" fmla="*/ 670793 h 955271"/>
              <a:gd name="connsiteX27" fmla="*/ 1494753 w 5741575"/>
              <a:gd name="connsiteY27" fmla="*/ 644686 h 955271"/>
              <a:gd name="connsiteX28" fmla="*/ 1616217 w 5741575"/>
              <a:gd name="connsiteY28" fmla="*/ 622107 h 955271"/>
              <a:gd name="connsiteX29" fmla="*/ 1710928 w 5741575"/>
              <a:gd name="connsiteY29" fmla="*/ 600666 h 955271"/>
              <a:gd name="connsiteX30" fmla="*/ 1743718 w 5741575"/>
              <a:gd name="connsiteY30" fmla="*/ 584327 h 955271"/>
              <a:gd name="connsiteX31" fmla="*/ 1873778 w 5741575"/>
              <a:gd name="connsiteY31" fmla="*/ 530130 h 955271"/>
              <a:gd name="connsiteX32" fmla="*/ 1988411 w 5741575"/>
              <a:gd name="connsiteY32" fmla="*/ 491599 h 955271"/>
              <a:gd name="connsiteX33" fmla="*/ 2085507 w 5741575"/>
              <a:gd name="connsiteY33" fmla="*/ 498527 h 955271"/>
              <a:gd name="connsiteX34" fmla="*/ 2090767 w 5741575"/>
              <a:gd name="connsiteY34" fmla="*/ 490616 h 955271"/>
              <a:gd name="connsiteX35" fmla="*/ 2151143 w 5741575"/>
              <a:gd name="connsiteY35" fmla="*/ 478332 h 955271"/>
              <a:gd name="connsiteX36" fmla="*/ 2378710 w 5741575"/>
              <a:gd name="connsiteY36" fmla="*/ 477570 h 955271"/>
              <a:gd name="connsiteX37" fmla="*/ 2496256 w 5741575"/>
              <a:gd name="connsiteY37" fmla="*/ 452396 h 955271"/>
              <a:gd name="connsiteX38" fmla="*/ 2535387 w 5741575"/>
              <a:gd name="connsiteY38" fmla="*/ 436645 h 955271"/>
              <a:gd name="connsiteX39" fmla="*/ 2601109 w 5741575"/>
              <a:gd name="connsiteY39" fmla="*/ 410678 h 955271"/>
              <a:gd name="connsiteX40" fmla="*/ 2643855 w 5741575"/>
              <a:gd name="connsiteY40" fmla="*/ 374482 h 955271"/>
              <a:gd name="connsiteX41" fmla="*/ 2657726 w 5741575"/>
              <a:gd name="connsiteY41" fmla="*/ 365841 h 955271"/>
              <a:gd name="connsiteX42" fmla="*/ 2717296 w 5741575"/>
              <a:gd name="connsiteY42" fmla="*/ 362282 h 955271"/>
              <a:gd name="connsiteX43" fmla="*/ 2777227 w 5741575"/>
              <a:gd name="connsiteY43" fmla="*/ 368972 h 955271"/>
              <a:gd name="connsiteX44" fmla="*/ 2824768 w 5741575"/>
              <a:gd name="connsiteY44" fmla="*/ 361652 h 955271"/>
              <a:gd name="connsiteX45" fmla="*/ 2885545 w 5741575"/>
              <a:gd name="connsiteY45" fmla="*/ 372818 h 955271"/>
              <a:gd name="connsiteX46" fmla="*/ 3009558 w 5741575"/>
              <a:gd name="connsiteY46" fmla="*/ 370573 h 955271"/>
              <a:gd name="connsiteX47" fmla="*/ 3095010 w 5741575"/>
              <a:gd name="connsiteY47" fmla="*/ 332454 h 955271"/>
              <a:gd name="connsiteX48" fmla="*/ 3148998 w 5741575"/>
              <a:gd name="connsiteY48" fmla="*/ 315286 h 955271"/>
              <a:gd name="connsiteX49" fmla="*/ 3195264 w 5741575"/>
              <a:gd name="connsiteY49" fmla="*/ 293158 h 955271"/>
              <a:gd name="connsiteX50" fmla="*/ 3373785 w 5741575"/>
              <a:gd name="connsiteY50" fmla="*/ 255680 h 955271"/>
              <a:gd name="connsiteX51" fmla="*/ 3493851 w 5741575"/>
              <a:gd name="connsiteY51" fmla="*/ 240255 h 955271"/>
              <a:gd name="connsiteX52" fmla="*/ 3537470 w 5741575"/>
              <a:gd name="connsiteY52" fmla="*/ 241867 h 955271"/>
              <a:gd name="connsiteX53" fmla="*/ 3610489 w 5741575"/>
              <a:gd name="connsiteY53" fmla="*/ 244128 h 955271"/>
              <a:gd name="connsiteX54" fmla="*/ 3667539 w 5741575"/>
              <a:gd name="connsiteY54" fmla="*/ 263271 h 955271"/>
              <a:gd name="connsiteX55" fmla="*/ 3727614 w 5741575"/>
              <a:gd name="connsiteY55" fmla="*/ 258245 h 955271"/>
              <a:gd name="connsiteX56" fmla="*/ 3738369 w 5741575"/>
              <a:gd name="connsiteY56" fmla="*/ 234506 h 955271"/>
              <a:gd name="connsiteX57" fmla="*/ 3803670 w 5741575"/>
              <a:gd name="connsiteY57" fmla="*/ 236457 h 955271"/>
              <a:gd name="connsiteX58" fmla="*/ 3903080 w 5741575"/>
              <a:gd name="connsiteY58" fmla="*/ 241890 h 955271"/>
              <a:gd name="connsiteX59" fmla="*/ 4114838 w 5741575"/>
              <a:gd name="connsiteY59" fmla="*/ 238165 h 955271"/>
              <a:gd name="connsiteX60" fmla="*/ 4271023 w 5741575"/>
              <a:gd name="connsiteY60" fmla="*/ 241959 h 955271"/>
              <a:gd name="connsiteX61" fmla="*/ 4367397 w 5741575"/>
              <a:gd name="connsiteY61" fmla="*/ 271442 h 955271"/>
              <a:gd name="connsiteX62" fmla="*/ 4495366 w 5741575"/>
              <a:gd name="connsiteY62" fmla="*/ 271618 h 955271"/>
              <a:gd name="connsiteX63" fmla="*/ 4517347 w 5741575"/>
              <a:gd name="connsiteY63" fmla="*/ 275639 h 955271"/>
              <a:gd name="connsiteX64" fmla="*/ 4546116 w 5741575"/>
              <a:gd name="connsiteY64" fmla="*/ 268568 h 955271"/>
              <a:gd name="connsiteX65" fmla="*/ 4661259 w 5741575"/>
              <a:gd name="connsiteY65" fmla="*/ 238966 h 955271"/>
              <a:gd name="connsiteX66" fmla="*/ 4750403 w 5741575"/>
              <a:gd name="connsiteY66" fmla="*/ 204364 h 955271"/>
              <a:gd name="connsiteX67" fmla="*/ 4867614 w 5741575"/>
              <a:gd name="connsiteY67" fmla="*/ 208668 h 955271"/>
              <a:gd name="connsiteX68" fmla="*/ 4937036 w 5741575"/>
              <a:gd name="connsiteY68" fmla="*/ 195446 h 955271"/>
              <a:gd name="connsiteX69" fmla="*/ 5067740 w 5741575"/>
              <a:gd name="connsiteY69" fmla="*/ 172293 h 955271"/>
              <a:gd name="connsiteX70" fmla="*/ 5200247 w 5741575"/>
              <a:gd name="connsiteY70" fmla="*/ 142695 h 955271"/>
              <a:gd name="connsiteX71" fmla="*/ 5276878 w 5741575"/>
              <a:gd name="connsiteY71" fmla="*/ 125833 h 955271"/>
              <a:gd name="connsiteX72" fmla="*/ 5373216 w 5741575"/>
              <a:gd name="connsiteY72" fmla="*/ 111851 h 955271"/>
              <a:gd name="connsiteX73" fmla="*/ 5482354 w 5741575"/>
              <a:gd name="connsiteY73" fmla="*/ 69470 h 955271"/>
              <a:gd name="connsiteX74" fmla="*/ 5583280 w 5741575"/>
              <a:gd name="connsiteY74" fmla="*/ 49787 h 955271"/>
              <a:gd name="connsiteX75" fmla="*/ 5613766 w 5741575"/>
              <a:gd name="connsiteY75" fmla="*/ 41855 h 955271"/>
              <a:gd name="connsiteX76" fmla="*/ 5684952 w 5741575"/>
              <a:gd name="connsiteY76" fmla="*/ 26088 h 955271"/>
              <a:gd name="connsiteX77" fmla="*/ 5741575 w 5741575"/>
              <a:gd name="connsiteY77" fmla="*/ 0 h 955271"/>
              <a:gd name="connsiteX0" fmla="*/ 5741575 w 5741575"/>
              <a:gd name="connsiteY0" fmla="*/ 0 h 955271"/>
              <a:gd name="connsiteX1" fmla="*/ 5741575 w 5741575"/>
              <a:gd name="connsiteY1" fmla="*/ 955271 h 955271"/>
              <a:gd name="connsiteX2" fmla="*/ 0 w 5741575"/>
              <a:gd name="connsiteY2" fmla="*/ 955271 h 955271"/>
              <a:gd name="connsiteX3" fmla="*/ 8558 w 5741575"/>
              <a:gd name="connsiteY3" fmla="*/ 953971 h 955271"/>
              <a:gd name="connsiteX4" fmla="*/ 16894 w 5741575"/>
              <a:gd name="connsiteY4" fmla="*/ 953847 h 955271"/>
              <a:gd name="connsiteX5" fmla="*/ 28156 w 5741575"/>
              <a:gd name="connsiteY5" fmla="*/ 951374 h 955271"/>
              <a:gd name="connsiteX6" fmla="*/ 28293 w 5741575"/>
              <a:gd name="connsiteY6" fmla="*/ 950971 h 955271"/>
              <a:gd name="connsiteX7" fmla="*/ 59229 w 5741575"/>
              <a:gd name="connsiteY7" fmla="*/ 903950 h 955271"/>
              <a:gd name="connsiteX8" fmla="*/ 148657 w 5741575"/>
              <a:gd name="connsiteY8" fmla="*/ 898134 h 955271"/>
              <a:gd name="connsiteX9" fmla="*/ 174554 w 5741575"/>
              <a:gd name="connsiteY9" fmla="*/ 886351 h 955271"/>
              <a:gd name="connsiteX10" fmla="*/ 187633 w 5741575"/>
              <a:gd name="connsiteY10" fmla="*/ 878226 h 955271"/>
              <a:gd name="connsiteX11" fmla="*/ 187961 w 5741575"/>
              <a:gd name="connsiteY11" fmla="*/ 876538 h 955271"/>
              <a:gd name="connsiteX12" fmla="*/ 240501 w 5741575"/>
              <a:gd name="connsiteY12" fmla="*/ 873150 h 955271"/>
              <a:gd name="connsiteX13" fmla="*/ 246345 w 5741575"/>
              <a:gd name="connsiteY13" fmla="*/ 869942 h 955271"/>
              <a:gd name="connsiteX14" fmla="*/ 306299 w 5741575"/>
              <a:gd name="connsiteY14" fmla="*/ 873609 h 955271"/>
              <a:gd name="connsiteX15" fmla="*/ 331571 w 5741575"/>
              <a:gd name="connsiteY15" fmla="*/ 869866 h 955271"/>
              <a:gd name="connsiteX16" fmla="*/ 384157 w 5741575"/>
              <a:gd name="connsiteY16" fmla="*/ 867971 h 955271"/>
              <a:gd name="connsiteX17" fmla="*/ 477637 w 5741575"/>
              <a:gd name="connsiteY17" fmla="*/ 870334 h 955271"/>
              <a:gd name="connsiteX18" fmla="*/ 570239 w 5741575"/>
              <a:gd name="connsiteY18" fmla="*/ 829596 h 955271"/>
              <a:gd name="connsiteX19" fmla="*/ 772070 w 5741575"/>
              <a:gd name="connsiteY19" fmla="*/ 820296 h 955271"/>
              <a:gd name="connsiteX20" fmla="*/ 948872 w 5741575"/>
              <a:gd name="connsiteY20" fmla="*/ 772201 h 955271"/>
              <a:gd name="connsiteX21" fmla="*/ 1127089 w 5741575"/>
              <a:gd name="connsiteY21" fmla="*/ 746926 h 955271"/>
              <a:gd name="connsiteX22" fmla="*/ 1226314 w 5741575"/>
              <a:gd name="connsiteY22" fmla="*/ 722473 h 955271"/>
              <a:gd name="connsiteX23" fmla="*/ 1278773 w 5741575"/>
              <a:gd name="connsiteY23" fmla="*/ 711503 h 955271"/>
              <a:gd name="connsiteX24" fmla="*/ 1317691 w 5741575"/>
              <a:gd name="connsiteY24" fmla="*/ 708529 h 955271"/>
              <a:gd name="connsiteX25" fmla="*/ 1360404 w 5741575"/>
              <a:gd name="connsiteY25" fmla="*/ 675922 h 955271"/>
              <a:gd name="connsiteX26" fmla="*/ 1412292 w 5741575"/>
              <a:gd name="connsiteY26" fmla="*/ 670793 h 955271"/>
              <a:gd name="connsiteX27" fmla="*/ 1494753 w 5741575"/>
              <a:gd name="connsiteY27" fmla="*/ 644686 h 955271"/>
              <a:gd name="connsiteX28" fmla="*/ 1616217 w 5741575"/>
              <a:gd name="connsiteY28" fmla="*/ 622107 h 955271"/>
              <a:gd name="connsiteX29" fmla="*/ 1710928 w 5741575"/>
              <a:gd name="connsiteY29" fmla="*/ 600666 h 955271"/>
              <a:gd name="connsiteX30" fmla="*/ 1743718 w 5741575"/>
              <a:gd name="connsiteY30" fmla="*/ 584327 h 955271"/>
              <a:gd name="connsiteX31" fmla="*/ 1873778 w 5741575"/>
              <a:gd name="connsiteY31" fmla="*/ 530130 h 955271"/>
              <a:gd name="connsiteX32" fmla="*/ 1988411 w 5741575"/>
              <a:gd name="connsiteY32" fmla="*/ 491599 h 955271"/>
              <a:gd name="connsiteX33" fmla="*/ 2085507 w 5741575"/>
              <a:gd name="connsiteY33" fmla="*/ 498527 h 955271"/>
              <a:gd name="connsiteX34" fmla="*/ 2090767 w 5741575"/>
              <a:gd name="connsiteY34" fmla="*/ 490616 h 955271"/>
              <a:gd name="connsiteX35" fmla="*/ 2151143 w 5741575"/>
              <a:gd name="connsiteY35" fmla="*/ 478332 h 955271"/>
              <a:gd name="connsiteX36" fmla="*/ 2378710 w 5741575"/>
              <a:gd name="connsiteY36" fmla="*/ 477570 h 955271"/>
              <a:gd name="connsiteX37" fmla="*/ 2496256 w 5741575"/>
              <a:gd name="connsiteY37" fmla="*/ 452396 h 955271"/>
              <a:gd name="connsiteX38" fmla="*/ 2535387 w 5741575"/>
              <a:gd name="connsiteY38" fmla="*/ 436645 h 955271"/>
              <a:gd name="connsiteX39" fmla="*/ 2601109 w 5741575"/>
              <a:gd name="connsiteY39" fmla="*/ 410678 h 955271"/>
              <a:gd name="connsiteX40" fmla="*/ 2643855 w 5741575"/>
              <a:gd name="connsiteY40" fmla="*/ 374482 h 955271"/>
              <a:gd name="connsiteX41" fmla="*/ 2657726 w 5741575"/>
              <a:gd name="connsiteY41" fmla="*/ 365841 h 955271"/>
              <a:gd name="connsiteX42" fmla="*/ 2717296 w 5741575"/>
              <a:gd name="connsiteY42" fmla="*/ 362282 h 955271"/>
              <a:gd name="connsiteX43" fmla="*/ 2777227 w 5741575"/>
              <a:gd name="connsiteY43" fmla="*/ 368972 h 955271"/>
              <a:gd name="connsiteX44" fmla="*/ 2824768 w 5741575"/>
              <a:gd name="connsiteY44" fmla="*/ 361652 h 955271"/>
              <a:gd name="connsiteX45" fmla="*/ 2885545 w 5741575"/>
              <a:gd name="connsiteY45" fmla="*/ 372818 h 955271"/>
              <a:gd name="connsiteX46" fmla="*/ 3009558 w 5741575"/>
              <a:gd name="connsiteY46" fmla="*/ 370573 h 955271"/>
              <a:gd name="connsiteX47" fmla="*/ 3095010 w 5741575"/>
              <a:gd name="connsiteY47" fmla="*/ 332454 h 955271"/>
              <a:gd name="connsiteX48" fmla="*/ 3148998 w 5741575"/>
              <a:gd name="connsiteY48" fmla="*/ 315286 h 955271"/>
              <a:gd name="connsiteX49" fmla="*/ 3195264 w 5741575"/>
              <a:gd name="connsiteY49" fmla="*/ 293158 h 955271"/>
              <a:gd name="connsiteX50" fmla="*/ 3373785 w 5741575"/>
              <a:gd name="connsiteY50" fmla="*/ 255680 h 955271"/>
              <a:gd name="connsiteX51" fmla="*/ 3493851 w 5741575"/>
              <a:gd name="connsiteY51" fmla="*/ 240255 h 955271"/>
              <a:gd name="connsiteX52" fmla="*/ 3537470 w 5741575"/>
              <a:gd name="connsiteY52" fmla="*/ 241867 h 955271"/>
              <a:gd name="connsiteX53" fmla="*/ 3610489 w 5741575"/>
              <a:gd name="connsiteY53" fmla="*/ 244128 h 955271"/>
              <a:gd name="connsiteX54" fmla="*/ 3667539 w 5741575"/>
              <a:gd name="connsiteY54" fmla="*/ 263271 h 955271"/>
              <a:gd name="connsiteX55" fmla="*/ 3727614 w 5741575"/>
              <a:gd name="connsiteY55" fmla="*/ 258245 h 955271"/>
              <a:gd name="connsiteX56" fmla="*/ 3738369 w 5741575"/>
              <a:gd name="connsiteY56" fmla="*/ 234506 h 955271"/>
              <a:gd name="connsiteX57" fmla="*/ 3803670 w 5741575"/>
              <a:gd name="connsiteY57" fmla="*/ 236457 h 955271"/>
              <a:gd name="connsiteX58" fmla="*/ 3903080 w 5741575"/>
              <a:gd name="connsiteY58" fmla="*/ 241890 h 955271"/>
              <a:gd name="connsiteX59" fmla="*/ 4114838 w 5741575"/>
              <a:gd name="connsiteY59" fmla="*/ 238165 h 955271"/>
              <a:gd name="connsiteX60" fmla="*/ 4271023 w 5741575"/>
              <a:gd name="connsiteY60" fmla="*/ 241959 h 955271"/>
              <a:gd name="connsiteX61" fmla="*/ 4367397 w 5741575"/>
              <a:gd name="connsiteY61" fmla="*/ 271442 h 955271"/>
              <a:gd name="connsiteX62" fmla="*/ 4495366 w 5741575"/>
              <a:gd name="connsiteY62" fmla="*/ 271618 h 955271"/>
              <a:gd name="connsiteX63" fmla="*/ 4517347 w 5741575"/>
              <a:gd name="connsiteY63" fmla="*/ 275639 h 955271"/>
              <a:gd name="connsiteX64" fmla="*/ 4546116 w 5741575"/>
              <a:gd name="connsiteY64" fmla="*/ 268568 h 955271"/>
              <a:gd name="connsiteX65" fmla="*/ 4661259 w 5741575"/>
              <a:gd name="connsiteY65" fmla="*/ 238966 h 955271"/>
              <a:gd name="connsiteX66" fmla="*/ 4750403 w 5741575"/>
              <a:gd name="connsiteY66" fmla="*/ 204364 h 955271"/>
              <a:gd name="connsiteX67" fmla="*/ 4867614 w 5741575"/>
              <a:gd name="connsiteY67" fmla="*/ 208668 h 955271"/>
              <a:gd name="connsiteX68" fmla="*/ 4937036 w 5741575"/>
              <a:gd name="connsiteY68" fmla="*/ 195446 h 955271"/>
              <a:gd name="connsiteX69" fmla="*/ 5067740 w 5741575"/>
              <a:gd name="connsiteY69" fmla="*/ 172293 h 955271"/>
              <a:gd name="connsiteX70" fmla="*/ 5200247 w 5741575"/>
              <a:gd name="connsiteY70" fmla="*/ 142695 h 955271"/>
              <a:gd name="connsiteX71" fmla="*/ 5276878 w 5741575"/>
              <a:gd name="connsiteY71" fmla="*/ 125833 h 955271"/>
              <a:gd name="connsiteX72" fmla="*/ 5373216 w 5741575"/>
              <a:gd name="connsiteY72" fmla="*/ 111851 h 955271"/>
              <a:gd name="connsiteX73" fmla="*/ 5482354 w 5741575"/>
              <a:gd name="connsiteY73" fmla="*/ 69470 h 955271"/>
              <a:gd name="connsiteX74" fmla="*/ 5583280 w 5741575"/>
              <a:gd name="connsiteY74" fmla="*/ 49787 h 955271"/>
              <a:gd name="connsiteX75" fmla="*/ 5613766 w 5741575"/>
              <a:gd name="connsiteY75" fmla="*/ 41855 h 955271"/>
              <a:gd name="connsiteX76" fmla="*/ 5684952 w 5741575"/>
              <a:gd name="connsiteY76" fmla="*/ 26088 h 955271"/>
              <a:gd name="connsiteX77" fmla="*/ 5741575 w 5741575"/>
              <a:gd name="connsiteY77" fmla="*/ 0 h 9552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Lst>
            <a:rect l="l" t="t" r="r" b="b"/>
            <a:pathLst>
              <a:path w="5741575" h="955271">
                <a:moveTo>
                  <a:pt x="5741575" y="0"/>
                </a:moveTo>
                <a:lnTo>
                  <a:pt x="5741575" y="955271"/>
                </a:lnTo>
                <a:lnTo>
                  <a:pt x="0" y="955271"/>
                </a:lnTo>
                <a:lnTo>
                  <a:pt x="8558" y="953971"/>
                </a:lnTo>
                <a:lnTo>
                  <a:pt x="16894" y="953847"/>
                </a:lnTo>
                <a:cubicBezTo>
                  <a:pt x="22474" y="953361"/>
                  <a:pt x="25973" y="952524"/>
                  <a:pt x="28156" y="951374"/>
                </a:cubicBezTo>
                <a:cubicBezTo>
                  <a:pt x="28201" y="951240"/>
                  <a:pt x="28247" y="951105"/>
                  <a:pt x="28293" y="950971"/>
                </a:cubicBezTo>
                <a:lnTo>
                  <a:pt x="59229" y="903950"/>
                </a:lnTo>
                <a:cubicBezTo>
                  <a:pt x="79290" y="895144"/>
                  <a:pt x="126084" y="908630"/>
                  <a:pt x="148657" y="898134"/>
                </a:cubicBezTo>
                <a:cubicBezTo>
                  <a:pt x="172173" y="896348"/>
                  <a:pt x="191809" y="908449"/>
                  <a:pt x="174554" y="886351"/>
                </a:cubicBezTo>
                <a:cubicBezTo>
                  <a:pt x="182014" y="885083"/>
                  <a:pt x="185699" y="882087"/>
                  <a:pt x="187633" y="878226"/>
                </a:cubicBezTo>
                <a:cubicBezTo>
                  <a:pt x="187742" y="877663"/>
                  <a:pt x="187852" y="877101"/>
                  <a:pt x="187961" y="876538"/>
                </a:cubicBezTo>
                <a:lnTo>
                  <a:pt x="240501" y="873150"/>
                </a:lnTo>
                <a:lnTo>
                  <a:pt x="246345" y="869942"/>
                </a:lnTo>
                <a:lnTo>
                  <a:pt x="306299" y="873609"/>
                </a:lnTo>
                <a:cubicBezTo>
                  <a:pt x="312531" y="875279"/>
                  <a:pt x="320316" y="874896"/>
                  <a:pt x="331571" y="869866"/>
                </a:cubicBezTo>
                <a:lnTo>
                  <a:pt x="384157" y="867971"/>
                </a:lnTo>
                <a:lnTo>
                  <a:pt x="477637" y="870334"/>
                </a:lnTo>
                <a:cubicBezTo>
                  <a:pt x="485456" y="872042"/>
                  <a:pt x="563433" y="825458"/>
                  <a:pt x="570239" y="829596"/>
                </a:cubicBezTo>
                <a:cubicBezTo>
                  <a:pt x="641939" y="824282"/>
                  <a:pt x="685473" y="832029"/>
                  <a:pt x="772070" y="820296"/>
                </a:cubicBezTo>
                <a:cubicBezTo>
                  <a:pt x="833120" y="817018"/>
                  <a:pt x="871984" y="794388"/>
                  <a:pt x="948872" y="772201"/>
                </a:cubicBezTo>
                <a:cubicBezTo>
                  <a:pt x="1011630" y="801590"/>
                  <a:pt x="1039188" y="762914"/>
                  <a:pt x="1127089" y="746926"/>
                </a:cubicBezTo>
                <a:cubicBezTo>
                  <a:pt x="1186739" y="737882"/>
                  <a:pt x="1185110" y="732158"/>
                  <a:pt x="1226314" y="722473"/>
                </a:cubicBezTo>
                <a:cubicBezTo>
                  <a:pt x="1234331" y="718091"/>
                  <a:pt x="1271693" y="717214"/>
                  <a:pt x="1278773" y="711503"/>
                </a:cubicBezTo>
                <a:lnTo>
                  <a:pt x="1317691" y="708529"/>
                </a:lnTo>
                <a:lnTo>
                  <a:pt x="1360404" y="675922"/>
                </a:lnTo>
                <a:lnTo>
                  <a:pt x="1412292" y="670793"/>
                </a:lnTo>
                <a:lnTo>
                  <a:pt x="1494753" y="644686"/>
                </a:lnTo>
                <a:cubicBezTo>
                  <a:pt x="1542884" y="655944"/>
                  <a:pt x="1556151" y="606226"/>
                  <a:pt x="1616217" y="622107"/>
                </a:cubicBezTo>
                <a:cubicBezTo>
                  <a:pt x="1637755" y="624837"/>
                  <a:pt x="1701030" y="614257"/>
                  <a:pt x="1710928" y="600666"/>
                </a:cubicBezTo>
                <a:cubicBezTo>
                  <a:pt x="1723693" y="596072"/>
                  <a:pt x="1739861" y="597834"/>
                  <a:pt x="1743718" y="584327"/>
                </a:cubicBezTo>
                <a:cubicBezTo>
                  <a:pt x="1770860" y="572571"/>
                  <a:pt x="1832996" y="545585"/>
                  <a:pt x="1873778" y="530130"/>
                </a:cubicBezTo>
                <a:cubicBezTo>
                  <a:pt x="1902425" y="541995"/>
                  <a:pt x="1929013" y="504913"/>
                  <a:pt x="1988411" y="491599"/>
                </a:cubicBezTo>
                <a:cubicBezTo>
                  <a:pt x="2020077" y="505546"/>
                  <a:pt x="2028363" y="482381"/>
                  <a:pt x="2085507" y="498527"/>
                </a:cubicBezTo>
                <a:cubicBezTo>
                  <a:pt x="2086719" y="495769"/>
                  <a:pt x="2088490" y="493104"/>
                  <a:pt x="2090767" y="490616"/>
                </a:cubicBezTo>
                <a:cubicBezTo>
                  <a:pt x="2103992" y="476161"/>
                  <a:pt x="2131025" y="470659"/>
                  <a:pt x="2151143" y="478332"/>
                </a:cubicBezTo>
                <a:cubicBezTo>
                  <a:pt x="2240088" y="497642"/>
                  <a:pt x="2310118" y="483043"/>
                  <a:pt x="2378710" y="477570"/>
                </a:cubicBezTo>
                <a:cubicBezTo>
                  <a:pt x="2454975" y="467585"/>
                  <a:pt x="2391576" y="437831"/>
                  <a:pt x="2496256" y="452396"/>
                </a:cubicBezTo>
                <a:cubicBezTo>
                  <a:pt x="2501503" y="436899"/>
                  <a:pt x="2513119" y="433980"/>
                  <a:pt x="2535387" y="436645"/>
                </a:cubicBezTo>
                <a:cubicBezTo>
                  <a:pt x="2572084" y="430778"/>
                  <a:pt x="2557124" y="397207"/>
                  <a:pt x="2601109" y="410678"/>
                </a:cubicBezTo>
                <a:cubicBezTo>
                  <a:pt x="2588000" y="393616"/>
                  <a:pt x="2667428" y="390302"/>
                  <a:pt x="2643855" y="374482"/>
                </a:cubicBezTo>
                <a:cubicBezTo>
                  <a:pt x="2648277" y="369169"/>
                  <a:pt x="2645486" y="367874"/>
                  <a:pt x="2657726" y="365841"/>
                </a:cubicBezTo>
                <a:cubicBezTo>
                  <a:pt x="2669966" y="363808"/>
                  <a:pt x="2707566" y="363569"/>
                  <a:pt x="2717296" y="362282"/>
                </a:cubicBezTo>
                <a:lnTo>
                  <a:pt x="2777227" y="368972"/>
                </a:lnTo>
                <a:lnTo>
                  <a:pt x="2824768" y="361652"/>
                </a:lnTo>
                <a:lnTo>
                  <a:pt x="2885545" y="372818"/>
                </a:lnTo>
                <a:cubicBezTo>
                  <a:pt x="2905895" y="352581"/>
                  <a:pt x="2948591" y="377825"/>
                  <a:pt x="3009558" y="370573"/>
                </a:cubicBezTo>
                <a:cubicBezTo>
                  <a:pt x="3031640" y="347442"/>
                  <a:pt x="3050695" y="365935"/>
                  <a:pt x="3095010" y="332454"/>
                </a:cubicBezTo>
                <a:cubicBezTo>
                  <a:pt x="3097485" y="334582"/>
                  <a:pt x="3132289" y="321835"/>
                  <a:pt x="3148998" y="315286"/>
                </a:cubicBezTo>
                <a:cubicBezTo>
                  <a:pt x="3165707" y="308737"/>
                  <a:pt x="3180646" y="306766"/>
                  <a:pt x="3195264" y="293158"/>
                </a:cubicBezTo>
                <a:cubicBezTo>
                  <a:pt x="3267122" y="246372"/>
                  <a:pt x="3308286" y="273118"/>
                  <a:pt x="3373785" y="255680"/>
                </a:cubicBezTo>
                <a:cubicBezTo>
                  <a:pt x="3448540" y="239861"/>
                  <a:pt x="3405238" y="287846"/>
                  <a:pt x="3493851" y="240255"/>
                </a:cubicBezTo>
                <a:cubicBezTo>
                  <a:pt x="3506326" y="252723"/>
                  <a:pt x="3518405" y="251593"/>
                  <a:pt x="3537470" y="241867"/>
                </a:cubicBezTo>
                <a:cubicBezTo>
                  <a:pt x="3573967" y="235226"/>
                  <a:pt x="3576893" y="270855"/>
                  <a:pt x="3610489" y="244128"/>
                </a:cubicBezTo>
                <a:cubicBezTo>
                  <a:pt x="3606935" y="264036"/>
                  <a:pt x="3681284" y="241075"/>
                  <a:pt x="3667539" y="263271"/>
                </a:cubicBezTo>
                <a:cubicBezTo>
                  <a:pt x="3694251" y="276940"/>
                  <a:pt x="3701441" y="246803"/>
                  <a:pt x="3727614" y="258245"/>
                </a:cubicBezTo>
                <a:cubicBezTo>
                  <a:pt x="3754952" y="257751"/>
                  <a:pt x="3708960" y="240314"/>
                  <a:pt x="3738369" y="234506"/>
                </a:cubicBezTo>
                <a:cubicBezTo>
                  <a:pt x="3774580" y="230879"/>
                  <a:pt x="3768868" y="196201"/>
                  <a:pt x="3803670" y="236457"/>
                </a:cubicBezTo>
                <a:cubicBezTo>
                  <a:pt x="3839567" y="220301"/>
                  <a:pt x="3850064" y="239151"/>
                  <a:pt x="3903080" y="241890"/>
                </a:cubicBezTo>
                <a:cubicBezTo>
                  <a:pt x="3954941" y="242175"/>
                  <a:pt x="4053514" y="238154"/>
                  <a:pt x="4114838" y="238165"/>
                </a:cubicBezTo>
                <a:cubicBezTo>
                  <a:pt x="4173784" y="217210"/>
                  <a:pt x="4209756" y="243378"/>
                  <a:pt x="4271023" y="241959"/>
                </a:cubicBezTo>
                <a:cubicBezTo>
                  <a:pt x="4326191" y="205535"/>
                  <a:pt x="4316856" y="279258"/>
                  <a:pt x="4367397" y="271442"/>
                </a:cubicBezTo>
                <a:cubicBezTo>
                  <a:pt x="4420874" y="271391"/>
                  <a:pt x="4369000" y="295343"/>
                  <a:pt x="4495366" y="271618"/>
                </a:cubicBezTo>
                <a:cubicBezTo>
                  <a:pt x="4501905" y="266287"/>
                  <a:pt x="4518077" y="269240"/>
                  <a:pt x="4517347" y="275639"/>
                </a:cubicBezTo>
                <a:cubicBezTo>
                  <a:pt x="4525170" y="272832"/>
                  <a:pt x="4542809" y="258800"/>
                  <a:pt x="4546116" y="268568"/>
                </a:cubicBezTo>
                <a:cubicBezTo>
                  <a:pt x="4586961" y="265354"/>
                  <a:pt x="4626617" y="255160"/>
                  <a:pt x="4661259" y="238966"/>
                </a:cubicBezTo>
                <a:cubicBezTo>
                  <a:pt x="4741966" y="247639"/>
                  <a:pt x="4693066" y="205693"/>
                  <a:pt x="4750403" y="204364"/>
                </a:cubicBezTo>
                <a:cubicBezTo>
                  <a:pt x="4798501" y="219113"/>
                  <a:pt x="4813319" y="201253"/>
                  <a:pt x="4867614" y="208668"/>
                </a:cubicBezTo>
                <a:cubicBezTo>
                  <a:pt x="4881621" y="174373"/>
                  <a:pt x="4917566" y="206761"/>
                  <a:pt x="4937036" y="195446"/>
                </a:cubicBezTo>
                <a:cubicBezTo>
                  <a:pt x="4974214" y="229763"/>
                  <a:pt x="5033435" y="175163"/>
                  <a:pt x="5067740" y="172293"/>
                </a:cubicBezTo>
                <a:cubicBezTo>
                  <a:pt x="5126160" y="173265"/>
                  <a:pt x="5172786" y="183138"/>
                  <a:pt x="5200247" y="142695"/>
                </a:cubicBezTo>
                <a:cubicBezTo>
                  <a:pt x="5240970" y="141002"/>
                  <a:pt x="5240507" y="134755"/>
                  <a:pt x="5276878" y="125833"/>
                </a:cubicBezTo>
                <a:cubicBezTo>
                  <a:pt x="5316470" y="106736"/>
                  <a:pt x="5327221" y="110178"/>
                  <a:pt x="5373216" y="111851"/>
                </a:cubicBezTo>
                <a:cubicBezTo>
                  <a:pt x="5382801" y="84741"/>
                  <a:pt x="5419294" y="93078"/>
                  <a:pt x="5482354" y="69470"/>
                </a:cubicBezTo>
                <a:cubicBezTo>
                  <a:pt x="5507119" y="85574"/>
                  <a:pt x="5545363" y="52240"/>
                  <a:pt x="5583280" y="49787"/>
                </a:cubicBezTo>
                <a:cubicBezTo>
                  <a:pt x="5589344" y="36484"/>
                  <a:pt x="5598103" y="36349"/>
                  <a:pt x="5613766" y="41855"/>
                </a:cubicBezTo>
                <a:cubicBezTo>
                  <a:pt x="5636621" y="41086"/>
                  <a:pt x="5660728" y="35034"/>
                  <a:pt x="5684952" y="26088"/>
                </a:cubicBezTo>
                <a:lnTo>
                  <a:pt x="5741575" y="0"/>
                </a:lnTo>
                <a:close/>
              </a:path>
            </a:pathLst>
          </a:custGeom>
          <a:solidFill>
            <a:srgbClr val="82766A">
              <a:alpha val="15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Content Placeholder 3">
            <a:extLst>
              <a:ext uri="{FF2B5EF4-FFF2-40B4-BE49-F238E27FC236}">
                <a16:creationId xmlns:a16="http://schemas.microsoft.com/office/drawing/2014/main" id="{C644EF76-7D50-3F21-15AC-AD7E265CBC95}"/>
              </a:ext>
            </a:extLst>
          </p:cNvPr>
          <p:cNvSpPr>
            <a:spLocks noGrp="1"/>
          </p:cNvSpPr>
          <p:nvPr>
            <p:ph sz="half" idx="2"/>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1137037" y="2648623"/>
            <a:ext cx="5747857" cy="3076152"/>
          </a:xfrm>
        </p:spPr>
        <p:txBody>
          <a:bodyPr>
            <a:normAutofit lnSpcReduction="10000"/>
          </a:bodyPr>
          <a:lstStyle/>
          <a:p>
            <a:pPr marL="0" lvl="1" indent="0">
              <a:lnSpc>
                <a:spcPct val="125000"/>
              </a:lnSpc>
              <a:buNone/>
            </a:pPr>
            <a:r>
              <a:rPr lang="en-US" sz="2000" dirty="0"/>
              <a:t>The </a:t>
            </a:r>
            <a:r>
              <a:rPr lang="en-US" sz="2000" b="1" dirty="0"/>
              <a:t>Advisory Board </a:t>
            </a:r>
            <a:r>
              <a:rPr lang="en-US" sz="2000" dirty="0"/>
              <a:t>consists of Trustee Gail McCoy, Mayor Tim King, and Chris Hearne</a:t>
            </a:r>
          </a:p>
          <a:p>
            <a:pPr marL="0" lvl="1" indent="0">
              <a:lnSpc>
                <a:spcPct val="125000"/>
              </a:lnSpc>
              <a:buNone/>
            </a:pPr>
            <a:endParaRPr lang="en-US" sz="2000" dirty="0"/>
          </a:p>
          <a:p>
            <a:pPr marL="0" lvl="1" indent="0">
              <a:lnSpc>
                <a:spcPct val="125000"/>
              </a:lnSpc>
              <a:buNone/>
            </a:pPr>
            <a:r>
              <a:rPr lang="en-US" sz="2000" dirty="0"/>
              <a:t>Hannah Dean is the Executive Director of the program.</a:t>
            </a:r>
          </a:p>
          <a:p>
            <a:pPr marL="0" indent="0">
              <a:lnSpc>
                <a:spcPct val="125000"/>
              </a:lnSpc>
              <a:spcBef>
                <a:spcPts val="2500"/>
              </a:spcBef>
              <a:buNone/>
            </a:pPr>
            <a:r>
              <a:rPr lang="en-US" sz="2000" b="1" dirty="0"/>
              <a:t>Leadership Cloudcroft </a:t>
            </a:r>
            <a:r>
              <a:rPr lang="en-US" sz="2000" dirty="0"/>
              <a:t>is produced by Cloudcroft Reader, the voice of the mountain.</a:t>
            </a:r>
          </a:p>
        </p:txBody>
      </p:sp>
      <p:sp>
        <p:nvSpPr>
          <p:cNvPr id="30" name="Freeform: Shape 29">
            <a:extLst>
              <a:ext uri="{FF2B5EF4-FFF2-40B4-BE49-F238E27FC236}">
                <a16:creationId xmlns:a16="http://schemas.microsoft.com/office/drawing/2014/main" id="{6BFFEA99-E831-4C3B-8D16-0EA4AB33FFC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595584" y="610517"/>
            <a:ext cx="4010943" cy="5636963"/>
          </a:xfrm>
          <a:custGeom>
            <a:avLst/>
            <a:gdLst>
              <a:gd name="connsiteX0" fmla="*/ 0 w 2400300"/>
              <a:gd name="connsiteY0" fmla="*/ 0 h 2400300"/>
              <a:gd name="connsiteX1" fmla="*/ 2400300 w 2400300"/>
              <a:gd name="connsiteY1" fmla="*/ 0 h 2400300"/>
              <a:gd name="connsiteX2" fmla="*/ 2400300 w 2400300"/>
              <a:gd name="connsiteY2" fmla="*/ 2400300 h 2400300"/>
              <a:gd name="connsiteX3" fmla="*/ 0 w 2400300"/>
              <a:gd name="connsiteY3" fmla="*/ 2400300 h 2400300"/>
            </a:gdLst>
            <a:ahLst/>
            <a:cxnLst>
              <a:cxn ang="0">
                <a:pos x="connsiteX0" y="connsiteY0"/>
              </a:cxn>
              <a:cxn ang="0">
                <a:pos x="connsiteX1" y="connsiteY1"/>
              </a:cxn>
              <a:cxn ang="0">
                <a:pos x="connsiteX2" y="connsiteY2"/>
              </a:cxn>
              <a:cxn ang="0">
                <a:pos x="connsiteX3" y="connsiteY3"/>
              </a:cxn>
            </a:cxnLst>
            <a:rect l="l" t="t" r="r" b="b"/>
            <a:pathLst>
              <a:path w="2400300" h="2400300">
                <a:moveTo>
                  <a:pt x="0" y="0"/>
                </a:moveTo>
                <a:lnTo>
                  <a:pt x="2400300" y="0"/>
                </a:lnTo>
                <a:lnTo>
                  <a:pt x="2400300" y="2400300"/>
                </a:lnTo>
                <a:lnTo>
                  <a:pt x="0" y="2400300"/>
                </a:lnTo>
                <a:close/>
              </a:path>
            </a:pathLst>
          </a:custGeom>
          <a:solidFill>
            <a:srgbClr val="FFFFFF"/>
          </a:solidFill>
          <a:ln>
            <a:noFill/>
          </a:ln>
          <a:effectLst>
            <a:outerShdw blurRad="38100" dist="12700" dir="3000000" algn="tl" rotWithShape="0">
              <a:prstClr val="black">
                <a:alpha val="27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5" name="Content Placeholder 4">
            <a:extLst>
              <a:ext uri="{FF2B5EF4-FFF2-40B4-BE49-F238E27FC236}">
                <a16:creationId xmlns:a16="http://schemas.microsoft.com/office/drawing/2014/main" id="{271681ED-FC38-4CB3-8FA3-1125C1029338}"/>
              </a:ext>
            </a:extLst>
          </p:cNvPr>
          <p:cNvPicPr>
            <a:picLocks noGrp="1" noChangeAspect="1"/>
          </p:cNvPicPr>
          <p:nvPr>
            <p:ph sz="half" idx="1"/>
          </p:nvPr>
        </p:nvPicPr>
        <p:blipFill>
          <a:blip r:embed="rId3"/>
          <a:srcRect l="3248" r="3248"/>
          <a:stretch/>
        </p:blipFill>
        <p:spPr>
          <a:xfrm rot="806959">
            <a:off x="7668619" y="1586710"/>
            <a:ext cx="3684567" cy="3684576"/>
          </a:xfrm>
          <a:prstGeom prst="rect">
            <a:avLst/>
          </a:prstGeom>
        </p:spPr>
      </p:pic>
      <p:pic>
        <p:nvPicPr>
          <p:cNvPr id="6" name="Picture 5" descr="A bear wearing glasses holding a cell phone&#10;&#10;AI-generated content may be incorrect.">
            <a:extLst>
              <a:ext uri="{FF2B5EF4-FFF2-40B4-BE49-F238E27FC236}">
                <a16:creationId xmlns:a16="http://schemas.microsoft.com/office/drawing/2014/main" id="{9F12312B-A243-066D-5FE7-A599A6CBDD81}"/>
              </a:ext>
            </a:extLst>
          </p:cNvPr>
          <p:cNvPicPr>
            <a:picLocks noChangeAspect="1"/>
          </p:cNvPicPr>
          <p:nvPr/>
        </p:nvPicPr>
        <p:blipFill>
          <a:blip r:embed="rId4"/>
          <a:stretch>
            <a:fillRect/>
          </a:stretch>
        </p:blipFill>
        <p:spPr>
          <a:xfrm>
            <a:off x="5160855" y="5345693"/>
            <a:ext cx="833688" cy="833688"/>
          </a:xfrm>
          <a:prstGeom prst="rect">
            <a:avLst/>
          </a:prstGeom>
        </p:spPr>
      </p:pic>
    </p:spTree>
    <p:extLst>
      <p:ext uri="{BB962C8B-B14F-4D97-AF65-F5344CB8AC3E}">
        <p14:creationId xmlns:p14="http://schemas.microsoft.com/office/powerpoint/2010/main" val="1509767022"/>
      </p:ext>
    </p:extLst>
  </p:cSld>
  <p:clrMapOvr>
    <a:masterClrMapping/>
  </p:clrMapOvr>
  <p:transition>
    <p:fade/>
  </p:transition>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8" name="Rectangle 27">
            <a:extLst>
              <a:ext uri="{FF2B5EF4-FFF2-40B4-BE49-F238E27FC236}">
                <a16:creationId xmlns:a16="http://schemas.microsoft.com/office/drawing/2014/main" id="{4F7EBAE4-9945-4473-9E34-B2C66EA0F03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2" name="Title 1">
            <a:extLst>
              <a:ext uri="{FF2B5EF4-FFF2-40B4-BE49-F238E27FC236}">
                <a16:creationId xmlns:a16="http://schemas.microsoft.com/office/drawing/2014/main" id="{21F2560B-8409-A949-88EB-E784B0A0A481}"/>
              </a:ext>
            </a:extLst>
          </p:cNvPr>
          <p:cNvSpPr>
            <a:spLocks noGrp="1"/>
          </p:cNvSpPr>
          <p:nvPr>
            <p:ph type="title"/>
          </p:nvPr>
        </p:nvSpPr>
        <p:spPr>
          <a:xfrm>
            <a:off x="838200" y="365125"/>
            <a:ext cx="5393361" cy="1325563"/>
          </a:xfrm>
        </p:spPr>
        <p:txBody>
          <a:bodyPr vert="horz" lIns="91440" tIns="45720" rIns="91440" bIns="45720" rtlCol="0" anchor="ctr">
            <a:normAutofit/>
          </a:bodyPr>
          <a:lstStyle/>
          <a:p>
            <a:r>
              <a:rPr lang="en-US" b="1" dirty="0">
                <a:latin typeface="Aptos Serif" panose="02020604070405020304" pitchFamily="18" charset="0"/>
                <a:cs typeface="Aptos Serif" panose="02020604070405020304" pitchFamily="18" charset="0"/>
              </a:rPr>
              <a:t>Contact Information</a:t>
            </a:r>
          </a:p>
        </p:txBody>
      </p:sp>
      <p:sp>
        <p:nvSpPr>
          <p:cNvPr id="4" name="Content Placeholder 3">
            <a:extLst>
              <a:ext uri="{FF2B5EF4-FFF2-40B4-BE49-F238E27FC236}">
                <a16:creationId xmlns:a16="http://schemas.microsoft.com/office/drawing/2014/main" id="{EF7D793B-37D3-3AF1-7C39-280C6ED31CD5}"/>
              </a:ext>
            </a:extLst>
          </p:cNvPr>
          <p:cNvSpPr>
            <a:spLocks noGrp="1"/>
          </p:cNvSpPr>
          <p:nvPr>
            <p:ph sz="half" idx="2"/>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838200" y="2627289"/>
            <a:ext cx="5393361" cy="3549673"/>
          </a:xfrm>
        </p:spPr>
        <p:txBody>
          <a:bodyPr>
            <a:normAutofit/>
          </a:bodyPr>
          <a:lstStyle/>
          <a:p>
            <a:pPr marL="0" lvl="1" indent="0">
              <a:buNone/>
            </a:pPr>
            <a:r>
              <a:rPr lang="en-US" sz="2800" b="1" dirty="0">
                <a:solidFill>
                  <a:schemeClr val="bg2">
                    <a:lumMod val="50000"/>
                  </a:schemeClr>
                </a:solidFill>
              </a:rPr>
              <a:t>Visit</a:t>
            </a:r>
          </a:p>
          <a:p>
            <a:pPr marL="0" lvl="1" indent="0">
              <a:buNone/>
            </a:pPr>
            <a:r>
              <a:rPr lang="en-US" sz="2000" b="1" dirty="0" err="1">
                <a:solidFill>
                  <a:schemeClr val="accent1">
                    <a:lumMod val="75000"/>
                  </a:schemeClr>
                </a:solidFill>
              </a:rPr>
              <a:t>leadershipcloudcroft.com</a:t>
            </a:r>
            <a:r>
              <a:rPr lang="en-US" sz="2000" b="1" dirty="0">
                <a:solidFill>
                  <a:schemeClr val="accent1">
                    <a:lumMod val="75000"/>
                  </a:schemeClr>
                </a:solidFill>
              </a:rPr>
              <a:t> </a:t>
            </a:r>
          </a:p>
          <a:p>
            <a:pPr marL="0" lvl="1" indent="0">
              <a:buNone/>
            </a:pPr>
            <a:r>
              <a:rPr lang="en-US" sz="2000" dirty="0"/>
              <a:t>for detailed information on the program and how to apply online.</a:t>
            </a:r>
          </a:p>
          <a:p>
            <a:pPr marL="0" lvl="1" indent="0">
              <a:buNone/>
            </a:pPr>
            <a:endParaRPr lang="en-US" sz="2000" dirty="0"/>
          </a:p>
          <a:p>
            <a:pPr marL="0" lvl="1" indent="0">
              <a:buNone/>
            </a:pPr>
            <a:r>
              <a:rPr lang="en-US" sz="2800" b="1" dirty="0">
                <a:solidFill>
                  <a:schemeClr val="bg2">
                    <a:lumMod val="50000"/>
                  </a:schemeClr>
                </a:solidFill>
              </a:rPr>
              <a:t>Email </a:t>
            </a:r>
            <a:r>
              <a:rPr lang="en-US" sz="2800" dirty="0">
                <a:solidFill>
                  <a:schemeClr val="bg2">
                    <a:lumMod val="50000"/>
                  </a:schemeClr>
                </a:solidFill>
              </a:rPr>
              <a:t> </a:t>
            </a:r>
          </a:p>
          <a:p>
            <a:pPr marL="0" lvl="1" indent="0">
              <a:buNone/>
            </a:pPr>
            <a:r>
              <a:rPr lang="en-US" sz="2000" dirty="0" err="1"/>
              <a:t>hello@leadershipcloudcroft.com</a:t>
            </a:r>
            <a:endParaRPr lang="en-US" sz="2000" dirty="0"/>
          </a:p>
        </p:txBody>
      </p:sp>
      <p:pic>
        <p:nvPicPr>
          <p:cNvPr id="5" name="Content Placeholder 4" descr="A magnifying glass and a mail&#10;&#10;AI-generated content may be incorrect.">
            <a:extLst>
              <a:ext uri="{FF2B5EF4-FFF2-40B4-BE49-F238E27FC236}">
                <a16:creationId xmlns:a16="http://schemas.microsoft.com/office/drawing/2014/main" id="{010B4837-3F97-4E65-8F46-856DA04A6DF2}"/>
              </a:ext>
            </a:extLst>
          </p:cNvPr>
          <p:cNvPicPr>
            <a:picLocks noGrp="1" noChangeAspect="1"/>
          </p:cNvPicPr>
          <p:nvPr>
            <p:ph sz="half" idx="1"/>
          </p:nvPr>
        </p:nvPicPr>
        <p:blipFill>
          <a:blip r:embed="rId3">
            <a:extLst>
              <a:ext uri="{BEBA8EAE-BF5A-486C-A8C5-ECC9F3942E4B}">
                <a14:imgProps xmlns:a14="http://schemas.microsoft.com/office/drawing/2010/main">
                  <a14:imgLayer r:embed="rId4">
                    <a14:imgEffect>
                      <a14:colorTemperature colorTemp="6988"/>
                    </a14:imgEffect>
                    <a14:imgEffect>
                      <a14:saturation sat="274000"/>
                    </a14:imgEffect>
                  </a14:imgLayer>
                </a14:imgProps>
              </a:ext>
            </a:extLst>
          </a:blip>
          <a:srcRect r="3" b="3"/>
          <a:stretch>
            <a:fillRect/>
          </a:stretch>
        </p:blipFill>
        <p:spPr>
          <a:xfrm>
            <a:off x="6374920" y="758514"/>
            <a:ext cx="5122238" cy="5122238"/>
          </a:xfrm>
          <a:custGeom>
            <a:avLst/>
            <a:gdLst/>
            <a:ahLst/>
            <a:cxnLst/>
            <a:rect l="l" t="t" r="r" b="b"/>
            <a:pathLst>
              <a:path w="2663168" h="2663168">
                <a:moveTo>
                  <a:pt x="1331584" y="0"/>
                </a:moveTo>
                <a:cubicBezTo>
                  <a:pt x="2066998" y="0"/>
                  <a:pt x="2663168" y="596170"/>
                  <a:pt x="2663168" y="1331584"/>
                </a:cubicBezTo>
                <a:cubicBezTo>
                  <a:pt x="2663168" y="2066998"/>
                  <a:pt x="2066998" y="2663168"/>
                  <a:pt x="1331584" y="2663168"/>
                </a:cubicBezTo>
                <a:cubicBezTo>
                  <a:pt x="596170" y="2663168"/>
                  <a:pt x="0" y="2066998"/>
                  <a:pt x="0" y="1331584"/>
                </a:cubicBezTo>
                <a:cubicBezTo>
                  <a:pt x="0" y="596170"/>
                  <a:pt x="596170" y="0"/>
                  <a:pt x="1331584" y="0"/>
                </a:cubicBezTo>
                <a:close/>
              </a:path>
            </a:pathLst>
          </a:custGeom>
        </p:spPr>
      </p:pic>
      <p:sp>
        <p:nvSpPr>
          <p:cNvPr id="30" name="!!Arc">
            <a:extLst>
              <a:ext uri="{FF2B5EF4-FFF2-40B4-BE49-F238E27FC236}">
                <a16:creationId xmlns:a16="http://schemas.microsoft.com/office/drawing/2014/main" id="{70BEB1E7-2F88-40BC-B73D-42E5B6F80BF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1189197" flipV="1">
            <a:off x="6261882" y="687822"/>
            <a:ext cx="5471147" cy="5471147"/>
          </a:xfrm>
          <a:prstGeom prst="arc">
            <a:avLst>
              <a:gd name="adj1" fmla="val 16200000"/>
              <a:gd name="adj2" fmla="val 20093138"/>
            </a:avLst>
          </a:prstGeom>
          <a:ln w="127000" cap="rnd">
            <a:solidFill>
              <a:schemeClr val="accent4">
                <a:alpha val="95000"/>
              </a:schemeClr>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2" name="!!Oval">
            <a:extLst>
              <a:ext uri="{FF2B5EF4-FFF2-40B4-BE49-F238E27FC236}">
                <a16:creationId xmlns:a16="http://schemas.microsoft.com/office/drawing/2014/main" id="{A7B99495-F43F-4D80-A44F-2CB4764EB9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248561" y="921125"/>
            <a:ext cx="791021" cy="769563"/>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123664098"/>
      </p:ext>
    </p:extLst>
  </p:cSld>
  <p:clrMapOvr>
    <a:masterClrMapping/>
  </p:clrMapOvr>
  <p:transition>
    <p:fad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538</TotalTime>
  <Words>846</Words>
  <Application>Microsoft Macintosh PowerPoint</Application>
  <PresentationFormat>Widescreen</PresentationFormat>
  <Paragraphs>78</Paragraphs>
  <Slides>8</Slides>
  <Notes>7</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8</vt:i4>
      </vt:variant>
    </vt:vector>
  </HeadingPairs>
  <TitlesOfParts>
    <vt:vector size="16" baseType="lpstr">
      <vt:lpstr>Meiryo</vt:lpstr>
      <vt:lpstr>Aptos</vt:lpstr>
      <vt:lpstr>Aptos Display</vt:lpstr>
      <vt:lpstr>Aptos Serif</vt:lpstr>
      <vt:lpstr>Arial</vt:lpstr>
      <vt:lpstr>Calibri</vt:lpstr>
      <vt:lpstr>Montserrat</vt:lpstr>
      <vt:lpstr>Office Theme</vt:lpstr>
      <vt:lpstr>Leadership Cloudcroft</vt:lpstr>
      <vt:lpstr>The Challenge</vt:lpstr>
      <vt:lpstr>Leadership Cloudcroft Goals</vt:lpstr>
      <vt:lpstr>Program Overview</vt:lpstr>
      <vt:lpstr>Curriculum Topics</vt:lpstr>
      <vt:lpstr>How to Apply</vt:lpstr>
      <vt:lpstr>Leadership Team Overview</vt:lpstr>
      <vt:lpstr>Contact Information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Chris Hearne</dc:creator>
  <cp:lastModifiedBy>Chris Hearne</cp:lastModifiedBy>
  <cp:revision>5</cp:revision>
  <dcterms:created xsi:type="dcterms:W3CDTF">2025-05-18T14:12:20Z</dcterms:created>
  <dcterms:modified xsi:type="dcterms:W3CDTF">2025-05-18T23:11:13Z</dcterms:modified>
</cp:coreProperties>
</file>